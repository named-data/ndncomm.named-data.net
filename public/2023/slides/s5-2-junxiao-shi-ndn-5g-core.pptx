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4" r:id="rId3"/>
    <p:sldId id="258" r:id="rId4"/>
    <p:sldId id="267" r:id="rId5"/>
    <p:sldId id="263" r:id="rId6"/>
    <p:sldId id="265" r:id="rId7"/>
    <p:sldId id="259" r:id="rId8"/>
    <p:sldId id="260" r:id="rId9"/>
    <p:sldId id="268" r:id="rId10"/>
    <p:sldId id="271" r:id="rId11"/>
    <p:sldId id="261" r:id="rId12"/>
    <p:sldId id="269" r:id="rId13"/>
    <p:sldId id="266"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46A1DB-D747-464B-84D5-E59AA0424974}" v="1691" dt="2023-03-02T00:25:02.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5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 Junxiao (IntlAssoc)" userId="7b18982b-a381-4012-ade8-57e78b6d17d5" providerId="ADAL" clId="{E246A1DB-D747-464B-84D5-E59AA0424974}"/>
    <pc:docChg chg="undo redo custSel addSld delSld modSld sldOrd">
      <pc:chgData name="Shi, Junxiao (IntlAssoc)" userId="7b18982b-a381-4012-ade8-57e78b6d17d5" providerId="ADAL" clId="{E246A1DB-D747-464B-84D5-E59AA0424974}" dt="2023-03-02T00:25:02.319" v="13650"/>
      <pc:docMkLst>
        <pc:docMk/>
      </pc:docMkLst>
      <pc:sldChg chg="addSp delSp modSp mod modClrScheme chgLayout">
        <pc:chgData name="Shi, Junxiao (IntlAssoc)" userId="7b18982b-a381-4012-ade8-57e78b6d17d5" providerId="ADAL" clId="{E246A1DB-D747-464B-84D5-E59AA0424974}" dt="2023-02-27T17:02:58.972" v="10432" actId="20577"/>
        <pc:sldMkLst>
          <pc:docMk/>
          <pc:sldMk cId="1781354650" sldId="256"/>
        </pc:sldMkLst>
        <pc:spChg chg="add mod ord">
          <ac:chgData name="Shi, Junxiao (IntlAssoc)" userId="7b18982b-a381-4012-ade8-57e78b6d17d5" providerId="ADAL" clId="{E246A1DB-D747-464B-84D5-E59AA0424974}" dt="2023-02-22T03:44:13.170" v="486" actId="20577"/>
          <ac:spMkLst>
            <pc:docMk/>
            <pc:sldMk cId="1781354650" sldId="256"/>
            <ac:spMk id="2" creationId="{2FCBB1D7-363F-0125-1CA0-39F7AE65397F}"/>
          </ac:spMkLst>
        </pc:spChg>
        <pc:spChg chg="add mod ord">
          <ac:chgData name="Shi, Junxiao (IntlAssoc)" userId="7b18982b-a381-4012-ade8-57e78b6d17d5" providerId="ADAL" clId="{E246A1DB-D747-464B-84D5-E59AA0424974}" dt="2023-02-27T17:02:58.972" v="10432" actId="20577"/>
          <ac:spMkLst>
            <pc:docMk/>
            <pc:sldMk cId="1781354650" sldId="256"/>
            <ac:spMk id="3" creationId="{2852FAB6-D436-A293-1031-3F1329D771A1}"/>
          </ac:spMkLst>
        </pc:spChg>
        <pc:spChg chg="del mod ord">
          <ac:chgData name="Shi, Junxiao (IntlAssoc)" userId="7b18982b-a381-4012-ade8-57e78b6d17d5" providerId="ADAL" clId="{E246A1DB-D747-464B-84D5-E59AA0424974}" dt="2023-02-22T03:34:09.391" v="0" actId="700"/>
          <ac:spMkLst>
            <pc:docMk/>
            <pc:sldMk cId="1781354650" sldId="256"/>
            <ac:spMk id="8" creationId="{25B5917E-B8D6-47A4-A468-682A84A797CB}"/>
          </ac:spMkLst>
        </pc:spChg>
        <pc:spChg chg="del mod ord">
          <ac:chgData name="Shi, Junxiao (IntlAssoc)" userId="7b18982b-a381-4012-ade8-57e78b6d17d5" providerId="ADAL" clId="{E246A1DB-D747-464B-84D5-E59AA0424974}" dt="2023-02-22T03:34:09.391" v="0" actId="700"/>
          <ac:spMkLst>
            <pc:docMk/>
            <pc:sldMk cId="1781354650" sldId="256"/>
            <ac:spMk id="9" creationId="{F2BDE1FB-96C3-426C-B172-8C6FBD94372F}"/>
          </ac:spMkLst>
        </pc:spChg>
        <pc:picChg chg="add mod">
          <ac:chgData name="Shi, Junxiao (IntlAssoc)" userId="7b18982b-a381-4012-ade8-57e78b6d17d5" providerId="ADAL" clId="{E246A1DB-D747-464B-84D5-E59AA0424974}" dt="2023-02-22T20:02:27.822" v="7506"/>
          <ac:picMkLst>
            <pc:docMk/>
            <pc:sldMk cId="1781354650" sldId="256"/>
            <ac:picMk id="5" creationId="{F7B4056A-D17C-3F94-CD1C-08E5E666EA38}"/>
          </ac:picMkLst>
        </pc:picChg>
        <pc:picChg chg="add mod">
          <ac:chgData name="Shi, Junxiao (IntlAssoc)" userId="7b18982b-a381-4012-ade8-57e78b6d17d5" providerId="ADAL" clId="{E246A1DB-D747-464B-84D5-E59AA0424974}" dt="2023-02-22T20:02:27.822" v="7506"/>
          <ac:picMkLst>
            <pc:docMk/>
            <pc:sldMk cId="1781354650" sldId="256"/>
            <ac:picMk id="6" creationId="{7C704788-2B49-4F38-1326-13E89C2C8314}"/>
          </ac:picMkLst>
        </pc:picChg>
      </pc:sldChg>
      <pc:sldChg chg="modSp new del mod">
        <pc:chgData name="Shi, Junxiao (IntlAssoc)" userId="7b18982b-a381-4012-ade8-57e78b6d17d5" providerId="ADAL" clId="{E246A1DB-D747-464B-84D5-E59AA0424974}" dt="2023-02-22T03:39:09.232" v="368" actId="47"/>
        <pc:sldMkLst>
          <pc:docMk/>
          <pc:sldMk cId="3800431198" sldId="257"/>
        </pc:sldMkLst>
        <pc:spChg chg="mod">
          <ac:chgData name="Shi, Junxiao (IntlAssoc)" userId="7b18982b-a381-4012-ade8-57e78b6d17d5" providerId="ADAL" clId="{E246A1DB-D747-464B-84D5-E59AA0424974}" dt="2023-02-22T03:38:52.595" v="367" actId="20577"/>
          <ac:spMkLst>
            <pc:docMk/>
            <pc:sldMk cId="3800431198" sldId="257"/>
            <ac:spMk id="2" creationId="{2355D20C-23C8-41F7-F22B-3EC4B27FE7B1}"/>
          </ac:spMkLst>
        </pc:spChg>
      </pc:sldChg>
      <pc:sldChg chg="addSp delSp modSp new mod modClrScheme addAnim delAnim modAnim chgLayout">
        <pc:chgData name="Shi, Junxiao (IntlAssoc)" userId="7b18982b-a381-4012-ade8-57e78b6d17d5" providerId="ADAL" clId="{E246A1DB-D747-464B-84D5-E59AA0424974}" dt="2023-03-02T00:09:12.942" v="13543"/>
        <pc:sldMkLst>
          <pc:docMk/>
          <pc:sldMk cId="917801545" sldId="258"/>
        </pc:sldMkLst>
        <pc:spChg chg="mod ord">
          <ac:chgData name="Shi, Junxiao (IntlAssoc)" userId="7b18982b-a381-4012-ade8-57e78b6d17d5" providerId="ADAL" clId="{E246A1DB-D747-464B-84D5-E59AA0424974}" dt="2023-02-22T14:59:16.425" v="567" actId="6549"/>
          <ac:spMkLst>
            <pc:docMk/>
            <pc:sldMk cId="917801545" sldId="258"/>
            <ac:spMk id="2" creationId="{C515B96F-2007-AF2A-A743-50ED67B174D9}"/>
          </ac:spMkLst>
        </pc:spChg>
        <pc:spChg chg="add del mod">
          <ac:chgData name="Shi, Junxiao (IntlAssoc)" userId="7b18982b-a381-4012-ade8-57e78b6d17d5" providerId="ADAL" clId="{E246A1DB-D747-464B-84D5-E59AA0424974}" dt="2023-02-27T16:32:55.479" v="10141" actId="11529"/>
          <ac:spMkLst>
            <pc:docMk/>
            <pc:sldMk cId="917801545" sldId="258"/>
            <ac:spMk id="3" creationId="{0EF6227B-595E-C1A8-0BDB-33858C78D4FB}"/>
          </ac:spMkLst>
        </pc:spChg>
        <pc:spChg chg="del">
          <ac:chgData name="Shi, Junxiao (IntlAssoc)" userId="7b18982b-a381-4012-ade8-57e78b6d17d5" providerId="ADAL" clId="{E246A1DB-D747-464B-84D5-E59AA0424974}" dt="2023-02-22T14:49:19.353" v="512" actId="700"/>
          <ac:spMkLst>
            <pc:docMk/>
            <pc:sldMk cId="917801545" sldId="258"/>
            <ac:spMk id="3" creationId="{8A20EA0F-5E48-1380-8AA5-490B2D9D5301}"/>
          </ac:spMkLst>
        </pc:spChg>
        <pc:spChg chg="add mod">
          <ac:chgData name="Shi, Junxiao (IntlAssoc)" userId="7b18982b-a381-4012-ade8-57e78b6d17d5" providerId="ADAL" clId="{E246A1DB-D747-464B-84D5-E59AA0424974}" dt="2023-02-22T19:54:19.739" v="7188" actId="164"/>
          <ac:spMkLst>
            <pc:docMk/>
            <pc:sldMk cId="917801545" sldId="258"/>
            <ac:spMk id="4" creationId="{825AB2E9-98C8-FD7D-6BDE-C2A801DF04AE}"/>
          </ac:spMkLst>
        </pc:spChg>
        <pc:spChg chg="add mod">
          <ac:chgData name="Shi, Junxiao (IntlAssoc)" userId="7b18982b-a381-4012-ade8-57e78b6d17d5" providerId="ADAL" clId="{E246A1DB-D747-464B-84D5-E59AA0424974}" dt="2023-02-22T19:54:19.739" v="7188" actId="164"/>
          <ac:spMkLst>
            <pc:docMk/>
            <pc:sldMk cId="917801545" sldId="258"/>
            <ac:spMk id="5" creationId="{5D5C0439-E7F4-64F8-126D-28DDD8248581}"/>
          </ac:spMkLst>
        </pc:spChg>
        <pc:spChg chg="add del mod">
          <ac:chgData name="Shi, Junxiao (IntlAssoc)" userId="7b18982b-a381-4012-ade8-57e78b6d17d5" providerId="ADAL" clId="{E246A1DB-D747-464B-84D5-E59AA0424974}" dt="2023-02-22T14:56:45.607" v="533" actId="478"/>
          <ac:spMkLst>
            <pc:docMk/>
            <pc:sldMk cId="917801545" sldId="258"/>
            <ac:spMk id="6" creationId="{3115B4DB-5F93-27FF-2BF8-892EC826F8D7}"/>
          </ac:spMkLst>
        </pc:spChg>
        <pc:spChg chg="add del mod">
          <ac:chgData name="Shi, Junxiao (IntlAssoc)" userId="7b18982b-a381-4012-ade8-57e78b6d17d5" providerId="ADAL" clId="{E246A1DB-D747-464B-84D5-E59AA0424974}" dt="2023-02-27T16:32:55.475" v="10137"/>
          <ac:spMkLst>
            <pc:docMk/>
            <pc:sldMk cId="917801545" sldId="258"/>
            <ac:spMk id="6" creationId="{E8A1FFDB-7EA5-28CB-9924-47D143063D4A}"/>
          </ac:spMkLst>
        </pc:spChg>
        <pc:spChg chg="add mod">
          <ac:chgData name="Shi, Junxiao (IntlAssoc)" userId="7b18982b-a381-4012-ade8-57e78b6d17d5" providerId="ADAL" clId="{E246A1DB-D747-464B-84D5-E59AA0424974}" dt="2023-02-22T19:54:19.739" v="7188" actId="164"/>
          <ac:spMkLst>
            <pc:docMk/>
            <pc:sldMk cId="917801545" sldId="258"/>
            <ac:spMk id="7" creationId="{29F45B77-67AD-AC56-5EBF-36F85183FB8B}"/>
          </ac:spMkLst>
        </pc:spChg>
        <pc:spChg chg="add del mod">
          <ac:chgData name="Shi, Junxiao (IntlAssoc)" userId="7b18982b-a381-4012-ade8-57e78b6d17d5" providerId="ADAL" clId="{E246A1DB-D747-464B-84D5-E59AA0424974}" dt="2023-02-22T14:57:16.336" v="538" actId="478"/>
          <ac:spMkLst>
            <pc:docMk/>
            <pc:sldMk cId="917801545" sldId="258"/>
            <ac:spMk id="8" creationId="{1EAC3B7E-5C68-48E0-B3C3-5FCAFF37116F}"/>
          </ac:spMkLst>
        </pc:spChg>
        <pc:spChg chg="add del mod">
          <ac:chgData name="Shi, Junxiao (IntlAssoc)" userId="7b18982b-a381-4012-ade8-57e78b6d17d5" providerId="ADAL" clId="{E246A1DB-D747-464B-84D5-E59AA0424974}" dt="2023-02-28T18:54:48.585" v="12715" actId="478"/>
          <ac:spMkLst>
            <pc:docMk/>
            <pc:sldMk cId="917801545" sldId="258"/>
            <ac:spMk id="8" creationId="{51444C53-6DEF-EB41-C56B-1EB891EC3723}"/>
          </ac:spMkLst>
        </pc:spChg>
        <pc:spChg chg="add mod">
          <ac:chgData name="Shi, Junxiao (IntlAssoc)" userId="7b18982b-a381-4012-ade8-57e78b6d17d5" providerId="ADAL" clId="{E246A1DB-D747-464B-84D5-E59AA0424974}" dt="2023-02-22T19:54:19.739" v="7188" actId="164"/>
          <ac:spMkLst>
            <pc:docMk/>
            <pc:sldMk cId="917801545" sldId="258"/>
            <ac:spMk id="9" creationId="{0E42DCAA-D7E2-5ACB-81C0-C354DF8911BE}"/>
          </ac:spMkLst>
        </pc:spChg>
        <pc:spChg chg="add mod">
          <ac:chgData name="Shi, Junxiao (IntlAssoc)" userId="7b18982b-a381-4012-ade8-57e78b6d17d5" providerId="ADAL" clId="{E246A1DB-D747-464B-84D5-E59AA0424974}" dt="2023-02-22T19:54:19.739" v="7188" actId="164"/>
          <ac:spMkLst>
            <pc:docMk/>
            <pc:sldMk cId="917801545" sldId="258"/>
            <ac:spMk id="10" creationId="{81C0619A-0F13-55E3-2B6D-FAEE73990A7A}"/>
          </ac:spMkLst>
        </pc:spChg>
        <pc:spChg chg="add mod">
          <ac:chgData name="Shi, Junxiao (IntlAssoc)" userId="7b18982b-a381-4012-ade8-57e78b6d17d5" providerId="ADAL" clId="{E246A1DB-D747-464B-84D5-E59AA0424974}" dt="2023-02-22T19:54:19.739" v="7188" actId="164"/>
          <ac:spMkLst>
            <pc:docMk/>
            <pc:sldMk cId="917801545" sldId="258"/>
            <ac:spMk id="11" creationId="{13683DDD-A761-52FD-B9B4-91EEBA08ACE3}"/>
          </ac:spMkLst>
        </pc:spChg>
        <pc:spChg chg="add mod">
          <ac:chgData name="Shi, Junxiao (IntlAssoc)" userId="7b18982b-a381-4012-ade8-57e78b6d17d5" providerId="ADAL" clId="{E246A1DB-D747-464B-84D5-E59AA0424974}" dt="2023-02-22T19:54:19.739" v="7188" actId="164"/>
          <ac:spMkLst>
            <pc:docMk/>
            <pc:sldMk cId="917801545" sldId="258"/>
            <ac:spMk id="12" creationId="{0575316C-C302-258F-A0D3-290A21BA64B2}"/>
          </ac:spMkLst>
        </pc:spChg>
        <pc:spChg chg="add mod">
          <ac:chgData name="Shi, Junxiao (IntlAssoc)" userId="7b18982b-a381-4012-ade8-57e78b6d17d5" providerId="ADAL" clId="{E246A1DB-D747-464B-84D5-E59AA0424974}" dt="2023-02-22T19:54:19.739" v="7188" actId="164"/>
          <ac:spMkLst>
            <pc:docMk/>
            <pc:sldMk cId="917801545" sldId="258"/>
            <ac:spMk id="13" creationId="{CBD15B6C-3840-CDF2-71AE-A097A1870C91}"/>
          </ac:spMkLst>
        </pc:spChg>
        <pc:spChg chg="add del mod">
          <ac:chgData name="Shi, Junxiao (IntlAssoc)" userId="7b18982b-a381-4012-ade8-57e78b6d17d5" providerId="ADAL" clId="{E246A1DB-D747-464B-84D5-E59AA0424974}" dt="2023-02-28T18:54:48.585" v="12715" actId="478"/>
          <ac:spMkLst>
            <pc:docMk/>
            <pc:sldMk cId="917801545" sldId="258"/>
            <ac:spMk id="14" creationId="{A323FBDB-C98D-F72C-7B45-9FD66AE51ED4}"/>
          </ac:spMkLst>
        </pc:spChg>
        <pc:spChg chg="add del mod">
          <ac:chgData name="Shi, Junxiao (IntlAssoc)" userId="7b18982b-a381-4012-ade8-57e78b6d17d5" providerId="ADAL" clId="{E246A1DB-D747-464B-84D5-E59AA0424974}" dt="2023-02-28T18:54:48.585" v="12715" actId="478"/>
          <ac:spMkLst>
            <pc:docMk/>
            <pc:sldMk cId="917801545" sldId="258"/>
            <ac:spMk id="15" creationId="{14CB9096-E468-9430-563B-5A9CF88175B1}"/>
          </ac:spMkLst>
        </pc:spChg>
        <pc:spChg chg="add del mod">
          <ac:chgData name="Shi, Junxiao (IntlAssoc)" userId="7b18982b-a381-4012-ade8-57e78b6d17d5" providerId="ADAL" clId="{E246A1DB-D747-464B-84D5-E59AA0424974}" dt="2023-02-28T18:54:48.585" v="12715" actId="478"/>
          <ac:spMkLst>
            <pc:docMk/>
            <pc:sldMk cId="917801545" sldId="258"/>
            <ac:spMk id="20" creationId="{0AAB73F8-5E9D-38F1-A9CE-92AF09B76D10}"/>
          </ac:spMkLst>
        </pc:spChg>
        <pc:spChg chg="add del mod">
          <ac:chgData name="Shi, Junxiao (IntlAssoc)" userId="7b18982b-a381-4012-ade8-57e78b6d17d5" providerId="ADAL" clId="{E246A1DB-D747-464B-84D5-E59AA0424974}" dt="2023-02-28T18:54:52.297" v="12716" actId="478"/>
          <ac:spMkLst>
            <pc:docMk/>
            <pc:sldMk cId="917801545" sldId="258"/>
            <ac:spMk id="22" creationId="{1088901E-D0A6-DB73-A603-E84E94E636AC}"/>
          </ac:spMkLst>
        </pc:spChg>
        <pc:spChg chg="add mod">
          <ac:chgData name="Shi, Junxiao (IntlAssoc)" userId="7b18982b-a381-4012-ade8-57e78b6d17d5" providerId="ADAL" clId="{E246A1DB-D747-464B-84D5-E59AA0424974}" dt="2023-02-28T17:29:12.961" v="12415" actId="1076"/>
          <ac:spMkLst>
            <pc:docMk/>
            <pc:sldMk cId="917801545" sldId="258"/>
            <ac:spMk id="26" creationId="{C6A79110-2C8D-884D-C541-7F1BAAAC4419}"/>
          </ac:spMkLst>
        </pc:spChg>
        <pc:spChg chg="add mod ord">
          <ac:chgData name="Shi, Junxiao (IntlAssoc)" userId="7b18982b-a381-4012-ade8-57e78b6d17d5" providerId="ADAL" clId="{E246A1DB-D747-464B-84D5-E59AA0424974}" dt="2023-02-22T15:33:18.028" v="1381" actId="1076"/>
          <ac:spMkLst>
            <pc:docMk/>
            <pc:sldMk cId="917801545" sldId="258"/>
            <ac:spMk id="30" creationId="{37ABF6F5-F126-9863-6DCC-EF611ADAA848}"/>
          </ac:spMkLst>
        </pc:spChg>
        <pc:spChg chg="add mod ord">
          <ac:chgData name="Shi, Junxiao (IntlAssoc)" userId="7b18982b-a381-4012-ade8-57e78b6d17d5" providerId="ADAL" clId="{E246A1DB-D747-464B-84D5-E59AA0424974}" dt="2023-02-22T15:33:18.028" v="1381" actId="1076"/>
          <ac:spMkLst>
            <pc:docMk/>
            <pc:sldMk cId="917801545" sldId="258"/>
            <ac:spMk id="31" creationId="{6516311F-F458-E229-0AFA-AEFF2B6CFC9C}"/>
          </ac:spMkLst>
        </pc:spChg>
        <pc:spChg chg="add del mod ord">
          <ac:chgData name="Shi, Junxiao (IntlAssoc)" userId="7b18982b-a381-4012-ade8-57e78b6d17d5" providerId="ADAL" clId="{E246A1DB-D747-464B-84D5-E59AA0424974}" dt="2023-02-22T20:55:15.967" v="8254" actId="478"/>
          <ac:spMkLst>
            <pc:docMk/>
            <pc:sldMk cId="917801545" sldId="258"/>
            <ac:spMk id="32" creationId="{61B1534E-F1B1-8FB1-3871-40E924FF4C75}"/>
          </ac:spMkLst>
        </pc:spChg>
        <pc:spChg chg="add del mod ord">
          <ac:chgData name="Shi, Junxiao (IntlAssoc)" userId="7b18982b-a381-4012-ade8-57e78b6d17d5" providerId="ADAL" clId="{E246A1DB-D747-464B-84D5-E59AA0424974}" dt="2023-02-22T20:55:15.967" v="8254" actId="478"/>
          <ac:spMkLst>
            <pc:docMk/>
            <pc:sldMk cId="917801545" sldId="258"/>
            <ac:spMk id="33" creationId="{3A8DB6DF-FAC3-E766-FA98-7CAE36346A95}"/>
          </ac:spMkLst>
        </pc:spChg>
        <pc:spChg chg="add mod">
          <ac:chgData name="Shi, Junxiao (IntlAssoc)" userId="7b18982b-a381-4012-ade8-57e78b6d17d5" providerId="ADAL" clId="{E246A1DB-D747-464B-84D5-E59AA0424974}" dt="2023-02-22T15:18:32.198" v="706" actId="11530"/>
          <ac:spMkLst>
            <pc:docMk/>
            <pc:sldMk cId="917801545" sldId="258"/>
            <ac:spMk id="54" creationId="{8BED2060-F64B-9189-43C2-E0E8D3F5228F}"/>
          </ac:spMkLst>
        </pc:spChg>
        <pc:spChg chg="add del mod">
          <ac:chgData name="Shi, Junxiao (IntlAssoc)" userId="7b18982b-a381-4012-ade8-57e78b6d17d5" providerId="ADAL" clId="{E246A1DB-D747-464B-84D5-E59AA0424974}" dt="2023-02-22T15:13:13.815" v="649" actId="478"/>
          <ac:spMkLst>
            <pc:docMk/>
            <pc:sldMk cId="917801545" sldId="258"/>
            <ac:spMk id="55" creationId="{BACDE3F7-7310-D817-892E-55171FBA808F}"/>
          </ac:spMkLst>
        </pc:spChg>
        <pc:spChg chg="add del mod">
          <ac:chgData name="Shi, Junxiao (IntlAssoc)" userId="7b18982b-a381-4012-ade8-57e78b6d17d5" providerId="ADAL" clId="{E246A1DB-D747-464B-84D5-E59AA0424974}" dt="2023-02-22T15:10:55.612" v="629" actId="478"/>
          <ac:spMkLst>
            <pc:docMk/>
            <pc:sldMk cId="917801545" sldId="258"/>
            <ac:spMk id="56" creationId="{E40C990A-033B-83C8-7849-77A9F501A615}"/>
          </ac:spMkLst>
        </pc:spChg>
        <pc:spChg chg="add del">
          <ac:chgData name="Shi, Junxiao (IntlAssoc)" userId="7b18982b-a381-4012-ade8-57e78b6d17d5" providerId="ADAL" clId="{E246A1DB-D747-464B-84D5-E59AA0424974}" dt="2023-02-22T15:11:10.768" v="631" actId="478"/>
          <ac:spMkLst>
            <pc:docMk/>
            <pc:sldMk cId="917801545" sldId="258"/>
            <ac:spMk id="57" creationId="{9335A46C-BD51-DE50-A7AF-A87474E65B32}"/>
          </ac:spMkLst>
        </pc:spChg>
        <pc:spChg chg="mod">
          <ac:chgData name="Shi, Junxiao (IntlAssoc)" userId="7b18982b-a381-4012-ade8-57e78b6d17d5" providerId="ADAL" clId="{E246A1DB-D747-464B-84D5-E59AA0424974}" dt="2023-02-22T15:11:48.097" v="632"/>
          <ac:spMkLst>
            <pc:docMk/>
            <pc:sldMk cId="917801545" sldId="258"/>
            <ac:spMk id="60" creationId="{6E742A6A-1837-8D88-E7A7-B51B400742DC}"/>
          </ac:spMkLst>
        </pc:spChg>
        <pc:spChg chg="mod">
          <ac:chgData name="Shi, Junxiao (IntlAssoc)" userId="7b18982b-a381-4012-ade8-57e78b6d17d5" providerId="ADAL" clId="{E246A1DB-D747-464B-84D5-E59AA0424974}" dt="2023-02-22T15:11:48.097" v="632"/>
          <ac:spMkLst>
            <pc:docMk/>
            <pc:sldMk cId="917801545" sldId="258"/>
            <ac:spMk id="61" creationId="{ED046DC7-D4B2-2133-2893-A49E791F08EB}"/>
          </ac:spMkLst>
        </pc:spChg>
        <pc:spChg chg="mod">
          <ac:chgData name="Shi, Junxiao (IntlAssoc)" userId="7b18982b-a381-4012-ade8-57e78b6d17d5" providerId="ADAL" clId="{E246A1DB-D747-464B-84D5-E59AA0424974}" dt="2023-02-22T15:11:48.097" v="632"/>
          <ac:spMkLst>
            <pc:docMk/>
            <pc:sldMk cId="917801545" sldId="258"/>
            <ac:spMk id="64" creationId="{820D4A4B-2747-F5D8-39AD-568D665515EC}"/>
          </ac:spMkLst>
        </pc:spChg>
        <pc:spChg chg="mod">
          <ac:chgData name="Shi, Junxiao (IntlAssoc)" userId="7b18982b-a381-4012-ade8-57e78b6d17d5" providerId="ADAL" clId="{E246A1DB-D747-464B-84D5-E59AA0424974}" dt="2023-02-22T15:11:48.097" v="632"/>
          <ac:spMkLst>
            <pc:docMk/>
            <pc:sldMk cId="917801545" sldId="258"/>
            <ac:spMk id="66" creationId="{D68558DF-4D35-3FE2-337E-939A9B431224}"/>
          </ac:spMkLst>
        </pc:spChg>
        <pc:spChg chg="mod">
          <ac:chgData name="Shi, Junxiao (IntlAssoc)" userId="7b18982b-a381-4012-ade8-57e78b6d17d5" providerId="ADAL" clId="{E246A1DB-D747-464B-84D5-E59AA0424974}" dt="2023-02-22T15:11:48.097" v="632"/>
          <ac:spMkLst>
            <pc:docMk/>
            <pc:sldMk cId="917801545" sldId="258"/>
            <ac:spMk id="68" creationId="{83318ABB-450E-9CEC-BF29-2A199C643BA0}"/>
          </ac:spMkLst>
        </pc:spChg>
        <pc:spChg chg="mod">
          <ac:chgData name="Shi, Junxiao (IntlAssoc)" userId="7b18982b-a381-4012-ade8-57e78b6d17d5" providerId="ADAL" clId="{E246A1DB-D747-464B-84D5-E59AA0424974}" dt="2023-02-22T15:11:48.097" v="632"/>
          <ac:spMkLst>
            <pc:docMk/>
            <pc:sldMk cId="917801545" sldId="258"/>
            <ac:spMk id="71" creationId="{BB956698-08DC-1DBC-4E56-BBA775C871EC}"/>
          </ac:spMkLst>
        </pc:spChg>
        <pc:spChg chg="mod">
          <ac:chgData name="Shi, Junxiao (IntlAssoc)" userId="7b18982b-a381-4012-ade8-57e78b6d17d5" providerId="ADAL" clId="{E246A1DB-D747-464B-84D5-E59AA0424974}" dt="2023-02-22T15:11:48.097" v="632"/>
          <ac:spMkLst>
            <pc:docMk/>
            <pc:sldMk cId="917801545" sldId="258"/>
            <ac:spMk id="73" creationId="{893DABE3-EC52-95F1-9F8F-A529985DCAB0}"/>
          </ac:spMkLst>
        </pc:spChg>
        <pc:spChg chg="mod">
          <ac:chgData name="Shi, Junxiao (IntlAssoc)" userId="7b18982b-a381-4012-ade8-57e78b6d17d5" providerId="ADAL" clId="{E246A1DB-D747-464B-84D5-E59AA0424974}" dt="2023-02-22T15:11:48.097" v="632"/>
          <ac:spMkLst>
            <pc:docMk/>
            <pc:sldMk cId="917801545" sldId="258"/>
            <ac:spMk id="74" creationId="{95DAE665-197C-7925-F0F8-197DC24039B2}"/>
          </ac:spMkLst>
        </pc:spChg>
        <pc:spChg chg="mod">
          <ac:chgData name="Shi, Junxiao (IntlAssoc)" userId="7b18982b-a381-4012-ade8-57e78b6d17d5" providerId="ADAL" clId="{E246A1DB-D747-464B-84D5-E59AA0424974}" dt="2023-02-22T15:11:48.097" v="632"/>
          <ac:spMkLst>
            <pc:docMk/>
            <pc:sldMk cId="917801545" sldId="258"/>
            <ac:spMk id="75" creationId="{E6241750-38F7-8B12-B8D1-C4DE8F815A32}"/>
          </ac:spMkLst>
        </pc:spChg>
        <pc:spChg chg="mod">
          <ac:chgData name="Shi, Junxiao (IntlAssoc)" userId="7b18982b-a381-4012-ade8-57e78b6d17d5" providerId="ADAL" clId="{E246A1DB-D747-464B-84D5-E59AA0424974}" dt="2023-02-22T15:11:48.097" v="632"/>
          <ac:spMkLst>
            <pc:docMk/>
            <pc:sldMk cId="917801545" sldId="258"/>
            <ac:spMk id="76" creationId="{E2F4EAF6-5D62-53F8-756E-09473F8825B5}"/>
          </ac:spMkLst>
        </pc:spChg>
        <pc:spChg chg="mod">
          <ac:chgData name="Shi, Junxiao (IntlAssoc)" userId="7b18982b-a381-4012-ade8-57e78b6d17d5" providerId="ADAL" clId="{E246A1DB-D747-464B-84D5-E59AA0424974}" dt="2023-02-22T15:11:48.097" v="632"/>
          <ac:spMkLst>
            <pc:docMk/>
            <pc:sldMk cId="917801545" sldId="258"/>
            <ac:spMk id="77" creationId="{F0280C5E-10C4-CFE5-E2A9-C6DD331AFD9D}"/>
          </ac:spMkLst>
        </pc:spChg>
        <pc:spChg chg="mod">
          <ac:chgData name="Shi, Junxiao (IntlAssoc)" userId="7b18982b-a381-4012-ade8-57e78b6d17d5" providerId="ADAL" clId="{E246A1DB-D747-464B-84D5-E59AA0424974}" dt="2023-02-22T15:11:48.097" v="632"/>
          <ac:spMkLst>
            <pc:docMk/>
            <pc:sldMk cId="917801545" sldId="258"/>
            <ac:spMk id="78" creationId="{189F5ACA-BADB-17A5-6318-0A6BD99563A8}"/>
          </ac:spMkLst>
        </pc:spChg>
        <pc:spChg chg="mod">
          <ac:chgData name="Shi, Junxiao (IntlAssoc)" userId="7b18982b-a381-4012-ade8-57e78b6d17d5" providerId="ADAL" clId="{E246A1DB-D747-464B-84D5-E59AA0424974}" dt="2023-02-22T15:11:48.097" v="632"/>
          <ac:spMkLst>
            <pc:docMk/>
            <pc:sldMk cId="917801545" sldId="258"/>
            <ac:spMk id="79" creationId="{CD06B7B0-DB64-1AAA-E1F1-68C91DA23109}"/>
          </ac:spMkLst>
        </pc:spChg>
        <pc:spChg chg="mod">
          <ac:chgData name="Shi, Junxiao (IntlAssoc)" userId="7b18982b-a381-4012-ade8-57e78b6d17d5" providerId="ADAL" clId="{E246A1DB-D747-464B-84D5-E59AA0424974}" dt="2023-02-22T15:11:48.097" v="632"/>
          <ac:spMkLst>
            <pc:docMk/>
            <pc:sldMk cId="917801545" sldId="258"/>
            <ac:spMk id="80" creationId="{F932948B-90CD-6383-9911-56DE90A0196F}"/>
          </ac:spMkLst>
        </pc:spChg>
        <pc:spChg chg="mod">
          <ac:chgData name="Shi, Junxiao (IntlAssoc)" userId="7b18982b-a381-4012-ade8-57e78b6d17d5" providerId="ADAL" clId="{E246A1DB-D747-464B-84D5-E59AA0424974}" dt="2023-02-22T15:11:48.097" v="632"/>
          <ac:spMkLst>
            <pc:docMk/>
            <pc:sldMk cId="917801545" sldId="258"/>
            <ac:spMk id="81" creationId="{4A298B12-F7EE-1B56-ED45-E889B527C3B7}"/>
          </ac:spMkLst>
        </pc:spChg>
        <pc:spChg chg="mod">
          <ac:chgData name="Shi, Junxiao (IntlAssoc)" userId="7b18982b-a381-4012-ade8-57e78b6d17d5" providerId="ADAL" clId="{E246A1DB-D747-464B-84D5-E59AA0424974}" dt="2023-02-22T15:11:48.097" v="632"/>
          <ac:spMkLst>
            <pc:docMk/>
            <pc:sldMk cId="917801545" sldId="258"/>
            <ac:spMk id="82" creationId="{E7EDE39B-8CAA-521F-80A3-0D30ED1534FB}"/>
          </ac:spMkLst>
        </pc:spChg>
        <pc:spChg chg="mod">
          <ac:chgData name="Shi, Junxiao (IntlAssoc)" userId="7b18982b-a381-4012-ade8-57e78b6d17d5" providerId="ADAL" clId="{E246A1DB-D747-464B-84D5-E59AA0424974}" dt="2023-02-22T15:11:48.097" v="632"/>
          <ac:spMkLst>
            <pc:docMk/>
            <pc:sldMk cId="917801545" sldId="258"/>
            <ac:spMk id="83" creationId="{C782CFB0-77F8-2248-6B64-A3C72A157953}"/>
          </ac:spMkLst>
        </pc:spChg>
        <pc:spChg chg="mod">
          <ac:chgData name="Shi, Junxiao (IntlAssoc)" userId="7b18982b-a381-4012-ade8-57e78b6d17d5" providerId="ADAL" clId="{E246A1DB-D747-464B-84D5-E59AA0424974}" dt="2023-02-22T15:11:48.097" v="632"/>
          <ac:spMkLst>
            <pc:docMk/>
            <pc:sldMk cId="917801545" sldId="258"/>
            <ac:spMk id="84" creationId="{56EAA3C1-C5CB-AE62-480F-6A8F386F9B75}"/>
          </ac:spMkLst>
        </pc:spChg>
        <pc:spChg chg="mod">
          <ac:chgData name="Shi, Junxiao (IntlAssoc)" userId="7b18982b-a381-4012-ade8-57e78b6d17d5" providerId="ADAL" clId="{E246A1DB-D747-464B-84D5-E59AA0424974}" dt="2023-02-22T15:11:48.097" v="632"/>
          <ac:spMkLst>
            <pc:docMk/>
            <pc:sldMk cId="917801545" sldId="258"/>
            <ac:spMk id="85" creationId="{622A75A9-6F3B-C642-76FF-568FBA0A7F61}"/>
          </ac:spMkLst>
        </pc:spChg>
        <pc:spChg chg="mod">
          <ac:chgData name="Shi, Junxiao (IntlAssoc)" userId="7b18982b-a381-4012-ade8-57e78b6d17d5" providerId="ADAL" clId="{E246A1DB-D747-464B-84D5-E59AA0424974}" dt="2023-02-22T15:11:48.097" v="632"/>
          <ac:spMkLst>
            <pc:docMk/>
            <pc:sldMk cId="917801545" sldId="258"/>
            <ac:spMk id="86" creationId="{785D63D6-3BEC-9BAC-E15A-68836E90FA61}"/>
          </ac:spMkLst>
        </pc:spChg>
        <pc:spChg chg="mod">
          <ac:chgData name="Shi, Junxiao (IntlAssoc)" userId="7b18982b-a381-4012-ade8-57e78b6d17d5" providerId="ADAL" clId="{E246A1DB-D747-464B-84D5-E59AA0424974}" dt="2023-02-22T15:11:48.097" v="632"/>
          <ac:spMkLst>
            <pc:docMk/>
            <pc:sldMk cId="917801545" sldId="258"/>
            <ac:spMk id="87" creationId="{6EA7C37E-BEEF-5C26-2EB5-BB49AF2BFA2F}"/>
          </ac:spMkLst>
        </pc:spChg>
        <pc:spChg chg="mod">
          <ac:chgData name="Shi, Junxiao (IntlAssoc)" userId="7b18982b-a381-4012-ade8-57e78b6d17d5" providerId="ADAL" clId="{E246A1DB-D747-464B-84D5-E59AA0424974}" dt="2023-02-22T15:11:48.097" v="632"/>
          <ac:spMkLst>
            <pc:docMk/>
            <pc:sldMk cId="917801545" sldId="258"/>
            <ac:spMk id="88" creationId="{BDBCB6C3-A5CB-0462-4CCC-9D473F7DBEC9}"/>
          </ac:spMkLst>
        </pc:spChg>
        <pc:spChg chg="mod">
          <ac:chgData name="Shi, Junxiao (IntlAssoc)" userId="7b18982b-a381-4012-ade8-57e78b6d17d5" providerId="ADAL" clId="{E246A1DB-D747-464B-84D5-E59AA0424974}" dt="2023-02-22T15:16:10.767" v="693" actId="208"/>
          <ac:spMkLst>
            <pc:docMk/>
            <pc:sldMk cId="917801545" sldId="258"/>
            <ac:spMk id="91" creationId="{0FFDF26A-FC58-0BEC-C91A-39D624CC58C1}"/>
          </ac:spMkLst>
        </pc:spChg>
        <pc:spChg chg="mod">
          <ac:chgData name="Shi, Junxiao (IntlAssoc)" userId="7b18982b-a381-4012-ade8-57e78b6d17d5" providerId="ADAL" clId="{E246A1DB-D747-464B-84D5-E59AA0424974}" dt="2023-02-22T15:16:10.767" v="693" actId="208"/>
          <ac:spMkLst>
            <pc:docMk/>
            <pc:sldMk cId="917801545" sldId="258"/>
            <ac:spMk id="92" creationId="{B1757A9F-F65D-8593-6BBA-23B0CD671538}"/>
          </ac:spMkLst>
        </pc:spChg>
        <pc:spChg chg="mod">
          <ac:chgData name="Shi, Junxiao (IntlAssoc)" userId="7b18982b-a381-4012-ade8-57e78b6d17d5" providerId="ADAL" clId="{E246A1DB-D747-464B-84D5-E59AA0424974}" dt="2023-02-22T15:16:10.767" v="693" actId="208"/>
          <ac:spMkLst>
            <pc:docMk/>
            <pc:sldMk cId="917801545" sldId="258"/>
            <ac:spMk id="93" creationId="{2FE0191A-A95A-8784-E91D-E138ED7CBFCC}"/>
          </ac:spMkLst>
        </pc:spChg>
        <pc:spChg chg="mod">
          <ac:chgData name="Shi, Junxiao (IntlAssoc)" userId="7b18982b-a381-4012-ade8-57e78b6d17d5" providerId="ADAL" clId="{E246A1DB-D747-464B-84D5-E59AA0424974}" dt="2023-02-22T15:16:10.767" v="693" actId="208"/>
          <ac:spMkLst>
            <pc:docMk/>
            <pc:sldMk cId="917801545" sldId="258"/>
            <ac:spMk id="94" creationId="{9F7720C3-C811-7BCE-830E-F58F71D15EEC}"/>
          </ac:spMkLst>
        </pc:spChg>
        <pc:spChg chg="mod">
          <ac:chgData name="Shi, Junxiao (IntlAssoc)" userId="7b18982b-a381-4012-ade8-57e78b6d17d5" providerId="ADAL" clId="{E246A1DB-D747-464B-84D5-E59AA0424974}" dt="2023-02-22T15:16:10.767" v="693" actId="208"/>
          <ac:spMkLst>
            <pc:docMk/>
            <pc:sldMk cId="917801545" sldId="258"/>
            <ac:spMk id="95" creationId="{4406AF6F-6F7B-318A-7389-384531E05B70}"/>
          </ac:spMkLst>
        </pc:spChg>
        <pc:spChg chg="add del mod">
          <ac:chgData name="Shi, Junxiao (IntlAssoc)" userId="7b18982b-a381-4012-ade8-57e78b6d17d5" providerId="ADAL" clId="{E246A1DB-D747-464B-84D5-E59AA0424974}" dt="2023-02-22T15:13:21.637" v="651"/>
          <ac:spMkLst>
            <pc:docMk/>
            <pc:sldMk cId="917801545" sldId="258"/>
            <ac:spMk id="101" creationId="{247FD9FB-E759-8714-B77C-2642F9BA99FC}"/>
          </ac:spMkLst>
        </pc:spChg>
        <pc:spChg chg="mod">
          <ac:chgData name="Shi, Junxiao (IntlAssoc)" userId="7b18982b-a381-4012-ade8-57e78b6d17d5" providerId="ADAL" clId="{E246A1DB-D747-464B-84D5-E59AA0424974}" dt="2023-02-22T15:13:35.556" v="656"/>
          <ac:spMkLst>
            <pc:docMk/>
            <pc:sldMk cId="917801545" sldId="258"/>
            <ac:spMk id="103" creationId="{004AA9EE-8918-CB0D-75B3-69FABD5A7783}"/>
          </ac:spMkLst>
        </pc:spChg>
        <pc:spChg chg="mod">
          <ac:chgData name="Shi, Junxiao (IntlAssoc)" userId="7b18982b-a381-4012-ade8-57e78b6d17d5" providerId="ADAL" clId="{E246A1DB-D747-464B-84D5-E59AA0424974}" dt="2023-02-22T15:13:42.972" v="659" actId="20577"/>
          <ac:spMkLst>
            <pc:docMk/>
            <pc:sldMk cId="917801545" sldId="258"/>
            <ac:spMk id="104" creationId="{AB16B8AE-AF6F-C8C6-C950-1199BBC24E03}"/>
          </ac:spMkLst>
        </pc:spChg>
        <pc:spChg chg="mod">
          <ac:chgData name="Shi, Junxiao (IntlAssoc)" userId="7b18982b-a381-4012-ade8-57e78b6d17d5" providerId="ADAL" clId="{E246A1DB-D747-464B-84D5-E59AA0424974}" dt="2023-02-22T15:13:35.556" v="656"/>
          <ac:spMkLst>
            <pc:docMk/>
            <pc:sldMk cId="917801545" sldId="258"/>
            <ac:spMk id="105" creationId="{454BBF0E-6BEB-13C2-4CAE-6612775BFADB}"/>
          </ac:spMkLst>
        </pc:spChg>
        <pc:spChg chg="add mod">
          <ac:chgData name="Shi, Junxiao (IntlAssoc)" userId="7b18982b-a381-4012-ade8-57e78b6d17d5" providerId="ADAL" clId="{E246A1DB-D747-464B-84D5-E59AA0424974}" dt="2023-02-22T15:36:34.831" v="1468" actId="1076"/>
          <ac:spMkLst>
            <pc:docMk/>
            <pc:sldMk cId="917801545" sldId="258"/>
            <ac:spMk id="118" creationId="{2BEB7539-9651-5470-B75A-37AFCAEE28EE}"/>
          </ac:spMkLst>
        </pc:spChg>
        <pc:spChg chg="add mod">
          <ac:chgData name="Shi, Junxiao (IntlAssoc)" userId="7b18982b-a381-4012-ade8-57e78b6d17d5" providerId="ADAL" clId="{E246A1DB-D747-464B-84D5-E59AA0424974}" dt="2023-02-22T15:33:02.206" v="1379" actId="1076"/>
          <ac:spMkLst>
            <pc:docMk/>
            <pc:sldMk cId="917801545" sldId="258"/>
            <ac:spMk id="129" creationId="{EE5796A8-6459-3A09-758F-C98E247AA8DC}"/>
          </ac:spMkLst>
        </pc:spChg>
        <pc:spChg chg="add mod">
          <ac:chgData name="Shi, Junxiao (IntlAssoc)" userId="7b18982b-a381-4012-ade8-57e78b6d17d5" providerId="ADAL" clId="{E246A1DB-D747-464B-84D5-E59AA0424974}" dt="2023-02-27T16:52:40.769" v="10385" actId="20577"/>
          <ac:spMkLst>
            <pc:docMk/>
            <pc:sldMk cId="917801545" sldId="258"/>
            <ac:spMk id="130" creationId="{259C1ACF-9E50-55B0-E7EB-7854A0C7DD26}"/>
          </ac:spMkLst>
        </pc:spChg>
        <pc:spChg chg="add mod">
          <ac:chgData name="Shi, Junxiao (IntlAssoc)" userId="7b18982b-a381-4012-ade8-57e78b6d17d5" providerId="ADAL" clId="{E246A1DB-D747-464B-84D5-E59AA0424974}" dt="2023-02-27T16:55:08.335" v="10430" actId="20577"/>
          <ac:spMkLst>
            <pc:docMk/>
            <pc:sldMk cId="917801545" sldId="258"/>
            <ac:spMk id="131" creationId="{49D2A3A1-BBC8-A182-A3BE-4C4AF5663E63}"/>
          </ac:spMkLst>
        </pc:spChg>
        <pc:spChg chg="add mod">
          <ac:chgData name="Shi, Junxiao (IntlAssoc)" userId="7b18982b-a381-4012-ade8-57e78b6d17d5" providerId="ADAL" clId="{E246A1DB-D747-464B-84D5-E59AA0424974}" dt="2023-02-28T17:18:09.764" v="12324" actId="1076"/>
          <ac:spMkLst>
            <pc:docMk/>
            <pc:sldMk cId="917801545" sldId="258"/>
            <ac:spMk id="133" creationId="{F68529E3-F379-C4A3-015A-9225BA592766}"/>
          </ac:spMkLst>
        </pc:spChg>
        <pc:spChg chg="add del mod">
          <ac:chgData name="Shi, Junxiao (IntlAssoc)" userId="7b18982b-a381-4012-ade8-57e78b6d17d5" providerId="ADAL" clId="{E246A1DB-D747-464B-84D5-E59AA0424974}" dt="2023-02-22T15:30:41.924" v="1282" actId="478"/>
          <ac:spMkLst>
            <pc:docMk/>
            <pc:sldMk cId="917801545" sldId="258"/>
            <ac:spMk id="135" creationId="{46E655C8-A52A-D393-0C0A-AAA25C580676}"/>
          </ac:spMkLst>
        </pc:spChg>
        <pc:spChg chg="add del mod">
          <ac:chgData name="Shi, Junxiao (IntlAssoc)" userId="7b18982b-a381-4012-ade8-57e78b6d17d5" providerId="ADAL" clId="{E246A1DB-D747-464B-84D5-E59AA0424974}" dt="2023-02-27T16:35:35.270" v="10178" actId="478"/>
          <ac:spMkLst>
            <pc:docMk/>
            <pc:sldMk cId="917801545" sldId="258"/>
            <ac:spMk id="136" creationId="{D64FA513-58FC-B0AC-9D4D-D29512465053}"/>
          </ac:spMkLst>
        </pc:spChg>
        <pc:spChg chg="add del mod">
          <ac:chgData name="Shi, Junxiao (IntlAssoc)" userId="7b18982b-a381-4012-ade8-57e78b6d17d5" providerId="ADAL" clId="{E246A1DB-D747-464B-84D5-E59AA0424974}" dt="2023-02-22T15:34:29.730" v="1461" actId="478"/>
          <ac:spMkLst>
            <pc:docMk/>
            <pc:sldMk cId="917801545" sldId="258"/>
            <ac:spMk id="140" creationId="{9F8971B6-DFD7-45B6-D419-7A6516FF4A99}"/>
          </ac:spMkLst>
        </pc:spChg>
        <pc:spChg chg="add del mod">
          <ac:chgData name="Shi, Junxiao (IntlAssoc)" userId="7b18982b-a381-4012-ade8-57e78b6d17d5" providerId="ADAL" clId="{E246A1DB-D747-464B-84D5-E59AA0424974}" dt="2023-02-27T16:35:38.318" v="10179" actId="478"/>
          <ac:spMkLst>
            <pc:docMk/>
            <pc:sldMk cId="917801545" sldId="258"/>
            <ac:spMk id="145" creationId="{3335E6B8-FB26-DD62-E7E9-4D81B56D1370}"/>
          </ac:spMkLst>
        </pc:spChg>
        <pc:grpChg chg="add del mod">
          <ac:chgData name="Shi, Junxiao (IntlAssoc)" userId="7b18982b-a381-4012-ade8-57e78b6d17d5" providerId="ADAL" clId="{E246A1DB-D747-464B-84D5-E59AA0424974}" dt="2023-02-22T15:11:51.754" v="633"/>
          <ac:grpSpMkLst>
            <pc:docMk/>
            <pc:sldMk cId="917801545" sldId="258"/>
            <ac:grpSpMk id="58" creationId="{5F8F4050-30A4-C09C-FD19-6553CFEF08FE}"/>
          </ac:grpSpMkLst>
        </pc:grpChg>
        <pc:grpChg chg="mod">
          <ac:chgData name="Shi, Junxiao (IntlAssoc)" userId="7b18982b-a381-4012-ade8-57e78b6d17d5" providerId="ADAL" clId="{E246A1DB-D747-464B-84D5-E59AA0424974}" dt="2023-02-22T15:11:48.097" v="632"/>
          <ac:grpSpMkLst>
            <pc:docMk/>
            <pc:sldMk cId="917801545" sldId="258"/>
            <ac:grpSpMk id="59" creationId="{07BE3097-F5D9-2B71-C1CF-4E4B0DDDB813}"/>
          </ac:grpSpMkLst>
        </pc:grpChg>
        <pc:grpChg chg="mod">
          <ac:chgData name="Shi, Junxiao (IntlAssoc)" userId="7b18982b-a381-4012-ade8-57e78b6d17d5" providerId="ADAL" clId="{E246A1DB-D747-464B-84D5-E59AA0424974}" dt="2023-02-22T15:11:48.097" v="632"/>
          <ac:grpSpMkLst>
            <pc:docMk/>
            <pc:sldMk cId="917801545" sldId="258"/>
            <ac:grpSpMk id="69" creationId="{6E7B8F47-E964-FC5F-13FC-29951871D792}"/>
          </ac:grpSpMkLst>
        </pc:grpChg>
        <pc:grpChg chg="mod">
          <ac:chgData name="Shi, Junxiao (IntlAssoc)" userId="7b18982b-a381-4012-ade8-57e78b6d17d5" providerId="ADAL" clId="{E246A1DB-D747-464B-84D5-E59AA0424974}" dt="2023-02-22T15:11:48.097" v="632"/>
          <ac:grpSpMkLst>
            <pc:docMk/>
            <pc:sldMk cId="917801545" sldId="258"/>
            <ac:grpSpMk id="70" creationId="{5EC8BB53-D9E5-928B-73E4-DB26F70F2A10}"/>
          </ac:grpSpMkLst>
        </pc:grpChg>
        <pc:grpChg chg="add mod">
          <ac:chgData name="Shi, Junxiao (IntlAssoc)" userId="7b18982b-a381-4012-ade8-57e78b6d17d5" providerId="ADAL" clId="{E246A1DB-D747-464B-84D5-E59AA0424974}" dt="2023-02-22T15:12:57.133" v="644" actId="164"/>
          <ac:grpSpMkLst>
            <pc:docMk/>
            <pc:sldMk cId="917801545" sldId="258"/>
            <ac:grpSpMk id="89" creationId="{AA26AD22-002B-7EBB-6310-10482E79627B}"/>
          </ac:grpSpMkLst>
        </pc:grpChg>
        <pc:grpChg chg="add mod">
          <ac:chgData name="Shi, Junxiao (IntlAssoc)" userId="7b18982b-a381-4012-ade8-57e78b6d17d5" providerId="ADAL" clId="{E246A1DB-D747-464B-84D5-E59AA0424974}" dt="2023-02-22T15:32:57.327" v="1378" actId="1076"/>
          <ac:grpSpMkLst>
            <pc:docMk/>
            <pc:sldMk cId="917801545" sldId="258"/>
            <ac:grpSpMk id="99" creationId="{FB8AAF6C-969D-439B-F087-B7E34A4CDCF8}"/>
          </ac:grpSpMkLst>
        </pc:grpChg>
        <pc:grpChg chg="add mod">
          <ac:chgData name="Shi, Junxiao (IntlAssoc)" userId="7b18982b-a381-4012-ade8-57e78b6d17d5" providerId="ADAL" clId="{E246A1DB-D747-464B-84D5-E59AA0424974}" dt="2023-02-22T15:16:40.622" v="699" actId="1076"/>
          <ac:grpSpMkLst>
            <pc:docMk/>
            <pc:sldMk cId="917801545" sldId="258"/>
            <ac:grpSpMk id="102" creationId="{E0308D67-9BB2-7B2B-1BC0-2F74A7F8FB93}"/>
          </ac:grpSpMkLst>
        </pc:grpChg>
        <pc:grpChg chg="add mod">
          <ac:chgData name="Shi, Junxiao (IntlAssoc)" userId="7b18982b-a381-4012-ade8-57e78b6d17d5" providerId="ADAL" clId="{E246A1DB-D747-464B-84D5-E59AA0424974}" dt="2023-02-27T16:55:00.088" v="10427" actId="1076"/>
          <ac:grpSpMkLst>
            <pc:docMk/>
            <pc:sldMk cId="917801545" sldId="258"/>
            <ac:grpSpMk id="144" creationId="{584D5B58-5DF3-170B-06EF-880F39A3B1DA}"/>
          </ac:grpSpMkLst>
        </pc:grpChg>
        <pc:cxnChg chg="add del mod">
          <ac:chgData name="Shi, Junxiao (IntlAssoc)" userId="7b18982b-a381-4012-ade8-57e78b6d17d5" providerId="ADAL" clId="{E246A1DB-D747-464B-84D5-E59AA0424974}" dt="2023-02-22T14:58:05.253" v="560" actId="478"/>
          <ac:cxnSpMkLst>
            <pc:docMk/>
            <pc:sldMk cId="917801545" sldId="258"/>
            <ac:cxnSpMk id="15" creationId="{B837CCC0-275C-F998-14B4-F40757DEBEA2}"/>
          </ac:cxnSpMkLst>
        </pc:cxnChg>
        <pc:cxnChg chg="add del mod">
          <ac:chgData name="Shi, Junxiao (IntlAssoc)" userId="7b18982b-a381-4012-ade8-57e78b6d17d5" providerId="ADAL" clId="{E246A1DB-D747-464B-84D5-E59AA0424974}" dt="2023-02-28T18:54:48.585" v="12715" actId="478"/>
          <ac:cxnSpMkLst>
            <pc:docMk/>
            <pc:sldMk cId="917801545" sldId="258"/>
            <ac:cxnSpMk id="17" creationId="{059F691C-2CA8-05DF-3821-D670698E348A}"/>
          </ac:cxnSpMkLst>
        </pc:cxnChg>
        <pc:cxnChg chg="add del mod">
          <ac:chgData name="Shi, Junxiao (IntlAssoc)" userId="7b18982b-a381-4012-ade8-57e78b6d17d5" providerId="ADAL" clId="{E246A1DB-D747-464B-84D5-E59AA0424974}" dt="2023-02-22T14:58:06.787" v="561" actId="478"/>
          <ac:cxnSpMkLst>
            <pc:docMk/>
            <pc:sldMk cId="917801545" sldId="258"/>
            <ac:cxnSpMk id="17" creationId="{6664C56F-4A79-BE68-2BA3-0F3C0946E297}"/>
          </ac:cxnSpMkLst>
        </pc:cxnChg>
        <pc:cxnChg chg="add del mod">
          <ac:chgData name="Shi, Junxiao (IntlAssoc)" userId="7b18982b-a381-4012-ade8-57e78b6d17d5" providerId="ADAL" clId="{E246A1DB-D747-464B-84D5-E59AA0424974}" dt="2023-02-28T18:54:48.585" v="12715" actId="478"/>
          <ac:cxnSpMkLst>
            <pc:docMk/>
            <pc:sldMk cId="917801545" sldId="258"/>
            <ac:cxnSpMk id="19" creationId="{0B1D738E-CD83-FD80-D641-ADEC0DA0F5A6}"/>
          </ac:cxnSpMkLst>
        </pc:cxnChg>
        <pc:cxnChg chg="add del mod">
          <ac:chgData name="Shi, Junxiao (IntlAssoc)" userId="7b18982b-a381-4012-ade8-57e78b6d17d5" providerId="ADAL" clId="{E246A1DB-D747-464B-84D5-E59AA0424974}" dt="2023-02-22T14:58:07.557" v="562" actId="478"/>
          <ac:cxnSpMkLst>
            <pc:docMk/>
            <pc:sldMk cId="917801545" sldId="258"/>
            <ac:cxnSpMk id="19" creationId="{FA2A79EB-24ED-10EF-625B-75FA3B1D76E0}"/>
          </ac:cxnSpMkLst>
        </pc:cxnChg>
        <pc:cxnChg chg="add mod">
          <ac:chgData name="Shi, Junxiao (IntlAssoc)" userId="7b18982b-a381-4012-ade8-57e78b6d17d5" providerId="ADAL" clId="{E246A1DB-D747-464B-84D5-E59AA0424974}" dt="2023-02-22T19:54:19.739" v="7188" actId="164"/>
          <ac:cxnSpMkLst>
            <pc:docMk/>
            <pc:sldMk cId="917801545" sldId="258"/>
            <ac:cxnSpMk id="21" creationId="{1EF734F0-1300-2B29-DBC3-F974361CCBF8}"/>
          </ac:cxnSpMkLst>
        </pc:cxnChg>
        <pc:cxnChg chg="add mod">
          <ac:chgData name="Shi, Junxiao (IntlAssoc)" userId="7b18982b-a381-4012-ade8-57e78b6d17d5" providerId="ADAL" clId="{E246A1DB-D747-464B-84D5-E59AA0424974}" dt="2023-02-22T19:54:19.739" v="7188" actId="164"/>
          <ac:cxnSpMkLst>
            <pc:docMk/>
            <pc:sldMk cId="917801545" sldId="258"/>
            <ac:cxnSpMk id="23" creationId="{C49174B6-1796-A2B5-6768-157B95DDE30B}"/>
          </ac:cxnSpMkLst>
        </pc:cxnChg>
        <pc:cxnChg chg="add mod">
          <ac:chgData name="Shi, Junxiao (IntlAssoc)" userId="7b18982b-a381-4012-ade8-57e78b6d17d5" providerId="ADAL" clId="{E246A1DB-D747-464B-84D5-E59AA0424974}" dt="2023-02-22T19:54:19.739" v="7188" actId="164"/>
          <ac:cxnSpMkLst>
            <pc:docMk/>
            <pc:sldMk cId="917801545" sldId="258"/>
            <ac:cxnSpMk id="25" creationId="{D0DBC817-A8C5-1F8D-BD81-B6D902355E38}"/>
          </ac:cxnSpMkLst>
        </pc:cxnChg>
        <pc:cxnChg chg="add mod">
          <ac:chgData name="Shi, Junxiao (IntlAssoc)" userId="7b18982b-a381-4012-ade8-57e78b6d17d5" providerId="ADAL" clId="{E246A1DB-D747-464B-84D5-E59AA0424974}" dt="2023-02-22T19:54:19.739" v="7188" actId="164"/>
          <ac:cxnSpMkLst>
            <pc:docMk/>
            <pc:sldMk cId="917801545" sldId="258"/>
            <ac:cxnSpMk id="27" creationId="{BB6975D9-6027-E65B-43F1-8B19647359A0}"/>
          </ac:cxnSpMkLst>
        </pc:cxnChg>
        <pc:cxnChg chg="add mod">
          <ac:chgData name="Shi, Junxiao (IntlAssoc)" userId="7b18982b-a381-4012-ade8-57e78b6d17d5" providerId="ADAL" clId="{E246A1DB-D747-464B-84D5-E59AA0424974}" dt="2023-02-27T16:55:00.088" v="10427" actId="1076"/>
          <ac:cxnSpMkLst>
            <pc:docMk/>
            <pc:sldMk cId="917801545" sldId="258"/>
            <ac:cxnSpMk id="35" creationId="{91EDD6C7-0296-CDF1-82C2-2B189C7B1F40}"/>
          </ac:cxnSpMkLst>
        </pc:cxnChg>
        <pc:cxnChg chg="add del mod">
          <ac:chgData name="Shi, Junxiao (IntlAssoc)" userId="7b18982b-a381-4012-ade8-57e78b6d17d5" providerId="ADAL" clId="{E246A1DB-D747-464B-84D5-E59AA0424974}" dt="2023-02-22T20:55:20.680" v="8255" actId="478"/>
          <ac:cxnSpMkLst>
            <pc:docMk/>
            <pc:sldMk cId="917801545" sldId="258"/>
            <ac:cxnSpMk id="37" creationId="{04776890-638F-30B0-1EB9-349E52665B3D}"/>
          </ac:cxnSpMkLst>
        </pc:cxnChg>
        <pc:cxnChg chg="add mod">
          <ac:chgData name="Shi, Junxiao (IntlAssoc)" userId="7b18982b-a381-4012-ade8-57e78b6d17d5" providerId="ADAL" clId="{E246A1DB-D747-464B-84D5-E59AA0424974}" dt="2023-02-27T16:55:00.088" v="10427" actId="1076"/>
          <ac:cxnSpMkLst>
            <pc:docMk/>
            <pc:sldMk cId="917801545" sldId="258"/>
            <ac:cxnSpMk id="39" creationId="{42CD1780-BF75-7D6F-0407-ED4DDE680A79}"/>
          </ac:cxnSpMkLst>
        </pc:cxnChg>
        <pc:cxnChg chg="add del mod">
          <ac:chgData name="Shi, Junxiao (IntlAssoc)" userId="7b18982b-a381-4012-ade8-57e78b6d17d5" providerId="ADAL" clId="{E246A1DB-D747-464B-84D5-E59AA0424974}" dt="2023-02-22T20:55:20.680" v="8255" actId="478"/>
          <ac:cxnSpMkLst>
            <pc:docMk/>
            <pc:sldMk cId="917801545" sldId="258"/>
            <ac:cxnSpMk id="41" creationId="{C80B5818-24AD-9A5F-8AE9-424F5D96E5DE}"/>
          </ac:cxnSpMkLst>
        </pc:cxnChg>
        <pc:cxnChg chg="mod">
          <ac:chgData name="Shi, Junxiao (IntlAssoc)" userId="7b18982b-a381-4012-ade8-57e78b6d17d5" providerId="ADAL" clId="{E246A1DB-D747-464B-84D5-E59AA0424974}" dt="2023-02-22T15:11:48.097" v="632"/>
          <ac:cxnSpMkLst>
            <pc:docMk/>
            <pc:sldMk cId="917801545" sldId="258"/>
            <ac:cxnSpMk id="62" creationId="{256982BB-4E96-73A7-A5B1-036A85B292FB}"/>
          </ac:cxnSpMkLst>
        </pc:cxnChg>
        <pc:cxnChg chg="mod">
          <ac:chgData name="Shi, Junxiao (IntlAssoc)" userId="7b18982b-a381-4012-ade8-57e78b6d17d5" providerId="ADAL" clId="{E246A1DB-D747-464B-84D5-E59AA0424974}" dt="2023-02-22T15:11:48.097" v="632"/>
          <ac:cxnSpMkLst>
            <pc:docMk/>
            <pc:sldMk cId="917801545" sldId="258"/>
            <ac:cxnSpMk id="63" creationId="{DA8F3054-63C3-A6C2-7F09-06D7A014EFC9}"/>
          </ac:cxnSpMkLst>
        </pc:cxnChg>
        <pc:cxnChg chg="mod">
          <ac:chgData name="Shi, Junxiao (IntlAssoc)" userId="7b18982b-a381-4012-ade8-57e78b6d17d5" providerId="ADAL" clId="{E246A1DB-D747-464B-84D5-E59AA0424974}" dt="2023-02-22T15:11:48.097" v="632"/>
          <ac:cxnSpMkLst>
            <pc:docMk/>
            <pc:sldMk cId="917801545" sldId="258"/>
            <ac:cxnSpMk id="65" creationId="{7A00372B-A663-35F9-F6F4-220450FAE2AE}"/>
          </ac:cxnSpMkLst>
        </pc:cxnChg>
        <pc:cxnChg chg="mod">
          <ac:chgData name="Shi, Junxiao (IntlAssoc)" userId="7b18982b-a381-4012-ade8-57e78b6d17d5" providerId="ADAL" clId="{E246A1DB-D747-464B-84D5-E59AA0424974}" dt="2023-02-22T15:11:48.097" v="632"/>
          <ac:cxnSpMkLst>
            <pc:docMk/>
            <pc:sldMk cId="917801545" sldId="258"/>
            <ac:cxnSpMk id="67" creationId="{421710AA-A261-A0CD-E95C-3CBFF96A5AF8}"/>
          </ac:cxnSpMkLst>
        </pc:cxnChg>
        <pc:cxnChg chg="mod">
          <ac:chgData name="Shi, Junxiao (IntlAssoc)" userId="7b18982b-a381-4012-ade8-57e78b6d17d5" providerId="ADAL" clId="{E246A1DB-D747-464B-84D5-E59AA0424974}" dt="2023-02-22T15:11:48.097" v="632"/>
          <ac:cxnSpMkLst>
            <pc:docMk/>
            <pc:sldMk cId="917801545" sldId="258"/>
            <ac:cxnSpMk id="72" creationId="{C501F4FF-9056-81E7-1506-28F6A52DA3D8}"/>
          </ac:cxnSpMkLst>
        </pc:cxnChg>
        <pc:cxnChg chg="mod">
          <ac:chgData name="Shi, Junxiao (IntlAssoc)" userId="7b18982b-a381-4012-ade8-57e78b6d17d5" providerId="ADAL" clId="{E246A1DB-D747-464B-84D5-E59AA0424974}" dt="2023-02-22T15:16:10.767" v="693" actId="208"/>
          <ac:cxnSpMkLst>
            <pc:docMk/>
            <pc:sldMk cId="917801545" sldId="258"/>
            <ac:cxnSpMk id="90" creationId="{B7ECED83-0AF0-0B3C-700C-D862FF940A37}"/>
          </ac:cxnSpMkLst>
        </pc:cxnChg>
        <pc:cxnChg chg="add mod ord">
          <ac:chgData name="Shi, Junxiao (IntlAssoc)" userId="7b18982b-a381-4012-ade8-57e78b6d17d5" providerId="ADAL" clId="{E246A1DB-D747-464B-84D5-E59AA0424974}" dt="2023-02-28T17:25:49.796" v="12377" actId="167"/>
          <ac:cxnSpMkLst>
            <pc:docMk/>
            <pc:sldMk cId="917801545" sldId="258"/>
            <ac:cxnSpMk id="97" creationId="{B60000B1-C2CF-C64B-DA06-60B3E1AA686B}"/>
          </ac:cxnSpMkLst>
        </pc:cxnChg>
        <pc:cxnChg chg="add del mod">
          <ac:chgData name="Shi, Junxiao (IntlAssoc)" userId="7b18982b-a381-4012-ade8-57e78b6d17d5" providerId="ADAL" clId="{E246A1DB-D747-464B-84D5-E59AA0424974}" dt="2023-02-22T15:16:30.900" v="697" actId="478"/>
          <ac:cxnSpMkLst>
            <pc:docMk/>
            <pc:sldMk cId="917801545" sldId="258"/>
            <ac:cxnSpMk id="107" creationId="{B74DD636-23C0-CF70-8CF7-EA753CFD21E2}"/>
          </ac:cxnSpMkLst>
        </pc:cxnChg>
        <pc:cxnChg chg="add del mod">
          <ac:chgData name="Shi, Junxiao (IntlAssoc)" userId="7b18982b-a381-4012-ade8-57e78b6d17d5" providerId="ADAL" clId="{E246A1DB-D747-464B-84D5-E59AA0424974}" dt="2023-02-28T17:25:14.195" v="12371" actId="478"/>
          <ac:cxnSpMkLst>
            <pc:docMk/>
            <pc:sldMk cId="917801545" sldId="258"/>
            <ac:cxnSpMk id="111" creationId="{3A8E7BA3-D44E-D877-DBAC-F043735A05F5}"/>
          </ac:cxnSpMkLst>
        </pc:cxnChg>
        <pc:cxnChg chg="add del mod">
          <ac:chgData name="Shi, Junxiao (IntlAssoc)" userId="7b18982b-a381-4012-ade8-57e78b6d17d5" providerId="ADAL" clId="{E246A1DB-D747-464B-84D5-E59AA0424974}" dt="2023-02-22T20:55:20.680" v="8255" actId="478"/>
          <ac:cxnSpMkLst>
            <pc:docMk/>
            <pc:sldMk cId="917801545" sldId="258"/>
            <ac:cxnSpMk id="113" creationId="{D97FD23E-B1F9-E960-3C58-DA7444819C77}"/>
          </ac:cxnSpMkLst>
        </pc:cxnChg>
        <pc:cxnChg chg="add del mod">
          <ac:chgData name="Shi, Junxiao (IntlAssoc)" userId="7b18982b-a381-4012-ade8-57e78b6d17d5" providerId="ADAL" clId="{E246A1DB-D747-464B-84D5-E59AA0424974}" dt="2023-02-22T20:55:15.967" v="8254" actId="478"/>
          <ac:cxnSpMkLst>
            <pc:docMk/>
            <pc:sldMk cId="917801545" sldId="258"/>
            <ac:cxnSpMk id="115" creationId="{93252825-8E66-7693-23C6-2C5A1C28952B}"/>
          </ac:cxnSpMkLst>
        </pc:cxnChg>
        <pc:cxnChg chg="add del mod">
          <ac:chgData name="Shi, Junxiao (IntlAssoc)" userId="7b18982b-a381-4012-ade8-57e78b6d17d5" providerId="ADAL" clId="{E246A1DB-D747-464B-84D5-E59AA0424974}" dt="2023-02-22T20:55:20.680" v="8255" actId="478"/>
          <ac:cxnSpMkLst>
            <pc:docMk/>
            <pc:sldMk cId="917801545" sldId="258"/>
            <ac:cxnSpMk id="117" creationId="{BEEC31A5-AAAA-DB69-8C74-9A423D19A109}"/>
          </ac:cxnSpMkLst>
        </pc:cxnChg>
        <pc:cxnChg chg="add del mod">
          <ac:chgData name="Shi, Junxiao (IntlAssoc)" userId="7b18982b-a381-4012-ade8-57e78b6d17d5" providerId="ADAL" clId="{E246A1DB-D747-464B-84D5-E59AA0424974}" dt="2023-02-28T17:25:14.195" v="12371" actId="478"/>
          <ac:cxnSpMkLst>
            <pc:docMk/>
            <pc:sldMk cId="917801545" sldId="258"/>
            <ac:cxnSpMk id="120" creationId="{0AAA89E1-B742-FBCC-2363-50C0F944DC56}"/>
          </ac:cxnSpMkLst>
        </pc:cxnChg>
        <pc:cxnChg chg="add mod">
          <ac:chgData name="Shi, Junxiao (IntlAssoc)" userId="7b18982b-a381-4012-ade8-57e78b6d17d5" providerId="ADAL" clId="{E246A1DB-D747-464B-84D5-E59AA0424974}" dt="2023-02-27T16:55:00.088" v="10427" actId="1076"/>
          <ac:cxnSpMkLst>
            <pc:docMk/>
            <pc:sldMk cId="917801545" sldId="258"/>
            <ac:cxnSpMk id="122" creationId="{D1E8B864-4500-0A9C-6399-C4DD24C81438}"/>
          </ac:cxnSpMkLst>
        </pc:cxnChg>
        <pc:cxnChg chg="add mod">
          <ac:chgData name="Shi, Junxiao (IntlAssoc)" userId="7b18982b-a381-4012-ade8-57e78b6d17d5" providerId="ADAL" clId="{E246A1DB-D747-464B-84D5-E59AA0424974}" dt="2023-02-22T15:32:57.327" v="1378" actId="1076"/>
          <ac:cxnSpMkLst>
            <pc:docMk/>
            <pc:sldMk cId="917801545" sldId="258"/>
            <ac:cxnSpMk id="125" creationId="{CF7F139C-99A5-4676-DFD2-26096858B14B}"/>
          </ac:cxnSpMkLst>
        </pc:cxnChg>
        <pc:cxnChg chg="add mod">
          <ac:chgData name="Shi, Junxiao (IntlAssoc)" userId="7b18982b-a381-4012-ade8-57e78b6d17d5" providerId="ADAL" clId="{E246A1DB-D747-464B-84D5-E59AA0424974}" dt="2023-02-22T15:33:05.207" v="1380" actId="1076"/>
          <ac:cxnSpMkLst>
            <pc:docMk/>
            <pc:sldMk cId="917801545" sldId="258"/>
            <ac:cxnSpMk id="127" creationId="{B1002BDD-0D47-99AD-D15F-2E0C0CE6ABF1}"/>
          </ac:cxnSpMkLst>
        </pc:cxnChg>
        <pc:cxnChg chg="add mod">
          <ac:chgData name="Shi, Junxiao (IntlAssoc)" userId="7b18982b-a381-4012-ade8-57e78b6d17d5" providerId="ADAL" clId="{E246A1DB-D747-464B-84D5-E59AA0424974}" dt="2023-02-22T15:33:33.644" v="1393" actId="14100"/>
          <ac:cxnSpMkLst>
            <pc:docMk/>
            <pc:sldMk cId="917801545" sldId="258"/>
            <ac:cxnSpMk id="128" creationId="{80528071-E99A-E1FA-7ACA-15378B17FD07}"/>
          </ac:cxnSpMkLst>
        </pc:cxnChg>
        <pc:cxnChg chg="add mod">
          <ac:chgData name="Shi, Junxiao (IntlAssoc)" userId="7b18982b-a381-4012-ade8-57e78b6d17d5" providerId="ADAL" clId="{E246A1DB-D747-464B-84D5-E59AA0424974}" dt="2023-02-22T20:57:46.008" v="8507" actId="1076"/>
          <ac:cxnSpMkLst>
            <pc:docMk/>
            <pc:sldMk cId="917801545" sldId="258"/>
            <ac:cxnSpMk id="132" creationId="{11E72D17-FB67-46EE-5618-C3F8569ABE36}"/>
          </ac:cxnSpMkLst>
        </pc:cxnChg>
      </pc:sldChg>
      <pc:sldChg chg="addSp delSp modSp new mod modClrScheme delAnim modAnim chgLayout">
        <pc:chgData name="Shi, Junxiao (IntlAssoc)" userId="7b18982b-a381-4012-ade8-57e78b6d17d5" providerId="ADAL" clId="{E246A1DB-D747-464B-84D5-E59AA0424974}" dt="2023-02-27T17:29:42.369" v="11029" actId="478"/>
        <pc:sldMkLst>
          <pc:docMk/>
          <pc:sldMk cId="4091457259" sldId="259"/>
        </pc:sldMkLst>
        <pc:spChg chg="mod ord">
          <ac:chgData name="Shi, Junxiao (IntlAssoc)" userId="7b18982b-a381-4012-ade8-57e78b6d17d5" providerId="ADAL" clId="{E246A1DB-D747-464B-84D5-E59AA0424974}" dt="2023-02-22T18:30:45.194" v="3743" actId="700"/>
          <ac:spMkLst>
            <pc:docMk/>
            <pc:sldMk cId="4091457259" sldId="259"/>
            <ac:spMk id="2" creationId="{7F823DBA-3DBF-4F8C-C9F0-9B6915B9B1E3}"/>
          </ac:spMkLst>
        </pc:spChg>
        <pc:spChg chg="add del mod">
          <ac:chgData name="Shi, Junxiao (IntlAssoc)" userId="7b18982b-a381-4012-ade8-57e78b6d17d5" providerId="ADAL" clId="{E246A1DB-D747-464B-84D5-E59AA0424974}" dt="2023-02-27T17:06:27.856" v="10462" actId="478"/>
          <ac:spMkLst>
            <pc:docMk/>
            <pc:sldMk cId="4091457259" sldId="259"/>
            <ac:spMk id="3" creationId="{4FB886AE-0A2C-4BC3-EA57-A09A396CD3F9}"/>
          </ac:spMkLst>
        </pc:spChg>
        <pc:spChg chg="del">
          <ac:chgData name="Shi, Junxiao (IntlAssoc)" userId="7b18982b-a381-4012-ade8-57e78b6d17d5" providerId="ADAL" clId="{E246A1DB-D747-464B-84D5-E59AA0424974}" dt="2023-02-22T18:30:45.194" v="3743" actId="700"/>
          <ac:spMkLst>
            <pc:docMk/>
            <pc:sldMk cId="4091457259" sldId="259"/>
            <ac:spMk id="3" creationId="{EFF08025-D4C8-B551-6923-20FC08DCE8F5}"/>
          </ac:spMkLst>
        </pc:spChg>
        <pc:spChg chg="mod ord">
          <ac:chgData name="Shi, Junxiao (IntlAssoc)" userId="7b18982b-a381-4012-ade8-57e78b6d17d5" providerId="ADAL" clId="{E246A1DB-D747-464B-84D5-E59AA0424974}" dt="2023-02-22T18:30:45.194" v="3743" actId="700"/>
          <ac:spMkLst>
            <pc:docMk/>
            <pc:sldMk cId="4091457259" sldId="259"/>
            <ac:spMk id="4" creationId="{833876A2-48A8-D947-F2DE-D71E75451B47}"/>
          </ac:spMkLst>
        </pc:spChg>
        <pc:spChg chg="add mod topLvl">
          <ac:chgData name="Shi, Junxiao (IntlAssoc)" userId="7b18982b-a381-4012-ade8-57e78b6d17d5" providerId="ADAL" clId="{E246A1DB-D747-464B-84D5-E59AA0424974}" dt="2023-02-22T18:31:48.984" v="3763" actId="164"/>
          <ac:spMkLst>
            <pc:docMk/>
            <pc:sldMk cId="4091457259" sldId="259"/>
            <ac:spMk id="5" creationId="{CE5DEF84-5415-53A1-2781-0E2DD265F49F}"/>
          </ac:spMkLst>
        </pc:spChg>
        <pc:spChg chg="add mod topLvl">
          <ac:chgData name="Shi, Junxiao (IntlAssoc)" userId="7b18982b-a381-4012-ade8-57e78b6d17d5" providerId="ADAL" clId="{E246A1DB-D747-464B-84D5-E59AA0424974}" dt="2023-02-22T18:31:48.984" v="3763" actId="164"/>
          <ac:spMkLst>
            <pc:docMk/>
            <pc:sldMk cId="4091457259" sldId="259"/>
            <ac:spMk id="6" creationId="{9F03A14A-4799-C98E-5D20-CD521689340B}"/>
          </ac:spMkLst>
        </pc:spChg>
        <pc:spChg chg="add mod topLvl">
          <ac:chgData name="Shi, Junxiao (IntlAssoc)" userId="7b18982b-a381-4012-ade8-57e78b6d17d5" providerId="ADAL" clId="{E246A1DB-D747-464B-84D5-E59AA0424974}" dt="2023-02-22T18:31:48.984" v="3763" actId="164"/>
          <ac:spMkLst>
            <pc:docMk/>
            <pc:sldMk cId="4091457259" sldId="259"/>
            <ac:spMk id="7" creationId="{5B9890D9-BD1B-F786-8FEE-4E937C5DF61E}"/>
          </ac:spMkLst>
        </pc:spChg>
        <pc:spChg chg="add mod topLvl">
          <ac:chgData name="Shi, Junxiao (IntlAssoc)" userId="7b18982b-a381-4012-ade8-57e78b6d17d5" providerId="ADAL" clId="{E246A1DB-D747-464B-84D5-E59AA0424974}" dt="2023-02-22T18:31:48.984" v="3763" actId="164"/>
          <ac:spMkLst>
            <pc:docMk/>
            <pc:sldMk cId="4091457259" sldId="259"/>
            <ac:spMk id="8" creationId="{3C274F4A-11CA-A278-FABF-5BD6CE06856E}"/>
          </ac:spMkLst>
        </pc:spChg>
        <pc:spChg chg="add mod topLvl">
          <ac:chgData name="Shi, Junxiao (IntlAssoc)" userId="7b18982b-a381-4012-ade8-57e78b6d17d5" providerId="ADAL" clId="{E246A1DB-D747-464B-84D5-E59AA0424974}" dt="2023-02-22T18:31:48.984" v="3763" actId="164"/>
          <ac:spMkLst>
            <pc:docMk/>
            <pc:sldMk cId="4091457259" sldId="259"/>
            <ac:spMk id="9" creationId="{1B3DBA36-327F-3DF2-29B6-4EF04A4FDB43}"/>
          </ac:spMkLst>
        </pc:spChg>
        <pc:spChg chg="add mod topLvl">
          <ac:chgData name="Shi, Junxiao (IntlAssoc)" userId="7b18982b-a381-4012-ade8-57e78b6d17d5" providerId="ADAL" clId="{E246A1DB-D747-464B-84D5-E59AA0424974}" dt="2023-02-22T18:31:48.984" v="3763" actId="164"/>
          <ac:spMkLst>
            <pc:docMk/>
            <pc:sldMk cId="4091457259" sldId="259"/>
            <ac:spMk id="10" creationId="{6684423F-8CDC-9B8E-27AF-10655BBB9853}"/>
          </ac:spMkLst>
        </pc:spChg>
        <pc:spChg chg="add mod topLvl">
          <ac:chgData name="Shi, Junxiao (IntlAssoc)" userId="7b18982b-a381-4012-ade8-57e78b6d17d5" providerId="ADAL" clId="{E246A1DB-D747-464B-84D5-E59AA0424974}" dt="2023-02-22T18:31:48.984" v="3763" actId="164"/>
          <ac:spMkLst>
            <pc:docMk/>
            <pc:sldMk cId="4091457259" sldId="259"/>
            <ac:spMk id="11" creationId="{AD3435DA-C8E7-F95D-07CB-83154564DF99}"/>
          </ac:spMkLst>
        </pc:spChg>
        <pc:spChg chg="add mod topLvl">
          <ac:chgData name="Shi, Junxiao (IntlAssoc)" userId="7b18982b-a381-4012-ade8-57e78b6d17d5" providerId="ADAL" clId="{E246A1DB-D747-464B-84D5-E59AA0424974}" dt="2023-02-22T18:31:48.984" v="3763" actId="164"/>
          <ac:spMkLst>
            <pc:docMk/>
            <pc:sldMk cId="4091457259" sldId="259"/>
            <ac:spMk id="12" creationId="{45CC032D-E828-E6C3-DD54-2F2B34313D97}"/>
          </ac:spMkLst>
        </pc:spChg>
        <pc:spChg chg="add del mod">
          <ac:chgData name="Shi, Junxiao (IntlAssoc)" userId="7b18982b-a381-4012-ade8-57e78b6d17d5" providerId="ADAL" clId="{E246A1DB-D747-464B-84D5-E59AA0424974}" dt="2023-02-27T17:29:42.369" v="11029" actId="478"/>
          <ac:spMkLst>
            <pc:docMk/>
            <pc:sldMk cId="4091457259" sldId="259"/>
            <ac:spMk id="17" creationId="{973EB6A1-8454-63E3-B85E-8AFE2170DA15}"/>
          </ac:spMkLst>
        </pc:spChg>
        <pc:spChg chg="add del mod">
          <ac:chgData name="Shi, Junxiao (IntlAssoc)" userId="7b18982b-a381-4012-ade8-57e78b6d17d5" providerId="ADAL" clId="{E246A1DB-D747-464B-84D5-E59AA0424974}" dt="2023-02-22T18:51:21.357" v="4473" actId="478"/>
          <ac:spMkLst>
            <pc:docMk/>
            <pc:sldMk cId="4091457259" sldId="259"/>
            <ac:spMk id="32" creationId="{B2059A58-C913-F901-D522-93FCE26C2CDA}"/>
          </ac:spMkLst>
        </pc:spChg>
        <pc:spChg chg="add mod">
          <ac:chgData name="Shi, Junxiao (IntlAssoc)" userId="7b18982b-a381-4012-ade8-57e78b6d17d5" providerId="ADAL" clId="{E246A1DB-D747-464B-84D5-E59AA0424974}" dt="2023-02-22T18:51:39.345" v="4478" actId="1076"/>
          <ac:spMkLst>
            <pc:docMk/>
            <pc:sldMk cId="4091457259" sldId="259"/>
            <ac:spMk id="33" creationId="{65B22243-BC12-A34B-4CB6-A28833E80B25}"/>
          </ac:spMkLst>
        </pc:spChg>
        <pc:spChg chg="add del mod">
          <ac:chgData name="Shi, Junxiao (IntlAssoc)" userId="7b18982b-a381-4012-ade8-57e78b6d17d5" providerId="ADAL" clId="{E246A1DB-D747-464B-84D5-E59AA0424974}" dt="2023-02-22T18:35:47.833" v="3902" actId="478"/>
          <ac:spMkLst>
            <pc:docMk/>
            <pc:sldMk cId="4091457259" sldId="259"/>
            <ac:spMk id="34" creationId="{A8AD5E59-EE97-A37D-345A-AD4FC9323D5E}"/>
          </ac:spMkLst>
        </pc:spChg>
        <pc:spChg chg="add mod">
          <ac:chgData name="Shi, Junxiao (IntlAssoc)" userId="7b18982b-a381-4012-ade8-57e78b6d17d5" providerId="ADAL" clId="{E246A1DB-D747-464B-84D5-E59AA0424974}" dt="2023-02-22T18:51:44.282" v="4479" actId="1076"/>
          <ac:spMkLst>
            <pc:docMk/>
            <pc:sldMk cId="4091457259" sldId="259"/>
            <ac:spMk id="35" creationId="{71A0CF5D-DDA4-5AF5-CD4B-844972F64720}"/>
          </ac:spMkLst>
        </pc:spChg>
        <pc:spChg chg="add mod">
          <ac:chgData name="Shi, Junxiao (IntlAssoc)" userId="7b18982b-a381-4012-ade8-57e78b6d17d5" providerId="ADAL" clId="{E246A1DB-D747-464B-84D5-E59AA0424974}" dt="2023-02-22T18:43:24.373" v="4161" actId="1076"/>
          <ac:spMkLst>
            <pc:docMk/>
            <pc:sldMk cId="4091457259" sldId="259"/>
            <ac:spMk id="44" creationId="{34DC0A07-E931-CA9D-4E54-F7E3FFA0D8DF}"/>
          </ac:spMkLst>
        </pc:spChg>
        <pc:spChg chg="add mod">
          <ac:chgData name="Shi, Junxiao (IntlAssoc)" userId="7b18982b-a381-4012-ade8-57e78b6d17d5" providerId="ADAL" clId="{E246A1DB-D747-464B-84D5-E59AA0424974}" dt="2023-02-22T18:43:11.278" v="4158" actId="1076"/>
          <ac:spMkLst>
            <pc:docMk/>
            <pc:sldMk cId="4091457259" sldId="259"/>
            <ac:spMk id="45" creationId="{C768AC23-DE8B-A5F4-FBF0-66D7C7BB8097}"/>
          </ac:spMkLst>
        </pc:spChg>
        <pc:spChg chg="add mod">
          <ac:chgData name="Shi, Junxiao (IntlAssoc)" userId="7b18982b-a381-4012-ade8-57e78b6d17d5" providerId="ADAL" clId="{E246A1DB-D747-464B-84D5-E59AA0424974}" dt="2023-02-22T18:38:30.602" v="3927" actId="1076"/>
          <ac:spMkLst>
            <pc:docMk/>
            <pc:sldMk cId="4091457259" sldId="259"/>
            <ac:spMk id="50" creationId="{74E1371C-608E-FF39-6C3D-9139748D72CD}"/>
          </ac:spMkLst>
        </pc:spChg>
        <pc:spChg chg="mod">
          <ac:chgData name="Shi, Junxiao (IntlAssoc)" userId="7b18982b-a381-4012-ade8-57e78b6d17d5" providerId="ADAL" clId="{E246A1DB-D747-464B-84D5-E59AA0424974}" dt="2023-02-22T18:36:27.699" v="3905"/>
          <ac:spMkLst>
            <pc:docMk/>
            <pc:sldMk cId="4091457259" sldId="259"/>
            <ac:spMk id="54" creationId="{45AE30FC-6207-623E-FB4E-96C1CE3B4E85}"/>
          </ac:spMkLst>
        </pc:spChg>
        <pc:spChg chg="mod">
          <ac:chgData name="Shi, Junxiao (IntlAssoc)" userId="7b18982b-a381-4012-ade8-57e78b6d17d5" providerId="ADAL" clId="{E246A1DB-D747-464B-84D5-E59AA0424974}" dt="2023-02-22T18:36:27.699" v="3905"/>
          <ac:spMkLst>
            <pc:docMk/>
            <pc:sldMk cId="4091457259" sldId="259"/>
            <ac:spMk id="57" creationId="{C9208E1E-5FF5-8409-583E-1E5DB925EC69}"/>
          </ac:spMkLst>
        </pc:spChg>
        <pc:spChg chg="mod">
          <ac:chgData name="Shi, Junxiao (IntlAssoc)" userId="7b18982b-a381-4012-ade8-57e78b6d17d5" providerId="ADAL" clId="{E246A1DB-D747-464B-84D5-E59AA0424974}" dt="2023-02-22T18:36:27.699" v="3905"/>
          <ac:spMkLst>
            <pc:docMk/>
            <pc:sldMk cId="4091457259" sldId="259"/>
            <ac:spMk id="58" creationId="{2EC33D47-F9CC-A4BA-6E69-D639A6FFE3E2}"/>
          </ac:spMkLst>
        </pc:spChg>
        <pc:spChg chg="mod">
          <ac:chgData name="Shi, Junxiao (IntlAssoc)" userId="7b18982b-a381-4012-ade8-57e78b6d17d5" providerId="ADAL" clId="{E246A1DB-D747-464B-84D5-E59AA0424974}" dt="2023-02-22T18:36:27.699" v="3905"/>
          <ac:spMkLst>
            <pc:docMk/>
            <pc:sldMk cId="4091457259" sldId="259"/>
            <ac:spMk id="59" creationId="{6AC78AEA-E7F6-88BA-DEB0-BF814E76C0D9}"/>
          </ac:spMkLst>
        </pc:spChg>
        <pc:spChg chg="mod">
          <ac:chgData name="Shi, Junxiao (IntlAssoc)" userId="7b18982b-a381-4012-ade8-57e78b6d17d5" providerId="ADAL" clId="{E246A1DB-D747-464B-84D5-E59AA0424974}" dt="2023-02-22T18:36:27.699" v="3905"/>
          <ac:spMkLst>
            <pc:docMk/>
            <pc:sldMk cId="4091457259" sldId="259"/>
            <ac:spMk id="60" creationId="{3958B6B8-00E3-A889-48A6-C936DF2608D0}"/>
          </ac:spMkLst>
        </pc:spChg>
        <pc:spChg chg="mod">
          <ac:chgData name="Shi, Junxiao (IntlAssoc)" userId="7b18982b-a381-4012-ade8-57e78b6d17d5" providerId="ADAL" clId="{E246A1DB-D747-464B-84D5-E59AA0424974}" dt="2023-02-22T18:36:27.699" v="3905"/>
          <ac:spMkLst>
            <pc:docMk/>
            <pc:sldMk cId="4091457259" sldId="259"/>
            <ac:spMk id="61" creationId="{55F59DAC-43E9-E77A-AEEC-E561430E5DFD}"/>
          </ac:spMkLst>
        </pc:spChg>
        <pc:spChg chg="mod">
          <ac:chgData name="Shi, Junxiao (IntlAssoc)" userId="7b18982b-a381-4012-ade8-57e78b6d17d5" providerId="ADAL" clId="{E246A1DB-D747-464B-84D5-E59AA0424974}" dt="2023-02-22T18:36:27.699" v="3905"/>
          <ac:spMkLst>
            <pc:docMk/>
            <pc:sldMk cId="4091457259" sldId="259"/>
            <ac:spMk id="63" creationId="{D4B0F7EB-B87A-6338-A38A-551E50ACCC5A}"/>
          </ac:spMkLst>
        </pc:spChg>
        <pc:spChg chg="mod">
          <ac:chgData name="Shi, Junxiao (IntlAssoc)" userId="7b18982b-a381-4012-ade8-57e78b6d17d5" providerId="ADAL" clId="{E246A1DB-D747-464B-84D5-E59AA0424974}" dt="2023-02-22T18:50:53.671" v="4465" actId="20577"/>
          <ac:spMkLst>
            <pc:docMk/>
            <pc:sldMk cId="4091457259" sldId="259"/>
            <ac:spMk id="64" creationId="{A0FDC853-6FE8-52B2-9197-8E8E9DF8EFBD}"/>
          </ac:spMkLst>
        </pc:spChg>
        <pc:spChg chg="mod">
          <ac:chgData name="Shi, Junxiao (IntlAssoc)" userId="7b18982b-a381-4012-ade8-57e78b6d17d5" providerId="ADAL" clId="{E246A1DB-D747-464B-84D5-E59AA0424974}" dt="2023-02-22T18:36:27.699" v="3905"/>
          <ac:spMkLst>
            <pc:docMk/>
            <pc:sldMk cId="4091457259" sldId="259"/>
            <ac:spMk id="65" creationId="{6D9DF1BB-02E4-C934-DF64-36C8E46BA055}"/>
          </ac:spMkLst>
        </pc:spChg>
        <pc:spChg chg="mod">
          <ac:chgData name="Shi, Junxiao (IntlAssoc)" userId="7b18982b-a381-4012-ade8-57e78b6d17d5" providerId="ADAL" clId="{E246A1DB-D747-464B-84D5-E59AA0424974}" dt="2023-02-22T18:36:39.002" v="3908" actId="571"/>
          <ac:spMkLst>
            <pc:docMk/>
            <pc:sldMk cId="4091457259" sldId="259"/>
            <ac:spMk id="67" creationId="{A03D17EB-5111-FCC8-CF1F-7CBD2BF3D4FE}"/>
          </ac:spMkLst>
        </pc:spChg>
        <pc:spChg chg="mod">
          <ac:chgData name="Shi, Junxiao (IntlAssoc)" userId="7b18982b-a381-4012-ade8-57e78b6d17d5" providerId="ADAL" clId="{E246A1DB-D747-464B-84D5-E59AA0424974}" dt="2023-02-22T18:50:59.859" v="4470" actId="20577"/>
          <ac:spMkLst>
            <pc:docMk/>
            <pc:sldMk cId="4091457259" sldId="259"/>
            <ac:spMk id="68" creationId="{A5F84D6C-5AAE-D372-E7E6-68FCD706C27B}"/>
          </ac:spMkLst>
        </pc:spChg>
        <pc:spChg chg="mod">
          <ac:chgData name="Shi, Junxiao (IntlAssoc)" userId="7b18982b-a381-4012-ade8-57e78b6d17d5" providerId="ADAL" clId="{E246A1DB-D747-464B-84D5-E59AA0424974}" dt="2023-02-22T18:36:39.002" v="3908" actId="571"/>
          <ac:spMkLst>
            <pc:docMk/>
            <pc:sldMk cId="4091457259" sldId="259"/>
            <ac:spMk id="69" creationId="{5FDA773E-D464-EEC1-D75F-34814C5DCC45}"/>
          </ac:spMkLst>
        </pc:spChg>
        <pc:spChg chg="add mod">
          <ac:chgData name="Shi, Junxiao (IntlAssoc)" userId="7b18982b-a381-4012-ade8-57e78b6d17d5" providerId="ADAL" clId="{E246A1DB-D747-464B-84D5-E59AA0424974}" dt="2023-02-22T18:45:31.516" v="4317" actId="20577"/>
          <ac:spMkLst>
            <pc:docMk/>
            <pc:sldMk cId="4091457259" sldId="259"/>
            <ac:spMk id="78" creationId="{2E464A60-921A-B35F-EC50-6CAE4A3A586F}"/>
          </ac:spMkLst>
        </pc:spChg>
        <pc:spChg chg="add del">
          <ac:chgData name="Shi, Junxiao (IntlAssoc)" userId="7b18982b-a381-4012-ade8-57e78b6d17d5" providerId="ADAL" clId="{E246A1DB-D747-464B-84D5-E59AA0424974}" dt="2023-02-22T18:40:25.225" v="3935" actId="11529"/>
          <ac:spMkLst>
            <pc:docMk/>
            <pc:sldMk cId="4091457259" sldId="259"/>
            <ac:spMk id="82" creationId="{ABF97E38-6F47-D7FD-0AF6-25D857E8E923}"/>
          </ac:spMkLst>
        </pc:spChg>
        <pc:spChg chg="add mod">
          <ac:chgData name="Shi, Junxiao (IntlAssoc)" userId="7b18982b-a381-4012-ade8-57e78b6d17d5" providerId="ADAL" clId="{E246A1DB-D747-464B-84D5-E59AA0424974}" dt="2023-02-22T18:43:53.269" v="4215" actId="14100"/>
          <ac:spMkLst>
            <pc:docMk/>
            <pc:sldMk cId="4091457259" sldId="259"/>
            <ac:spMk id="83" creationId="{1A932B0B-E3F1-3A2B-5A7E-82B2A84D7D29}"/>
          </ac:spMkLst>
        </pc:spChg>
        <pc:spChg chg="add mod">
          <ac:chgData name="Shi, Junxiao (IntlAssoc)" userId="7b18982b-a381-4012-ade8-57e78b6d17d5" providerId="ADAL" clId="{E246A1DB-D747-464B-84D5-E59AA0424974}" dt="2023-02-27T17:17:20.563" v="10771" actId="14100"/>
          <ac:spMkLst>
            <pc:docMk/>
            <pc:sldMk cId="4091457259" sldId="259"/>
            <ac:spMk id="84" creationId="{49D0D2A0-A327-7955-A289-005BAA89CBBF}"/>
          </ac:spMkLst>
        </pc:spChg>
        <pc:spChg chg="add mod">
          <ac:chgData name="Shi, Junxiao (IntlAssoc)" userId="7b18982b-a381-4012-ade8-57e78b6d17d5" providerId="ADAL" clId="{E246A1DB-D747-464B-84D5-E59AA0424974}" dt="2023-02-27T17:17:54.327" v="10842" actId="6549"/>
          <ac:spMkLst>
            <pc:docMk/>
            <pc:sldMk cId="4091457259" sldId="259"/>
            <ac:spMk id="110" creationId="{801F060C-5033-E9C8-DB1F-574A2B0A15D8}"/>
          </ac:spMkLst>
        </pc:spChg>
        <pc:spChg chg="add del mod">
          <ac:chgData name="Shi, Junxiao (IntlAssoc)" userId="7b18982b-a381-4012-ade8-57e78b6d17d5" providerId="ADAL" clId="{E246A1DB-D747-464B-84D5-E59AA0424974}" dt="2023-02-22T18:48:58.151" v="4430" actId="478"/>
          <ac:spMkLst>
            <pc:docMk/>
            <pc:sldMk cId="4091457259" sldId="259"/>
            <ac:spMk id="111" creationId="{325816BC-D04F-20DB-344D-DA7C98434253}"/>
          </ac:spMkLst>
        </pc:spChg>
        <pc:spChg chg="add del mod">
          <ac:chgData name="Shi, Junxiao (IntlAssoc)" userId="7b18982b-a381-4012-ade8-57e78b6d17d5" providerId="ADAL" clId="{E246A1DB-D747-464B-84D5-E59AA0424974}" dt="2023-02-22T20:55:48.302" v="8257" actId="478"/>
          <ac:spMkLst>
            <pc:docMk/>
            <pc:sldMk cId="4091457259" sldId="259"/>
            <ac:spMk id="130" creationId="{0552A2B8-F824-3A09-5211-FFD99FDA8E4B}"/>
          </ac:spMkLst>
        </pc:spChg>
        <pc:grpChg chg="add del mod">
          <ac:chgData name="Shi, Junxiao (IntlAssoc)" userId="7b18982b-a381-4012-ade8-57e78b6d17d5" providerId="ADAL" clId="{E246A1DB-D747-464B-84D5-E59AA0424974}" dt="2023-02-22T18:31:47.665" v="3762" actId="165"/>
          <ac:grpSpMkLst>
            <pc:docMk/>
            <pc:sldMk cId="4091457259" sldId="259"/>
            <ac:grpSpMk id="26" creationId="{8E5EF50A-5968-6D4C-5AF3-E67BA01B0116}"/>
          </ac:grpSpMkLst>
        </pc:grpChg>
        <pc:grpChg chg="add mod">
          <ac:chgData name="Shi, Junxiao (IntlAssoc)" userId="7b18982b-a381-4012-ade8-57e78b6d17d5" providerId="ADAL" clId="{E246A1DB-D747-464B-84D5-E59AA0424974}" dt="2023-02-22T18:33:28.760" v="3802" actId="1076"/>
          <ac:grpSpMkLst>
            <pc:docMk/>
            <pc:sldMk cId="4091457259" sldId="259"/>
            <ac:grpSpMk id="27" creationId="{2CAF08CC-7D2F-C1A6-CD88-D080651161AF}"/>
          </ac:grpSpMkLst>
        </pc:grpChg>
        <pc:grpChg chg="add mod">
          <ac:chgData name="Shi, Junxiao (IntlAssoc)" userId="7b18982b-a381-4012-ade8-57e78b6d17d5" providerId="ADAL" clId="{E246A1DB-D747-464B-84D5-E59AA0424974}" dt="2023-02-22T18:36:27.699" v="3905"/>
          <ac:grpSpMkLst>
            <pc:docMk/>
            <pc:sldMk cId="4091457259" sldId="259"/>
            <ac:grpSpMk id="53" creationId="{C1562A63-B2DB-428F-82F7-A5AD2FA3A548}"/>
          </ac:grpSpMkLst>
        </pc:grpChg>
        <pc:grpChg chg="mod">
          <ac:chgData name="Shi, Junxiao (IntlAssoc)" userId="7b18982b-a381-4012-ade8-57e78b6d17d5" providerId="ADAL" clId="{E246A1DB-D747-464B-84D5-E59AA0424974}" dt="2023-02-22T18:36:27.699" v="3905"/>
          <ac:grpSpMkLst>
            <pc:docMk/>
            <pc:sldMk cId="4091457259" sldId="259"/>
            <ac:grpSpMk id="55" creationId="{5B20243E-754A-95ED-5EBF-ACDC85164484}"/>
          </ac:grpSpMkLst>
        </pc:grpChg>
        <pc:grpChg chg="add mod">
          <ac:chgData name="Shi, Junxiao (IntlAssoc)" userId="7b18982b-a381-4012-ade8-57e78b6d17d5" providerId="ADAL" clId="{E246A1DB-D747-464B-84D5-E59AA0424974}" dt="2023-02-22T18:42:40.477" v="4150" actId="1076"/>
          <ac:grpSpMkLst>
            <pc:docMk/>
            <pc:sldMk cId="4091457259" sldId="259"/>
            <ac:grpSpMk id="62" creationId="{BB881A18-BADE-F6A3-1FD6-1442A90B8307}"/>
          </ac:grpSpMkLst>
        </pc:grpChg>
        <pc:grpChg chg="add mod">
          <ac:chgData name="Shi, Junxiao (IntlAssoc)" userId="7b18982b-a381-4012-ade8-57e78b6d17d5" providerId="ADAL" clId="{E246A1DB-D747-464B-84D5-E59AA0424974}" dt="2023-02-22T18:42:36.133" v="4149" actId="1076"/>
          <ac:grpSpMkLst>
            <pc:docMk/>
            <pc:sldMk cId="4091457259" sldId="259"/>
            <ac:grpSpMk id="66" creationId="{C8A4593B-7531-46A1-3844-7A38C3194CAC}"/>
          </ac:grpSpMkLst>
        </pc:grpChg>
        <pc:cxnChg chg="add mod topLvl">
          <ac:chgData name="Shi, Junxiao (IntlAssoc)" userId="7b18982b-a381-4012-ade8-57e78b6d17d5" providerId="ADAL" clId="{E246A1DB-D747-464B-84D5-E59AA0424974}" dt="2023-02-22T18:31:48.984" v="3763" actId="164"/>
          <ac:cxnSpMkLst>
            <pc:docMk/>
            <pc:sldMk cId="4091457259" sldId="259"/>
            <ac:cxnSpMk id="13" creationId="{A1D5B4A4-5E19-06CC-DB02-5A0F504709A1}"/>
          </ac:cxnSpMkLst>
        </pc:cxnChg>
        <pc:cxnChg chg="add mod topLvl">
          <ac:chgData name="Shi, Junxiao (IntlAssoc)" userId="7b18982b-a381-4012-ade8-57e78b6d17d5" providerId="ADAL" clId="{E246A1DB-D747-464B-84D5-E59AA0424974}" dt="2023-02-22T18:31:48.984" v="3763" actId="164"/>
          <ac:cxnSpMkLst>
            <pc:docMk/>
            <pc:sldMk cId="4091457259" sldId="259"/>
            <ac:cxnSpMk id="14" creationId="{C7D216D5-A4B3-9278-493B-58D48889EAB3}"/>
          </ac:cxnSpMkLst>
        </pc:cxnChg>
        <pc:cxnChg chg="add mod topLvl">
          <ac:chgData name="Shi, Junxiao (IntlAssoc)" userId="7b18982b-a381-4012-ade8-57e78b6d17d5" providerId="ADAL" clId="{E246A1DB-D747-464B-84D5-E59AA0424974}" dt="2023-02-22T18:31:48.984" v="3763" actId="164"/>
          <ac:cxnSpMkLst>
            <pc:docMk/>
            <pc:sldMk cId="4091457259" sldId="259"/>
            <ac:cxnSpMk id="15" creationId="{49E53299-826A-D8BE-45FC-0D6FEE5B133E}"/>
          </ac:cxnSpMkLst>
        </pc:cxnChg>
        <pc:cxnChg chg="add mod topLvl">
          <ac:chgData name="Shi, Junxiao (IntlAssoc)" userId="7b18982b-a381-4012-ade8-57e78b6d17d5" providerId="ADAL" clId="{E246A1DB-D747-464B-84D5-E59AA0424974}" dt="2023-02-22T18:31:48.984" v="3763" actId="164"/>
          <ac:cxnSpMkLst>
            <pc:docMk/>
            <pc:sldMk cId="4091457259" sldId="259"/>
            <ac:cxnSpMk id="16" creationId="{0B2758E5-AFC2-D805-C9FE-E4B32B78E2DF}"/>
          </ac:cxnSpMkLst>
        </pc:cxnChg>
        <pc:cxnChg chg="add mod">
          <ac:chgData name="Shi, Junxiao (IntlAssoc)" userId="7b18982b-a381-4012-ade8-57e78b6d17d5" providerId="ADAL" clId="{E246A1DB-D747-464B-84D5-E59AA0424974}" dt="2023-02-22T18:51:39.345" v="4478" actId="1076"/>
          <ac:cxnSpMkLst>
            <pc:docMk/>
            <pc:sldMk cId="4091457259" sldId="259"/>
            <ac:cxnSpMk id="28" creationId="{CCBF73E3-DCCF-3C00-CC9F-77F9F52194F1}"/>
          </ac:cxnSpMkLst>
        </pc:cxnChg>
        <pc:cxnChg chg="add del mod">
          <ac:chgData name="Shi, Junxiao (IntlAssoc)" userId="7b18982b-a381-4012-ade8-57e78b6d17d5" providerId="ADAL" clId="{E246A1DB-D747-464B-84D5-E59AA0424974}" dt="2023-02-22T18:35:47.833" v="3902" actId="478"/>
          <ac:cxnSpMkLst>
            <pc:docMk/>
            <pc:sldMk cId="4091457259" sldId="259"/>
            <ac:cxnSpMk id="29" creationId="{2FCFDCAC-700B-5009-B10F-7FDE27FAA85E}"/>
          </ac:cxnSpMkLst>
        </pc:cxnChg>
        <pc:cxnChg chg="add del mod">
          <ac:chgData name="Shi, Junxiao (IntlAssoc)" userId="7b18982b-a381-4012-ade8-57e78b6d17d5" providerId="ADAL" clId="{E246A1DB-D747-464B-84D5-E59AA0424974}" dt="2023-02-22T18:51:23.771" v="4475" actId="478"/>
          <ac:cxnSpMkLst>
            <pc:docMk/>
            <pc:sldMk cId="4091457259" sldId="259"/>
            <ac:cxnSpMk id="30" creationId="{4747D264-8B39-B149-5A9E-9CF619232207}"/>
          </ac:cxnSpMkLst>
        </pc:cxnChg>
        <pc:cxnChg chg="add mod">
          <ac:chgData name="Shi, Junxiao (IntlAssoc)" userId="7b18982b-a381-4012-ade8-57e78b6d17d5" providerId="ADAL" clId="{E246A1DB-D747-464B-84D5-E59AA0424974}" dt="2023-02-22T18:51:44.282" v="4479" actId="1076"/>
          <ac:cxnSpMkLst>
            <pc:docMk/>
            <pc:sldMk cId="4091457259" sldId="259"/>
            <ac:cxnSpMk id="31" creationId="{C2DB2665-ACE8-244D-AF12-26984B981F82}"/>
          </ac:cxnSpMkLst>
        </pc:cxnChg>
        <pc:cxnChg chg="add mod">
          <ac:chgData name="Shi, Junxiao (IntlAssoc)" userId="7b18982b-a381-4012-ade8-57e78b6d17d5" providerId="ADAL" clId="{E246A1DB-D747-464B-84D5-E59AA0424974}" dt="2023-02-22T18:51:39.345" v="4478" actId="1076"/>
          <ac:cxnSpMkLst>
            <pc:docMk/>
            <pc:sldMk cId="4091457259" sldId="259"/>
            <ac:cxnSpMk id="36" creationId="{402F1BB3-40C7-D5C6-91E2-0FD29E984C24}"/>
          </ac:cxnSpMkLst>
        </pc:cxnChg>
        <pc:cxnChg chg="add del mod">
          <ac:chgData name="Shi, Junxiao (IntlAssoc)" userId="7b18982b-a381-4012-ade8-57e78b6d17d5" providerId="ADAL" clId="{E246A1DB-D747-464B-84D5-E59AA0424974}" dt="2023-02-22T18:33:06.468" v="3799" actId="478"/>
          <ac:cxnSpMkLst>
            <pc:docMk/>
            <pc:sldMk cId="4091457259" sldId="259"/>
            <ac:cxnSpMk id="37" creationId="{8789C075-F7AE-623B-96B0-C58B363EDE14}"/>
          </ac:cxnSpMkLst>
        </pc:cxnChg>
        <pc:cxnChg chg="add del mod">
          <ac:chgData name="Shi, Junxiao (IntlAssoc)" userId="7b18982b-a381-4012-ade8-57e78b6d17d5" providerId="ADAL" clId="{E246A1DB-D747-464B-84D5-E59AA0424974}" dt="2023-02-22T18:35:47.833" v="3902" actId="478"/>
          <ac:cxnSpMkLst>
            <pc:docMk/>
            <pc:sldMk cId="4091457259" sldId="259"/>
            <ac:cxnSpMk id="38" creationId="{40B53C58-DE0F-0AAF-A07D-86296B45B61D}"/>
          </ac:cxnSpMkLst>
        </pc:cxnChg>
        <pc:cxnChg chg="add del mod">
          <ac:chgData name="Shi, Junxiao (IntlAssoc)" userId="7b18982b-a381-4012-ade8-57e78b6d17d5" providerId="ADAL" clId="{E246A1DB-D747-464B-84D5-E59AA0424974}" dt="2023-02-22T18:33:07.977" v="3800" actId="478"/>
          <ac:cxnSpMkLst>
            <pc:docMk/>
            <pc:sldMk cId="4091457259" sldId="259"/>
            <ac:cxnSpMk id="39" creationId="{600B31C2-E4C1-57D3-FA19-D1944000E7DF}"/>
          </ac:cxnSpMkLst>
        </pc:cxnChg>
        <pc:cxnChg chg="add del mod">
          <ac:chgData name="Shi, Junxiao (IntlAssoc)" userId="7b18982b-a381-4012-ade8-57e78b6d17d5" providerId="ADAL" clId="{E246A1DB-D747-464B-84D5-E59AA0424974}" dt="2023-02-22T18:51:22.839" v="4474" actId="478"/>
          <ac:cxnSpMkLst>
            <pc:docMk/>
            <pc:sldMk cId="4091457259" sldId="259"/>
            <ac:cxnSpMk id="47" creationId="{3D1CA056-9574-8BD6-B6D9-72FF57E150A9}"/>
          </ac:cxnSpMkLst>
        </pc:cxnChg>
        <pc:cxnChg chg="add mod">
          <ac:chgData name="Shi, Junxiao (IntlAssoc)" userId="7b18982b-a381-4012-ade8-57e78b6d17d5" providerId="ADAL" clId="{E246A1DB-D747-464B-84D5-E59AA0424974}" dt="2023-02-22T18:51:44.282" v="4479" actId="1076"/>
          <ac:cxnSpMkLst>
            <pc:docMk/>
            <pc:sldMk cId="4091457259" sldId="259"/>
            <ac:cxnSpMk id="49" creationId="{9681308C-5C19-760C-2A81-B065DF0B0222}"/>
          </ac:cxnSpMkLst>
        </pc:cxnChg>
        <pc:cxnChg chg="mod">
          <ac:chgData name="Shi, Junxiao (IntlAssoc)" userId="7b18982b-a381-4012-ade8-57e78b6d17d5" providerId="ADAL" clId="{E246A1DB-D747-464B-84D5-E59AA0424974}" dt="2023-02-22T18:36:27.699" v="3905"/>
          <ac:cxnSpMkLst>
            <pc:docMk/>
            <pc:sldMk cId="4091457259" sldId="259"/>
            <ac:cxnSpMk id="56" creationId="{CF09B22E-1026-0939-4115-E03EB9D2B2BB}"/>
          </ac:cxnSpMkLst>
        </pc:cxnChg>
        <pc:cxnChg chg="add mod">
          <ac:chgData name="Shi, Junxiao (IntlAssoc)" userId="7b18982b-a381-4012-ade8-57e78b6d17d5" providerId="ADAL" clId="{E246A1DB-D747-464B-84D5-E59AA0424974}" dt="2023-02-22T18:42:36.133" v="4149" actId="1076"/>
          <ac:cxnSpMkLst>
            <pc:docMk/>
            <pc:sldMk cId="4091457259" sldId="259"/>
            <ac:cxnSpMk id="71" creationId="{EE0C350C-F823-81A3-F925-5AC16FE06E06}"/>
          </ac:cxnSpMkLst>
        </pc:cxnChg>
        <pc:cxnChg chg="add mod">
          <ac:chgData name="Shi, Junxiao (IntlAssoc)" userId="7b18982b-a381-4012-ade8-57e78b6d17d5" providerId="ADAL" clId="{E246A1DB-D747-464B-84D5-E59AA0424974}" dt="2023-02-22T18:42:40.477" v="4150" actId="1076"/>
          <ac:cxnSpMkLst>
            <pc:docMk/>
            <pc:sldMk cId="4091457259" sldId="259"/>
            <ac:cxnSpMk id="73" creationId="{4ABFB369-9428-C4F1-34DA-44E914BCF953}"/>
          </ac:cxnSpMkLst>
        </pc:cxnChg>
        <pc:cxnChg chg="add mod">
          <ac:chgData name="Shi, Junxiao (IntlAssoc)" userId="7b18982b-a381-4012-ade8-57e78b6d17d5" providerId="ADAL" clId="{E246A1DB-D747-464B-84D5-E59AA0424974}" dt="2023-02-22T18:51:39.345" v="4478" actId="1076"/>
          <ac:cxnSpMkLst>
            <pc:docMk/>
            <pc:sldMk cId="4091457259" sldId="259"/>
            <ac:cxnSpMk id="75" creationId="{B6E44797-D569-E2DE-5143-4967A6A9109D}"/>
          </ac:cxnSpMkLst>
        </pc:cxnChg>
        <pc:cxnChg chg="add mod">
          <ac:chgData name="Shi, Junxiao (IntlAssoc)" userId="7b18982b-a381-4012-ade8-57e78b6d17d5" providerId="ADAL" clId="{E246A1DB-D747-464B-84D5-E59AA0424974}" dt="2023-02-22T18:51:44.282" v="4479" actId="1076"/>
          <ac:cxnSpMkLst>
            <pc:docMk/>
            <pc:sldMk cId="4091457259" sldId="259"/>
            <ac:cxnSpMk id="77" creationId="{729FCE78-5851-5B9C-F8C9-99CBF0141E09}"/>
          </ac:cxnSpMkLst>
        </pc:cxnChg>
        <pc:cxnChg chg="add mod ord">
          <ac:chgData name="Shi, Junxiao (IntlAssoc)" userId="7b18982b-a381-4012-ade8-57e78b6d17d5" providerId="ADAL" clId="{E246A1DB-D747-464B-84D5-E59AA0424974}" dt="2023-02-22T18:51:44.282" v="4479" actId="1076"/>
          <ac:cxnSpMkLst>
            <pc:docMk/>
            <pc:sldMk cId="4091457259" sldId="259"/>
            <ac:cxnSpMk id="80" creationId="{95261436-69C5-4320-34A1-CC6D0C085A7E}"/>
          </ac:cxnSpMkLst>
        </pc:cxnChg>
        <pc:cxnChg chg="add mod ord">
          <ac:chgData name="Shi, Junxiao (IntlAssoc)" userId="7b18982b-a381-4012-ade8-57e78b6d17d5" providerId="ADAL" clId="{E246A1DB-D747-464B-84D5-E59AA0424974}" dt="2023-02-22T18:44:10.717" v="4216" actId="1076"/>
          <ac:cxnSpMkLst>
            <pc:docMk/>
            <pc:sldMk cId="4091457259" sldId="259"/>
            <ac:cxnSpMk id="86" creationId="{52A31CCC-CFF4-0175-D85E-86D423C2EA77}"/>
          </ac:cxnSpMkLst>
        </pc:cxnChg>
      </pc:sldChg>
      <pc:sldChg chg="addSp delSp modSp new mod modClrScheme modAnim chgLayout">
        <pc:chgData name="Shi, Junxiao (IntlAssoc)" userId="7b18982b-a381-4012-ade8-57e78b6d17d5" providerId="ADAL" clId="{E246A1DB-D747-464B-84D5-E59AA0424974}" dt="2023-03-02T00:25:02.319" v="13650"/>
        <pc:sldMkLst>
          <pc:docMk/>
          <pc:sldMk cId="3301367211" sldId="260"/>
        </pc:sldMkLst>
        <pc:spChg chg="mod ord">
          <ac:chgData name="Shi, Junxiao (IntlAssoc)" userId="7b18982b-a381-4012-ade8-57e78b6d17d5" providerId="ADAL" clId="{E246A1DB-D747-464B-84D5-E59AA0424974}" dt="2023-02-28T17:10:32.189" v="12280" actId="20577"/>
          <ac:spMkLst>
            <pc:docMk/>
            <pc:sldMk cId="3301367211" sldId="260"/>
            <ac:spMk id="2" creationId="{E9105DDC-5944-6002-9C2B-EA2897EBF50B}"/>
          </ac:spMkLst>
        </pc:spChg>
        <pc:spChg chg="del">
          <ac:chgData name="Shi, Junxiao (IntlAssoc)" userId="7b18982b-a381-4012-ade8-57e78b6d17d5" providerId="ADAL" clId="{E246A1DB-D747-464B-84D5-E59AA0424974}" dt="2023-02-22T18:54:05.640" v="4522" actId="700"/>
          <ac:spMkLst>
            <pc:docMk/>
            <pc:sldMk cId="3301367211" sldId="260"/>
            <ac:spMk id="3" creationId="{AAE4DFEE-9DC5-03EE-03D1-14F285FAA6BE}"/>
          </ac:spMkLst>
        </pc:spChg>
        <pc:spChg chg="mod ord">
          <ac:chgData name="Shi, Junxiao (IntlAssoc)" userId="7b18982b-a381-4012-ade8-57e78b6d17d5" providerId="ADAL" clId="{E246A1DB-D747-464B-84D5-E59AA0424974}" dt="2023-02-22T18:57:15.268" v="4560" actId="700"/>
          <ac:spMkLst>
            <pc:docMk/>
            <pc:sldMk cId="3301367211" sldId="260"/>
            <ac:spMk id="4" creationId="{CC5D7383-1D9C-DB11-01F4-17DB861C56B5}"/>
          </ac:spMkLst>
        </pc:spChg>
        <pc:spChg chg="add mod">
          <ac:chgData name="Shi, Junxiao (IntlAssoc)" userId="7b18982b-a381-4012-ade8-57e78b6d17d5" providerId="ADAL" clId="{E246A1DB-D747-464B-84D5-E59AA0424974}" dt="2023-02-27T17:13:41.098" v="10563" actId="120"/>
          <ac:spMkLst>
            <pc:docMk/>
            <pc:sldMk cId="3301367211" sldId="260"/>
            <ac:spMk id="5" creationId="{E562A343-3DC7-2C42-2E09-65F88FC65CFE}"/>
          </ac:spMkLst>
        </pc:spChg>
        <pc:spChg chg="add mod">
          <ac:chgData name="Shi, Junxiao (IntlAssoc)" userId="7b18982b-a381-4012-ade8-57e78b6d17d5" providerId="ADAL" clId="{E246A1DB-D747-464B-84D5-E59AA0424974}" dt="2023-02-27T17:13:41.098" v="10563" actId="120"/>
          <ac:spMkLst>
            <pc:docMk/>
            <pc:sldMk cId="3301367211" sldId="260"/>
            <ac:spMk id="6" creationId="{B1BC1EDD-24B0-68DE-A002-60D9B54A84DD}"/>
          </ac:spMkLst>
        </pc:spChg>
        <pc:spChg chg="add mod">
          <ac:chgData name="Shi, Junxiao (IntlAssoc)" userId="7b18982b-a381-4012-ade8-57e78b6d17d5" providerId="ADAL" clId="{E246A1DB-D747-464B-84D5-E59AA0424974}" dt="2023-02-27T17:25:14.185" v="11016" actId="3064"/>
          <ac:spMkLst>
            <pc:docMk/>
            <pc:sldMk cId="3301367211" sldId="260"/>
            <ac:spMk id="7" creationId="{34098929-991F-035B-1F37-DCE044D1291C}"/>
          </ac:spMkLst>
        </pc:spChg>
        <pc:spChg chg="add mod">
          <ac:chgData name="Shi, Junxiao (IntlAssoc)" userId="7b18982b-a381-4012-ade8-57e78b6d17d5" providerId="ADAL" clId="{E246A1DB-D747-464B-84D5-E59AA0424974}" dt="2023-02-22T18:59:24.294" v="4910" actId="1076"/>
          <ac:spMkLst>
            <pc:docMk/>
            <pc:sldMk cId="3301367211" sldId="260"/>
            <ac:spMk id="8" creationId="{53072DE6-332F-C1D7-4602-5676814506A1}"/>
          </ac:spMkLst>
        </pc:spChg>
        <pc:spChg chg="add mod">
          <ac:chgData name="Shi, Junxiao (IntlAssoc)" userId="7b18982b-a381-4012-ade8-57e78b6d17d5" providerId="ADAL" clId="{E246A1DB-D747-464B-84D5-E59AA0424974}" dt="2023-02-22T18:59:24.294" v="4910" actId="1076"/>
          <ac:spMkLst>
            <pc:docMk/>
            <pc:sldMk cId="3301367211" sldId="260"/>
            <ac:spMk id="9" creationId="{183F7245-4E88-9DA1-B8A0-D9FB8D1E35AE}"/>
          </ac:spMkLst>
        </pc:spChg>
        <pc:spChg chg="add mod">
          <ac:chgData name="Shi, Junxiao (IntlAssoc)" userId="7b18982b-a381-4012-ade8-57e78b6d17d5" providerId="ADAL" clId="{E246A1DB-D747-464B-84D5-E59AA0424974}" dt="2023-02-22T18:59:24.294" v="4910" actId="1076"/>
          <ac:spMkLst>
            <pc:docMk/>
            <pc:sldMk cId="3301367211" sldId="260"/>
            <ac:spMk id="10" creationId="{9756E51A-B73F-DC34-0701-75AA11227756}"/>
          </ac:spMkLst>
        </pc:spChg>
        <pc:spChg chg="add mod">
          <ac:chgData name="Shi, Junxiao (IntlAssoc)" userId="7b18982b-a381-4012-ade8-57e78b6d17d5" providerId="ADAL" clId="{E246A1DB-D747-464B-84D5-E59AA0424974}" dt="2023-02-22T18:59:24.294" v="4910" actId="1076"/>
          <ac:spMkLst>
            <pc:docMk/>
            <pc:sldMk cId="3301367211" sldId="260"/>
            <ac:spMk id="11" creationId="{9244FA36-85E0-EDE3-1651-7B331C5C4B6A}"/>
          </ac:spMkLst>
        </pc:spChg>
        <pc:spChg chg="add mod">
          <ac:chgData name="Shi, Junxiao (IntlAssoc)" userId="7b18982b-a381-4012-ade8-57e78b6d17d5" providerId="ADAL" clId="{E246A1DB-D747-464B-84D5-E59AA0424974}" dt="2023-02-22T18:59:24.294" v="4910" actId="1076"/>
          <ac:spMkLst>
            <pc:docMk/>
            <pc:sldMk cId="3301367211" sldId="260"/>
            <ac:spMk id="12" creationId="{A0B09190-057A-1BFA-444B-D67E29A3D751}"/>
          </ac:spMkLst>
        </pc:spChg>
        <pc:spChg chg="add mod">
          <ac:chgData name="Shi, Junxiao (IntlAssoc)" userId="7b18982b-a381-4012-ade8-57e78b6d17d5" providerId="ADAL" clId="{E246A1DB-D747-464B-84D5-E59AA0424974}" dt="2023-02-22T18:59:24.294" v="4910" actId="1076"/>
          <ac:spMkLst>
            <pc:docMk/>
            <pc:sldMk cId="3301367211" sldId="260"/>
            <ac:spMk id="15" creationId="{E91264F0-DE51-66C6-9C59-B14EB8D4DC43}"/>
          </ac:spMkLst>
        </pc:spChg>
        <pc:spChg chg="add mod">
          <ac:chgData name="Shi, Junxiao (IntlAssoc)" userId="7b18982b-a381-4012-ade8-57e78b6d17d5" providerId="ADAL" clId="{E246A1DB-D747-464B-84D5-E59AA0424974}" dt="2023-02-22T18:59:24.294" v="4910" actId="1076"/>
          <ac:spMkLst>
            <pc:docMk/>
            <pc:sldMk cId="3301367211" sldId="260"/>
            <ac:spMk id="16" creationId="{42B49E6C-9EB0-4244-E1B9-9F5E8C1EE26B}"/>
          </ac:spMkLst>
        </pc:spChg>
        <pc:spChg chg="add mod">
          <ac:chgData name="Shi, Junxiao (IntlAssoc)" userId="7b18982b-a381-4012-ade8-57e78b6d17d5" providerId="ADAL" clId="{E246A1DB-D747-464B-84D5-E59AA0424974}" dt="2023-02-27T17:13:49.789" v="10566" actId="20577"/>
          <ac:spMkLst>
            <pc:docMk/>
            <pc:sldMk cId="3301367211" sldId="260"/>
            <ac:spMk id="26" creationId="{740527D5-5D43-B833-965E-8A4330906ED3}"/>
          </ac:spMkLst>
        </pc:spChg>
        <pc:spChg chg="add mod">
          <ac:chgData name="Shi, Junxiao (IntlAssoc)" userId="7b18982b-a381-4012-ade8-57e78b6d17d5" providerId="ADAL" clId="{E246A1DB-D747-464B-84D5-E59AA0424974}" dt="2023-02-27T17:13:52.777" v="10569" actId="20577"/>
          <ac:spMkLst>
            <pc:docMk/>
            <pc:sldMk cId="3301367211" sldId="260"/>
            <ac:spMk id="31" creationId="{8CB3412B-814F-B8A5-4D8D-305836659117}"/>
          </ac:spMkLst>
        </pc:spChg>
        <pc:spChg chg="add mod ord">
          <ac:chgData name="Shi, Junxiao (IntlAssoc)" userId="7b18982b-a381-4012-ade8-57e78b6d17d5" providerId="ADAL" clId="{E246A1DB-D747-464B-84D5-E59AA0424974}" dt="2023-02-27T15:16:43.181" v="9288" actId="20577"/>
          <ac:spMkLst>
            <pc:docMk/>
            <pc:sldMk cId="3301367211" sldId="260"/>
            <ac:spMk id="52" creationId="{1B9F2795-260A-530A-CBE2-B907FD8F31E4}"/>
          </ac:spMkLst>
        </pc:spChg>
        <pc:cxnChg chg="add mod">
          <ac:chgData name="Shi, Junxiao (IntlAssoc)" userId="7b18982b-a381-4012-ade8-57e78b6d17d5" providerId="ADAL" clId="{E246A1DB-D747-464B-84D5-E59AA0424974}" dt="2023-02-22T18:59:24.294" v="4910" actId="1076"/>
          <ac:cxnSpMkLst>
            <pc:docMk/>
            <pc:sldMk cId="3301367211" sldId="260"/>
            <ac:cxnSpMk id="13" creationId="{FDA51EAE-EC28-7220-9C06-0C090699A422}"/>
          </ac:cxnSpMkLst>
        </pc:cxnChg>
        <pc:cxnChg chg="add mod">
          <ac:chgData name="Shi, Junxiao (IntlAssoc)" userId="7b18982b-a381-4012-ade8-57e78b6d17d5" providerId="ADAL" clId="{E246A1DB-D747-464B-84D5-E59AA0424974}" dt="2023-02-22T18:59:24.294" v="4910" actId="1076"/>
          <ac:cxnSpMkLst>
            <pc:docMk/>
            <pc:sldMk cId="3301367211" sldId="260"/>
            <ac:cxnSpMk id="14" creationId="{A556A569-617D-9726-BF0C-6E888B094ECA}"/>
          </ac:cxnSpMkLst>
        </pc:cxnChg>
        <pc:cxnChg chg="add mod">
          <ac:chgData name="Shi, Junxiao (IntlAssoc)" userId="7b18982b-a381-4012-ade8-57e78b6d17d5" providerId="ADAL" clId="{E246A1DB-D747-464B-84D5-E59AA0424974}" dt="2023-02-22T18:59:24.294" v="4910" actId="1076"/>
          <ac:cxnSpMkLst>
            <pc:docMk/>
            <pc:sldMk cId="3301367211" sldId="260"/>
            <ac:cxnSpMk id="17" creationId="{B326B390-F75A-F280-A241-8BD354E2A4B7}"/>
          </ac:cxnSpMkLst>
        </pc:cxnChg>
        <pc:cxnChg chg="add mod">
          <ac:chgData name="Shi, Junxiao (IntlAssoc)" userId="7b18982b-a381-4012-ade8-57e78b6d17d5" providerId="ADAL" clId="{E246A1DB-D747-464B-84D5-E59AA0424974}" dt="2023-02-22T18:59:24.294" v="4910" actId="1076"/>
          <ac:cxnSpMkLst>
            <pc:docMk/>
            <pc:sldMk cId="3301367211" sldId="260"/>
            <ac:cxnSpMk id="18" creationId="{CEFDEB8C-7572-56A7-42B8-6441C618C758}"/>
          </ac:cxnSpMkLst>
        </pc:cxnChg>
        <pc:cxnChg chg="add mod">
          <ac:chgData name="Shi, Junxiao (IntlAssoc)" userId="7b18982b-a381-4012-ade8-57e78b6d17d5" providerId="ADAL" clId="{E246A1DB-D747-464B-84D5-E59AA0424974}" dt="2023-02-22T18:59:24.294" v="4910" actId="1076"/>
          <ac:cxnSpMkLst>
            <pc:docMk/>
            <pc:sldMk cId="3301367211" sldId="260"/>
            <ac:cxnSpMk id="19" creationId="{167543B7-BECC-8EB7-BD11-868DB31D2242}"/>
          </ac:cxnSpMkLst>
        </pc:cxnChg>
        <pc:cxnChg chg="add mod">
          <ac:chgData name="Shi, Junxiao (IntlAssoc)" userId="7b18982b-a381-4012-ade8-57e78b6d17d5" providerId="ADAL" clId="{E246A1DB-D747-464B-84D5-E59AA0424974}" dt="2023-02-22T18:59:24.294" v="4910" actId="1076"/>
          <ac:cxnSpMkLst>
            <pc:docMk/>
            <pc:sldMk cId="3301367211" sldId="260"/>
            <ac:cxnSpMk id="20" creationId="{86EAB534-3C80-4AAD-0CE0-D280FB6E6F5A}"/>
          </ac:cxnSpMkLst>
        </pc:cxnChg>
        <pc:cxnChg chg="add mod">
          <ac:chgData name="Shi, Junxiao (IntlAssoc)" userId="7b18982b-a381-4012-ade8-57e78b6d17d5" providerId="ADAL" clId="{E246A1DB-D747-464B-84D5-E59AA0424974}" dt="2023-02-22T18:59:24.294" v="4910" actId="1076"/>
          <ac:cxnSpMkLst>
            <pc:docMk/>
            <pc:sldMk cId="3301367211" sldId="260"/>
            <ac:cxnSpMk id="21" creationId="{CC0F3F79-F802-2A60-B4CB-62FF725E7293}"/>
          </ac:cxnSpMkLst>
        </pc:cxnChg>
        <pc:cxnChg chg="add mod">
          <ac:chgData name="Shi, Junxiao (IntlAssoc)" userId="7b18982b-a381-4012-ade8-57e78b6d17d5" providerId="ADAL" clId="{E246A1DB-D747-464B-84D5-E59AA0424974}" dt="2023-02-22T18:59:24.294" v="4910" actId="1076"/>
          <ac:cxnSpMkLst>
            <pc:docMk/>
            <pc:sldMk cId="3301367211" sldId="260"/>
            <ac:cxnSpMk id="36" creationId="{6283202B-DCED-56B9-7BBD-166C92AD6DF7}"/>
          </ac:cxnSpMkLst>
        </pc:cxnChg>
        <pc:cxnChg chg="add mod">
          <ac:chgData name="Shi, Junxiao (IntlAssoc)" userId="7b18982b-a381-4012-ade8-57e78b6d17d5" providerId="ADAL" clId="{E246A1DB-D747-464B-84D5-E59AA0424974}" dt="2023-02-22T18:59:24.294" v="4910" actId="1076"/>
          <ac:cxnSpMkLst>
            <pc:docMk/>
            <pc:sldMk cId="3301367211" sldId="260"/>
            <ac:cxnSpMk id="39" creationId="{A3AF5806-733B-6868-9F29-6C739F9D00BB}"/>
          </ac:cxnSpMkLst>
        </pc:cxnChg>
      </pc:sldChg>
      <pc:sldChg chg="addSp delSp modSp new add del mod ord delAnim modAnim chgLayout">
        <pc:chgData name="Shi, Junxiao (IntlAssoc)" userId="7b18982b-a381-4012-ade8-57e78b6d17d5" providerId="ADAL" clId="{E246A1DB-D747-464B-84D5-E59AA0424974}" dt="2023-02-28T23:03:30.102" v="13542" actId="20577"/>
        <pc:sldMkLst>
          <pc:docMk/>
          <pc:sldMk cId="267872302" sldId="261"/>
        </pc:sldMkLst>
        <pc:spChg chg="mod ord">
          <ac:chgData name="Shi, Junxiao (IntlAssoc)" userId="7b18982b-a381-4012-ade8-57e78b6d17d5" providerId="ADAL" clId="{E246A1DB-D747-464B-84D5-E59AA0424974}" dt="2023-02-28T19:02:57.937" v="12881" actId="20577"/>
          <ac:spMkLst>
            <pc:docMk/>
            <pc:sldMk cId="267872302" sldId="261"/>
            <ac:spMk id="2" creationId="{979548B5-8ACC-CDFC-2966-2B38364E0CAB}"/>
          </ac:spMkLst>
        </pc:spChg>
        <pc:spChg chg="mod ord">
          <ac:chgData name="Shi, Junxiao (IntlAssoc)" userId="7b18982b-a381-4012-ade8-57e78b6d17d5" providerId="ADAL" clId="{E246A1DB-D747-464B-84D5-E59AA0424974}" dt="2023-02-28T23:03:30.102" v="13542" actId="20577"/>
          <ac:spMkLst>
            <pc:docMk/>
            <pc:sldMk cId="267872302" sldId="261"/>
            <ac:spMk id="3" creationId="{3491EFCD-378E-1C62-B9D4-B9D10EE5E668}"/>
          </ac:spMkLst>
        </pc:spChg>
        <pc:spChg chg="add del mod">
          <ac:chgData name="Shi, Junxiao (IntlAssoc)" userId="7b18982b-a381-4012-ade8-57e78b6d17d5" providerId="ADAL" clId="{E246A1DB-D747-464B-84D5-E59AA0424974}" dt="2023-02-27T15:21:25.169" v="9406"/>
          <ac:spMkLst>
            <pc:docMk/>
            <pc:sldMk cId="267872302" sldId="261"/>
            <ac:spMk id="4" creationId="{DDEFE29E-1565-E862-122C-BFE27AC96E31}"/>
          </ac:spMkLst>
        </pc:spChg>
        <pc:spChg chg="add del mod">
          <ac:chgData name="Shi, Junxiao (IntlAssoc)" userId="7b18982b-a381-4012-ade8-57e78b6d17d5" providerId="ADAL" clId="{E246A1DB-D747-464B-84D5-E59AA0424974}" dt="2023-02-27T15:21:25.169" v="9406"/>
          <ac:spMkLst>
            <pc:docMk/>
            <pc:sldMk cId="267872302" sldId="261"/>
            <ac:spMk id="5" creationId="{1C09DC67-4562-9F1A-5ACD-6FFAE40F9223}"/>
          </ac:spMkLst>
        </pc:spChg>
        <pc:spChg chg="add del mod">
          <ac:chgData name="Shi, Junxiao (IntlAssoc)" userId="7b18982b-a381-4012-ade8-57e78b6d17d5" providerId="ADAL" clId="{E246A1DB-D747-464B-84D5-E59AA0424974}" dt="2023-02-27T15:21:25.169" v="9406"/>
          <ac:spMkLst>
            <pc:docMk/>
            <pc:sldMk cId="267872302" sldId="261"/>
            <ac:spMk id="6" creationId="{4280943A-53B0-80B2-6D46-114A54D4E57E}"/>
          </ac:spMkLst>
        </pc:spChg>
        <pc:spChg chg="mod topLvl">
          <ac:chgData name="Shi, Junxiao (IntlAssoc)" userId="7b18982b-a381-4012-ade8-57e78b6d17d5" providerId="ADAL" clId="{E246A1DB-D747-464B-84D5-E59AA0424974}" dt="2023-02-22T15:12:00.479" v="636" actId="165"/>
          <ac:spMkLst>
            <pc:docMk/>
            <pc:sldMk cId="267872302" sldId="261"/>
            <ac:spMk id="6" creationId="{9933C997-4B0C-3DA5-A442-57553A0C0AEC}"/>
          </ac:spMkLst>
        </pc:spChg>
        <pc:spChg chg="mod topLvl">
          <ac:chgData name="Shi, Junxiao (IntlAssoc)" userId="7b18982b-a381-4012-ade8-57e78b6d17d5" providerId="ADAL" clId="{E246A1DB-D747-464B-84D5-E59AA0424974}" dt="2023-02-22T15:12:00.479" v="636" actId="165"/>
          <ac:spMkLst>
            <pc:docMk/>
            <pc:sldMk cId="267872302" sldId="261"/>
            <ac:spMk id="7" creationId="{599B9271-79A2-AC65-058F-A66993F50850}"/>
          </ac:spMkLst>
        </pc:spChg>
        <pc:spChg chg="mod">
          <ac:chgData name="Shi, Junxiao (IntlAssoc)" userId="7b18982b-a381-4012-ade8-57e78b6d17d5" providerId="ADAL" clId="{E246A1DB-D747-464B-84D5-E59AA0424974}" dt="2023-02-27T15:22:04.485" v="9416"/>
          <ac:spMkLst>
            <pc:docMk/>
            <pc:sldMk cId="267872302" sldId="261"/>
            <ac:spMk id="8" creationId="{2CD517E3-80DD-78AE-9C47-CB383C835F1A}"/>
          </ac:spMkLst>
        </pc:spChg>
        <pc:spChg chg="mod">
          <ac:chgData name="Shi, Junxiao (IntlAssoc)" userId="7b18982b-a381-4012-ade8-57e78b6d17d5" providerId="ADAL" clId="{E246A1DB-D747-464B-84D5-E59AA0424974}" dt="2023-02-27T15:22:04.485" v="9416"/>
          <ac:spMkLst>
            <pc:docMk/>
            <pc:sldMk cId="267872302" sldId="261"/>
            <ac:spMk id="9" creationId="{189A316B-53C9-0820-5FFC-30652E23C914}"/>
          </ac:spMkLst>
        </pc:spChg>
        <pc:spChg chg="mod">
          <ac:chgData name="Shi, Junxiao (IntlAssoc)" userId="7b18982b-a381-4012-ade8-57e78b6d17d5" providerId="ADAL" clId="{E246A1DB-D747-464B-84D5-E59AA0424974}" dt="2023-02-27T15:22:04.485" v="9416"/>
          <ac:spMkLst>
            <pc:docMk/>
            <pc:sldMk cId="267872302" sldId="261"/>
            <ac:spMk id="10" creationId="{03B0C078-8A0E-46E4-0A0F-A09E2D9207E6}"/>
          </ac:spMkLst>
        </pc:spChg>
        <pc:spChg chg="mod topLvl">
          <ac:chgData name="Shi, Junxiao (IntlAssoc)" userId="7b18982b-a381-4012-ade8-57e78b6d17d5" providerId="ADAL" clId="{E246A1DB-D747-464B-84D5-E59AA0424974}" dt="2023-02-22T15:12:00.479" v="636" actId="165"/>
          <ac:spMkLst>
            <pc:docMk/>
            <pc:sldMk cId="267872302" sldId="261"/>
            <ac:spMk id="10" creationId="{D5581052-E8A9-61AE-3947-2E386F258733}"/>
          </ac:spMkLst>
        </pc:spChg>
        <pc:spChg chg="mod">
          <ac:chgData name="Shi, Junxiao (IntlAssoc)" userId="7b18982b-a381-4012-ade8-57e78b6d17d5" providerId="ADAL" clId="{E246A1DB-D747-464B-84D5-E59AA0424974}" dt="2023-02-27T15:22:04.485" v="9416"/>
          <ac:spMkLst>
            <pc:docMk/>
            <pc:sldMk cId="267872302" sldId="261"/>
            <ac:spMk id="11" creationId="{742B8F43-A7D0-D58D-50D1-8C5A1DAD6C88}"/>
          </ac:spMkLst>
        </pc:spChg>
        <pc:spChg chg="mod">
          <ac:chgData name="Shi, Junxiao (IntlAssoc)" userId="7b18982b-a381-4012-ade8-57e78b6d17d5" providerId="ADAL" clId="{E246A1DB-D747-464B-84D5-E59AA0424974}" dt="2023-02-27T15:22:04.485" v="9416"/>
          <ac:spMkLst>
            <pc:docMk/>
            <pc:sldMk cId="267872302" sldId="261"/>
            <ac:spMk id="12" creationId="{34EE8F05-7E61-59EC-8467-9641633BEF7C}"/>
          </ac:spMkLst>
        </pc:spChg>
        <pc:spChg chg="mod topLvl">
          <ac:chgData name="Shi, Junxiao (IntlAssoc)" userId="7b18982b-a381-4012-ade8-57e78b6d17d5" providerId="ADAL" clId="{E246A1DB-D747-464B-84D5-E59AA0424974}" dt="2023-02-22T15:12:00.479" v="636" actId="165"/>
          <ac:spMkLst>
            <pc:docMk/>
            <pc:sldMk cId="267872302" sldId="261"/>
            <ac:spMk id="12" creationId="{BF4F6234-CFFC-4F04-684D-46E0B3A8F646}"/>
          </ac:spMkLst>
        </pc:spChg>
        <pc:spChg chg="mod">
          <ac:chgData name="Shi, Junxiao (IntlAssoc)" userId="7b18982b-a381-4012-ade8-57e78b6d17d5" providerId="ADAL" clId="{E246A1DB-D747-464B-84D5-E59AA0424974}" dt="2023-02-27T15:22:04.485" v="9416"/>
          <ac:spMkLst>
            <pc:docMk/>
            <pc:sldMk cId="267872302" sldId="261"/>
            <ac:spMk id="13" creationId="{842D2B47-215E-CC0C-F288-B439A31D2299}"/>
          </ac:spMkLst>
        </pc:spChg>
        <pc:spChg chg="mod topLvl">
          <ac:chgData name="Shi, Junxiao (IntlAssoc)" userId="7b18982b-a381-4012-ade8-57e78b6d17d5" providerId="ADAL" clId="{E246A1DB-D747-464B-84D5-E59AA0424974}" dt="2023-02-22T15:12:00.479" v="636" actId="165"/>
          <ac:spMkLst>
            <pc:docMk/>
            <pc:sldMk cId="267872302" sldId="261"/>
            <ac:spMk id="14" creationId="{8E8068BC-E5A8-4A24-1FF5-69B7CCFC0C2D}"/>
          </ac:spMkLst>
        </pc:spChg>
        <pc:spChg chg="mod">
          <ac:chgData name="Shi, Junxiao (IntlAssoc)" userId="7b18982b-a381-4012-ade8-57e78b6d17d5" providerId="ADAL" clId="{E246A1DB-D747-464B-84D5-E59AA0424974}" dt="2023-02-27T15:22:04.485" v="9416"/>
          <ac:spMkLst>
            <pc:docMk/>
            <pc:sldMk cId="267872302" sldId="261"/>
            <ac:spMk id="14" creationId="{B83B8631-B8BE-4956-DD05-5D7569D2D0CB}"/>
          </ac:spMkLst>
        </pc:spChg>
        <pc:spChg chg="mod">
          <ac:chgData name="Shi, Junxiao (IntlAssoc)" userId="7b18982b-a381-4012-ade8-57e78b6d17d5" providerId="ADAL" clId="{E246A1DB-D747-464B-84D5-E59AA0424974}" dt="2023-02-27T15:22:04.485" v="9416"/>
          <ac:spMkLst>
            <pc:docMk/>
            <pc:sldMk cId="267872302" sldId="261"/>
            <ac:spMk id="15" creationId="{63E38B8A-0656-1B01-FEC1-577E6D272468}"/>
          </ac:spMkLst>
        </pc:spChg>
        <pc:spChg chg="mod topLvl">
          <ac:chgData name="Shi, Junxiao (IntlAssoc)" userId="7b18982b-a381-4012-ade8-57e78b6d17d5" providerId="ADAL" clId="{E246A1DB-D747-464B-84D5-E59AA0424974}" dt="2023-02-22T15:12:00.479" v="636" actId="165"/>
          <ac:spMkLst>
            <pc:docMk/>
            <pc:sldMk cId="267872302" sldId="261"/>
            <ac:spMk id="17" creationId="{8A470AE3-8DAC-4D57-1066-51DF9E30F401}"/>
          </ac:spMkLst>
        </pc:spChg>
        <pc:spChg chg="mod">
          <ac:chgData name="Shi, Junxiao (IntlAssoc)" userId="7b18982b-a381-4012-ade8-57e78b6d17d5" providerId="ADAL" clId="{E246A1DB-D747-464B-84D5-E59AA0424974}" dt="2023-02-22T15:12:00.479" v="636" actId="165"/>
          <ac:spMkLst>
            <pc:docMk/>
            <pc:sldMk cId="267872302" sldId="261"/>
            <ac:spMk id="19" creationId="{952AFA0B-F4BC-39D3-BA3A-0BE209F18F5F}"/>
          </ac:spMkLst>
        </pc:spChg>
        <pc:spChg chg="mod">
          <ac:chgData name="Shi, Junxiao (IntlAssoc)" userId="7b18982b-a381-4012-ade8-57e78b6d17d5" providerId="ADAL" clId="{E246A1DB-D747-464B-84D5-E59AA0424974}" dt="2023-02-22T15:12:00.479" v="636" actId="165"/>
          <ac:spMkLst>
            <pc:docMk/>
            <pc:sldMk cId="267872302" sldId="261"/>
            <ac:spMk id="20" creationId="{4F58C547-5FA7-9EE8-E47F-F314528C65F3}"/>
          </ac:spMkLst>
        </pc:spChg>
        <pc:spChg chg="add del mod">
          <ac:chgData name="Shi, Junxiao (IntlAssoc)" userId="7b18982b-a381-4012-ade8-57e78b6d17d5" providerId="ADAL" clId="{E246A1DB-D747-464B-84D5-E59AA0424974}" dt="2023-02-27T18:03:46.196" v="11507"/>
          <ac:spMkLst>
            <pc:docMk/>
            <pc:sldMk cId="267872302" sldId="261"/>
            <ac:spMk id="20" creationId="{D5771F00-6DC1-1D4A-0E9A-766E55C13E68}"/>
          </ac:spMkLst>
        </pc:spChg>
        <pc:spChg chg="add del mod">
          <ac:chgData name="Shi, Junxiao (IntlAssoc)" userId="7b18982b-a381-4012-ade8-57e78b6d17d5" providerId="ADAL" clId="{E246A1DB-D747-464B-84D5-E59AA0424974}" dt="2023-02-27T18:03:46.196" v="11507"/>
          <ac:spMkLst>
            <pc:docMk/>
            <pc:sldMk cId="267872302" sldId="261"/>
            <ac:spMk id="21" creationId="{0D6CA3DF-C3DF-C6D7-68B1-D8EC9A8C5A85}"/>
          </ac:spMkLst>
        </pc:spChg>
        <pc:spChg chg="mod">
          <ac:chgData name="Shi, Junxiao (IntlAssoc)" userId="7b18982b-a381-4012-ade8-57e78b6d17d5" providerId="ADAL" clId="{E246A1DB-D747-464B-84D5-E59AA0424974}" dt="2023-02-22T15:12:00.479" v="636" actId="165"/>
          <ac:spMkLst>
            <pc:docMk/>
            <pc:sldMk cId="267872302" sldId="261"/>
            <ac:spMk id="21" creationId="{FC32A95A-1C9C-D38E-7141-A3D3211CAFD9}"/>
          </ac:spMkLst>
        </pc:spChg>
        <pc:spChg chg="add del mod">
          <ac:chgData name="Shi, Junxiao (IntlAssoc)" userId="7b18982b-a381-4012-ade8-57e78b6d17d5" providerId="ADAL" clId="{E246A1DB-D747-464B-84D5-E59AA0424974}" dt="2023-02-27T18:03:46.196" v="11507"/>
          <ac:spMkLst>
            <pc:docMk/>
            <pc:sldMk cId="267872302" sldId="261"/>
            <ac:spMk id="22" creationId="{1C66CE2C-960B-4CFA-5CE3-02AF49C46E3B}"/>
          </ac:spMkLst>
        </pc:spChg>
        <pc:spChg chg="mod">
          <ac:chgData name="Shi, Junxiao (IntlAssoc)" userId="7b18982b-a381-4012-ade8-57e78b6d17d5" providerId="ADAL" clId="{E246A1DB-D747-464B-84D5-E59AA0424974}" dt="2023-02-22T15:12:00.479" v="636" actId="165"/>
          <ac:spMkLst>
            <pc:docMk/>
            <pc:sldMk cId="267872302" sldId="261"/>
            <ac:spMk id="22" creationId="{B3191CC3-58CD-87ED-F638-8A9613F87593}"/>
          </ac:spMkLst>
        </pc:spChg>
        <pc:spChg chg="mod">
          <ac:chgData name="Shi, Junxiao (IntlAssoc)" userId="7b18982b-a381-4012-ade8-57e78b6d17d5" providerId="ADAL" clId="{E246A1DB-D747-464B-84D5-E59AA0424974}" dt="2023-02-22T15:12:00.479" v="636" actId="165"/>
          <ac:spMkLst>
            <pc:docMk/>
            <pc:sldMk cId="267872302" sldId="261"/>
            <ac:spMk id="23" creationId="{24E04B5B-33F0-11BB-4BE1-7C8D9B68F001}"/>
          </ac:spMkLst>
        </pc:spChg>
        <pc:spChg chg="mod">
          <ac:chgData name="Shi, Junxiao (IntlAssoc)" userId="7b18982b-a381-4012-ade8-57e78b6d17d5" providerId="ADAL" clId="{E246A1DB-D747-464B-84D5-E59AA0424974}" dt="2023-02-22T15:12:00.479" v="636" actId="165"/>
          <ac:spMkLst>
            <pc:docMk/>
            <pc:sldMk cId="267872302" sldId="261"/>
            <ac:spMk id="24" creationId="{60915E31-70D7-B7FD-965F-8A7E47453FEE}"/>
          </ac:spMkLst>
        </pc:spChg>
        <pc:spChg chg="mod">
          <ac:chgData name="Shi, Junxiao (IntlAssoc)" userId="7b18982b-a381-4012-ade8-57e78b6d17d5" providerId="ADAL" clId="{E246A1DB-D747-464B-84D5-E59AA0424974}" dt="2023-02-22T15:12:00.479" v="636" actId="165"/>
          <ac:spMkLst>
            <pc:docMk/>
            <pc:sldMk cId="267872302" sldId="261"/>
            <ac:spMk id="25" creationId="{F51898D2-616F-09F9-E2CB-3E6FF9C9FC2D}"/>
          </ac:spMkLst>
        </pc:spChg>
        <pc:spChg chg="mod">
          <ac:chgData name="Shi, Junxiao (IntlAssoc)" userId="7b18982b-a381-4012-ade8-57e78b6d17d5" providerId="ADAL" clId="{E246A1DB-D747-464B-84D5-E59AA0424974}" dt="2023-02-22T15:12:00.479" v="636" actId="165"/>
          <ac:spMkLst>
            <pc:docMk/>
            <pc:sldMk cId="267872302" sldId="261"/>
            <ac:spMk id="26" creationId="{C4DC14C1-59E8-688B-132C-8F1C85E6C5D8}"/>
          </ac:spMkLst>
        </pc:spChg>
        <pc:spChg chg="mod">
          <ac:chgData name="Shi, Junxiao (IntlAssoc)" userId="7b18982b-a381-4012-ade8-57e78b6d17d5" providerId="ADAL" clId="{E246A1DB-D747-464B-84D5-E59AA0424974}" dt="2023-02-22T15:12:00.479" v="636" actId="165"/>
          <ac:spMkLst>
            <pc:docMk/>
            <pc:sldMk cId="267872302" sldId="261"/>
            <ac:spMk id="27" creationId="{4A06DD29-5F6C-2069-DF82-161EDA83DBBA}"/>
          </ac:spMkLst>
        </pc:spChg>
        <pc:spChg chg="mod">
          <ac:chgData name="Shi, Junxiao (IntlAssoc)" userId="7b18982b-a381-4012-ade8-57e78b6d17d5" providerId="ADAL" clId="{E246A1DB-D747-464B-84D5-E59AA0424974}" dt="2023-02-22T15:12:00.479" v="636" actId="165"/>
          <ac:spMkLst>
            <pc:docMk/>
            <pc:sldMk cId="267872302" sldId="261"/>
            <ac:spMk id="28" creationId="{BC746130-D72E-4570-D5D1-C99C36997898}"/>
          </ac:spMkLst>
        </pc:spChg>
        <pc:spChg chg="mod">
          <ac:chgData name="Shi, Junxiao (IntlAssoc)" userId="7b18982b-a381-4012-ade8-57e78b6d17d5" providerId="ADAL" clId="{E246A1DB-D747-464B-84D5-E59AA0424974}" dt="2023-02-22T15:12:00.479" v="636" actId="165"/>
          <ac:spMkLst>
            <pc:docMk/>
            <pc:sldMk cId="267872302" sldId="261"/>
            <ac:spMk id="29" creationId="{C90275F4-0E77-842B-924A-69F08D287683}"/>
          </ac:spMkLst>
        </pc:spChg>
        <pc:spChg chg="mod">
          <ac:chgData name="Shi, Junxiao (IntlAssoc)" userId="7b18982b-a381-4012-ade8-57e78b6d17d5" providerId="ADAL" clId="{E246A1DB-D747-464B-84D5-E59AA0424974}" dt="2023-02-22T15:12:00.479" v="636" actId="165"/>
          <ac:spMkLst>
            <pc:docMk/>
            <pc:sldMk cId="267872302" sldId="261"/>
            <ac:spMk id="30" creationId="{25E71401-7B7D-B7F7-C133-77828789544B}"/>
          </ac:spMkLst>
        </pc:spChg>
        <pc:spChg chg="mod">
          <ac:chgData name="Shi, Junxiao (IntlAssoc)" userId="7b18982b-a381-4012-ade8-57e78b6d17d5" providerId="ADAL" clId="{E246A1DB-D747-464B-84D5-E59AA0424974}" dt="2023-02-22T15:12:00.479" v="636" actId="165"/>
          <ac:spMkLst>
            <pc:docMk/>
            <pc:sldMk cId="267872302" sldId="261"/>
            <ac:spMk id="31" creationId="{08F34883-F806-DA38-DFB6-710E1B887C44}"/>
          </ac:spMkLst>
        </pc:spChg>
        <pc:spChg chg="mod">
          <ac:chgData name="Shi, Junxiao (IntlAssoc)" userId="7b18982b-a381-4012-ade8-57e78b6d17d5" providerId="ADAL" clId="{E246A1DB-D747-464B-84D5-E59AA0424974}" dt="2023-02-22T15:12:00.479" v="636" actId="165"/>
          <ac:spMkLst>
            <pc:docMk/>
            <pc:sldMk cId="267872302" sldId="261"/>
            <ac:spMk id="32" creationId="{28477538-FCB0-8E0B-014F-B02FAEC4E32D}"/>
          </ac:spMkLst>
        </pc:spChg>
        <pc:spChg chg="mod">
          <ac:chgData name="Shi, Junxiao (IntlAssoc)" userId="7b18982b-a381-4012-ade8-57e78b6d17d5" providerId="ADAL" clId="{E246A1DB-D747-464B-84D5-E59AA0424974}" dt="2023-02-22T15:12:00.479" v="636" actId="165"/>
          <ac:spMkLst>
            <pc:docMk/>
            <pc:sldMk cId="267872302" sldId="261"/>
            <ac:spMk id="33" creationId="{EED69CFA-C6DC-58B1-7D0E-5C5464A664DA}"/>
          </ac:spMkLst>
        </pc:spChg>
        <pc:spChg chg="mod">
          <ac:chgData name="Shi, Junxiao (IntlAssoc)" userId="7b18982b-a381-4012-ade8-57e78b6d17d5" providerId="ADAL" clId="{E246A1DB-D747-464B-84D5-E59AA0424974}" dt="2023-02-22T15:12:00.479" v="636" actId="165"/>
          <ac:spMkLst>
            <pc:docMk/>
            <pc:sldMk cId="267872302" sldId="261"/>
            <ac:spMk id="34" creationId="{BAB9A398-8A0B-8C1E-5017-9656F34CB422}"/>
          </ac:spMkLst>
        </pc:spChg>
        <pc:spChg chg="mod topLvl">
          <ac:chgData name="Shi, Junxiao (IntlAssoc)" userId="7b18982b-a381-4012-ade8-57e78b6d17d5" providerId="ADAL" clId="{E246A1DB-D747-464B-84D5-E59AA0424974}" dt="2023-02-22T15:13:33.537" v="654" actId="165"/>
          <ac:spMkLst>
            <pc:docMk/>
            <pc:sldMk cId="267872302" sldId="261"/>
            <ac:spMk id="37" creationId="{9588CE0B-FACA-07A7-BC32-C79A2302D5B8}"/>
          </ac:spMkLst>
        </pc:spChg>
        <pc:spChg chg="mod topLvl">
          <ac:chgData name="Shi, Junxiao (IntlAssoc)" userId="7b18982b-a381-4012-ade8-57e78b6d17d5" providerId="ADAL" clId="{E246A1DB-D747-464B-84D5-E59AA0424974}" dt="2023-02-22T15:13:33.537" v="654" actId="165"/>
          <ac:spMkLst>
            <pc:docMk/>
            <pc:sldMk cId="267872302" sldId="261"/>
            <ac:spMk id="38" creationId="{83508069-8D1D-F2B2-3909-A472B90909B9}"/>
          </ac:spMkLst>
        </pc:spChg>
        <pc:spChg chg="mod topLvl">
          <ac:chgData name="Shi, Junxiao (IntlAssoc)" userId="7b18982b-a381-4012-ade8-57e78b6d17d5" providerId="ADAL" clId="{E246A1DB-D747-464B-84D5-E59AA0424974}" dt="2023-02-22T15:13:33.537" v="654" actId="165"/>
          <ac:spMkLst>
            <pc:docMk/>
            <pc:sldMk cId="267872302" sldId="261"/>
            <ac:spMk id="41" creationId="{2F4221D1-160F-FDA4-4ECC-56E66578A998}"/>
          </ac:spMkLst>
        </pc:spChg>
        <pc:spChg chg="mod topLvl">
          <ac:chgData name="Shi, Junxiao (IntlAssoc)" userId="7b18982b-a381-4012-ade8-57e78b6d17d5" providerId="ADAL" clId="{E246A1DB-D747-464B-84D5-E59AA0424974}" dt="2023-02-22T15:13:33.537" v="654" actId="165"/>
          <ac:spMkLst>
            <pc:docMk/>
            <pc:sldMk cId="267872302" sldId="261"/>
            <ac:spMk id="43" creationId="{462F33EE-2E9B-0410-720F-E20DC67CC562}"/>
          </ac:spMkLst>
        </pc:spChg>
        <pc:spChg chg="mod topLvl">
          <ac:chgData name="Shi, Junxiao (IntlAssoc)" userId="7b18982b-a381-4012-ade8-57e78b6d17d5" providerId="ADAL" clId="{E246A1DB-D747-464B-84D5-E59AA0424974}" dt="2023-02-22T15:13:33.537" v="654" actId="165"/>
          <ac:spMkLst>
            <pc:docMk/>
            <pc:sldMk cId="267872302" sldId="261"/>
            <ac:spMk id="45" creationId="{AFD667AE-AA1C-F350-3738-042B208303EA}"/>
          </ac:spMkLst>
        </pc:spChg>
        <pc:spChg chg="mod topLvl">
          <ac:chgData name="Shi, Junxiao (IntlAssoc)" userId="7b18982b-a381-4012-ade8-57e78b6d17d5" providerId="ADAL" clId="{E246A1DB-D747-464B-84D5-E59AA0424974}" dt="2023-02-22T15:13:33.537" v="654" actId="165"/>
          <ac:spMkLst>
            <pc:docMk/>
            <pc:sldMk cId="267872302" sldId="261"/>
            <ac:spMk id="48" creationId="{E0E5FD48-9C2C-5A01-9492-F868CE19D57E}"/>
          </ac:spMkLst>
        </pc:spChg>
        <pc:spChg chg="mod">
          <ac:chgData name="Shi, Junxiao (IntlAssoc)" userId="7b18982b-a381-4012-ade8-57e78b6d17d5" providerId="ADAL" clId="{E246A1DB-D747-464B-84D5-E59AA0424974}" dt="2023-02-22T15:13:33.537" v="654" actId="165"/>
          <ac:spMkLst>
            <pc:docMk/>
            <pc:sldMk cId="267872302" sldId="261"/>
            <ac:spMk id="50" creationId="{EC806148-39F1-7166-A8AD-DE8DDC915998}"/>
          </ac:spMkLst>
        </pc:spChg>
        <pc:spChg chg="mod">
          <ac:chgData name="Shi, Junxiao (IntlAssoc)" userId="7b18982b-a381-4012-ade8-57e78b6d17d5" providerId="ADAL" clId="{E246A1DB-D747-464B-84D5-E59AA0424974}" dt="2023-02-22T15:13:33.537" v="654" actId="165"/>
          <ac:spMkLst>
            <pc:docMk/>
            <pc:sldMk cId="267872302" sldId="261"/>
            <ac:spMk id="51" creationId="{726159BE-51DE-0DA4-9E22-95BE8ADD0612}"/>
          </ac:spMkLst>
        </pc:spChg>
        <pc:spChg chg="mod">
          <ac:chgData name="Shi, Junxiao (IntlAssoc)" userId="7b18982b-a381-4012-ade8-57e78b6d17d5" providerId="ADAL" clId="{E246A1DB-D747-464B-84D5-E59AA0424974}" dt="2023-02-22T15:13:33.537" v="654" actId="165"/>
          <ac:spMkLst>
            <pc:docMk/>
            <pc:sldMk cId="267872302" sldId="261"/>
            <ac:spMk id="52" creationId="{448580B8-41F9-7F1A-0ABE-D431A4DBA235}"/>
          </ac:spMkLst>
        </pc:spChg>
        <pc:spChg chg="mod">
          <ac:chgData name="Shi, Junxiao (IntlAssoc)" userId="7b18982b-a381-4012-ade8-57e78b6d17d5" providerId="ADAL" clId="{E246A1DB-D747-464B-84D5-E59AA0424974}" dt="2023-02-22T15:13:33.537" v="654" actId="165"/>
          <ac:spMkLst>
            <pc:docMk/>
            <pc:sldMk cId="267872302" sldId="261"/>
            <ac:spMk id="53" creationId="{D8B6F368-D01F-1AE2-56EC-60500D6449D1}"/>
          </ac:spMkLst>
        </pc:spChg>
        <pc:spChg chg="mod">
          <ac:chgData name="Shi, Junxiao (IntlAssoc)" userId="7b18982b-a381-4012-ade8-57e78b6d17d5" providerId="ADAL" clId="{E246A1DB-D747-464B-84D5-E59AA0424974}" dt="2023-02-22T15:13:33.537" v="654" actId="165"/>
          <ac:spMkLst>
            <pc:docMk/>
            <pc:sldMk cId="267872302" sldId="261"/>
            <ac:spMk id="54" creationId="{34E847A9-215A-B465-8A26-037F56506B32}"/>
          </ac:spMkLst>
        </pc:spChg>
        <pc:spChg chg="mod">
          <ac:chgData name="Shi, Junxiao (IntlAssoc)" userId="7b18982b-a381-4012-ade8-57e78b6d17d5" providerId="ADAL" clId="{E246A1DB-D747-464B-84D5-E59AA0424974}" dt="2023-02-22T15:13:33.537" v="654" actId="165"/>
          <ac:spMkLst>
            <pc:docMk/>
            <pc:sldMk cId="267872302" sldId="261"/>
            <ac:spMk id="55" creationId="{1F2AB1EF-8F1B-B465-5EA9-DF94B9E38C6F}"/>
          </ac:spMkLst>
        </pc:spChg>
        <pc:spChg chg="mod">
          <ac:chgData name="Shi, Junxiao (IntlAssoc)" userId="7b18982b-a381-4012-ade8-57e78b6d17d5" providerId="ADAL" clId="{E246A1DB-D747-464B-84D5-E59AA0424974}" dt="2023-02-22T15:13:33.537" v="654" actId="165"/>
          <ac:spMkLst>
            <pc:docMk/>
            <pc:sldMk cId="267872302" sldId="261"/>
            <ac:spMk id="56" creationId="{50D36C3F-667A-EFB3-047D-37C70BB0535B}"/>
          </ac:spMkLst>
        </pc:spChg>
        <pc:spChg chg="mod">
          <ac:chgData name="Shi, Junxiao (IntlAssoc)" userId="7b18982b-a381-4012-ade8-57e78b6d17d5" providerId="ADAL" clId="{E246A1DB-D747-464B-84D5-E59AA0424974}" dt="2023-02-22T15:13:33.537" v="654" actId="165"/>
          <ac:spMkLst>
            <pc:docMk/>
            <pc:sldMk cId="267872302" sldId="261"/>
            <ac:spMk id="57" creationId="{ECEE2B2F-AF82-7CD4-517B-9418AF30E921}"/>
          </ac:spMkLst>
        </pc:spChg>
        <pc:spChg chg="mod">
          <ac:chgData name="Shi, Junxiao (IntlAssoc)" userId="7b18982b-a381-4012-ade8-57e78b6d17d5" providerId="ADAL" clId="{E246A1DB-D747-464B-84D5-E59AA0424974}" dt="2023-02-22T15:13:33.537" v="654" actId="165"/>
          <ac:spMkLst>
            <pc:docMk/>
            <pc:sldMk cId="267872302" sldId="261"/>
            <ac:spMk id="58" creationId="{6B46B861-1306-0382-92AA-1938DFBFB9F4}"/>
          </ac:spMkLst>
        </pc:spChg>
        <pc:spChg chg="mod">
          <ac:chgData name="Shi, Junxiao (IntlAssoc)" userId="7b18982b-a381-4012-ade8-57e78b6d17d5" providerId="ADAL" clId="{E246A1DB-D747-464B-84D5-E59AA0424974}" dt="2023-02-22T15:13:33.537" v="654" actId="165"/>
          <ac:spMkLst>
            <pc:docMk/>
            <pc:sldMk cId="267872302" sldId="261"/>
            <ac:spMk id="59" creationId="{4D9FA39D-44D8-1628-0FD1-95B342E80E14}"/>
          </ac:spMkLst>
        </pc:spChg>
        <pc:spChg chg="mod">
          <ac:chgData name="Shi, Junxiao (IntlAssoc)" userId="7b18982b-a381-4012-ade8-57e78b6d17d5" providerId="ADAL" clId="{E246A1DB-D747-464B-84D5-E59AA0424974}" dt="2023-02-22T15:13:33.537" v="654" actId="165"/>
          <ac:spMkLst>
            <pc:docMk/>
            <pc:sldMk cId="267872302" sldId="261"/>
            <ac:spMk id="60" creationId="{93C72403-B834-D37B-7CF7-D9856CFD35A5}"/>
          </ac:spMkLst>
        </pc:spChg>
        <pc:spChg chg="mod">
          <ac:chgData name="Shi, Junxiao (IntlAssoc)" userId="7b18982b-a381-4012-ade8-57e78b6d17d5" providerId="ADAL" clId="{E246A1DB-D747-464B-84D5-E59AA0424974}" dt="2023-02-22T15:13:33.537" v="654" actId="165"/>
          <ac:spMkLst>
            <pc:docMk/>
            <pc:sldMk cId="267872302" sldId="261"/>
            <ac:spMk id="61" creationId="{3EAE4129-BDD1-D644-DBB6-6AFFA8D95192}"/>
          </ac:spMkLst>
        </pc:spChg>
        <pc:spChg chg="mod">
          <ac:chgData name="Shi, Junxiao (IntlAssoc)" userId="7b18982b-a381-4012-ade8-57e78b6d17d5" providerId="ADAL" clId="{E246A1DB-D747-464B-84D5-E59AA0424974}" dt="2023-02-22T15:13:33.537" v="654" actId="165"/>
          <ac:spMkLst>
            <pc:docMk/>
            <pc:sldMk cId="267872302" sldId="261"/>
            <ac:spMk id="62" creationId="{6BD7F0A6-C5A4-A897-7DCE-94D2A059682D}"/>
          </ac:spMkLst>
        </pc:spChg>
        <pc:spChg chg="mod">
          <ac:chgData name="Shi, Junxiao (IntlAssoc)" userId="7b18982b-a381-4012-ade8-57e78b6d17d5" providerId="ADAL" clId="{E246A1DB-D747-464B-84D5-E59AA0424974}" dt="2023-02-22T15:13:33.537" v="654" actId="165"/>
          <ac:spMkLst>
            <pc:docMk/>
            <pc:sldMk cId="267872302" sldId="261"/>
            <ac:spMk id="63" creationId="{600A82BA-66F3-A931-D8F7-DFB400BA76FE}"/>
          </ac:spMkLst>
        </pc:spChg>
        <pc:spChg chg="mod">
          <ac:chgData name="Shi, Junxiao (IntlAssoc)" userId="7b18982b-a381-4012-ade8-57e78b6d17d5" providerId="ADAL" clId="{E246A1DB-D747-464B-84D5-E59AA0424974}" dt="2023-02-22T15:13:33.537" v="654" actId="165"/>
          <ac:spMkLst>
            <pc:docMk/>
            <pc:sldMk cId="267872302" sldId="261"/>
            <ac:spMk id="64" creationId="{94EDA780-950A-111A-DC83-57BE764F676A}"/>
          </ac:spMkLst>
        </pc:spChg>
        <pc:spChg chg="mod">
          <ac:chgData name="Shi, Junxiao (IntlAssoc)" userId="7b18982b-a381-4012-ade8-57e78b6d17d5" providerId="ADAL" clId="{E246A1DB-D747-464B-84D5-E59AA0424974}" dt="2023-02-22T15:13:33.537" v="654" actId="165"/>
          <ac:spMkLst>
            <pc:docMk/>
            <pc:sldMk cId="267872302" sldId="261"/>
            <ac:spMk id="65" creationId="{0C2635ED-0C4A-B2C5-0CD4-61F42D830524}"/>
          </ac:spMkLst>
        </pc:spChg>
        <pc:spChg chg="mod ord">
          <ac:chgData name="Shi, Junxiao (IntlAssoc)" userId="7b18982b-a381-4012-ade8-57e78b6d17d5" providerId="ADAL" clId="{E246A1DB-D747-464B-84D5-E59AA0424974}" dt="2023-02-27T18:03:46.196" v="11507"/>
          <ac:spMkLst>
            <pc:docMk/>
            <pc:sldMk cId="267872302" sldId="261"/>
            <ac:spMk id="66" creationId="{E32C3348-4154-3995-8A5A-14AA612173C2}"/>
          </ac:spMkLst>
        </pc:spChg>
        <pc:spChg chg="add mod topLvl">
          <ac:chgData name="Shi, Junxiao (IntlAssoc)" userId="7b18982b-a381-4012-ade8-57e78b6d17d5" providerId="ADAL" clId="{E246A1DB-D747-464B-84D5-E59AA0424974}" dt="2023-02-22T19:52:16.686" v="7101" actId="164"/>
          <ac:spMkLst>
            <pc:docMk/>
            <pc:sldMk cId="267872302" sldId="261"/>
            <ac:spMk id="67" creationId="{12CAC561-EFF7-9EE6-109B-16E4F151CF85}"/>
          </ac:spMkLst>
        </pc:spChg>
        <pc:spChg chg="add mod topLvl">
          <ac:chgData name="Shi, Junxiao (IntlAssoc)" userId="7b18982b-a381-4012-ade8-57e78b6d17d5" providerId="ADAL" clId="{E246A1DB-D747-464B-84D5-E59AA0424974}" dt="2023-02-22T19:52:16.686" v="7101" actId="164"/>
          <ac:spMkLst>
            <pc:docMk/>
            <pc:sldMk cId="267872302" sldId="261"/>
            <ac:spMk id="68" creationId="{57B577CE-D78F-E2CB-CB73-44E57119C59A}"/>
          </ac:spMkLst>
        </pc:spChg>
        <pc:spChg chg="add mod topLvl">
          <ac:chgData name="Shi, Junxiao (IntlAssoc)" userId="7b18982b-a381-4012-ade8-57e78b6d17d5" providerId="ADAL" clId="{E246A1DB-D747-464B-84D5-E59AA0424974}" dt="2023-02-22T19:52:16.686" v="7101" actId="164"/>
          <ac:spMkLst>
            <pc:docMk/>
            <pc:sldMk cId="267872302" sldId="261"/>
            <ac:spMk id="69" creationId="{8620D80E-9061-3F71-6F8B-3CA1C1A3FE55}"/>
          </ac:spMkLst>
        </pc:spChg>
        <pc:spChg chg="add mod topLvl">
          <ac:chgData name="Shi, Junxiao (IntlAssoc)" userId="7b18982b-a381-4012-ade8-57e78b6d17d5" providerId="ADAL" clId="{E246A1DB-D747-464B-84D5-E59AA0424974}" dt="2023-02-22T19:52:16.686" v="7101" actId="164"/>
          <ac:spMkLst>
            <pc:docMk/>
            <pc:sldMk cId="267872302" sldId="261"/>
            <ac:spMk id="70" creationId="{C4A9721E-4EB2-E273-56B2-D63A6B50A058}"/>
          </ac:spMkLst>
        </pc:spChg>
        <pc:spChg chg="add mod topLvl">
          <ac:chgData name="Shi, Junxiao (IntlAssoc)" userId="7b18982b-a381-4012-ade8-57e78b6d17d5" providerId="ADAL" clId="{E246A1DB-D747-464B-84D5-E59AA0424974}" dt="2023-02-22T19:52:16.686" v="7101" actId="164"/>
          <ac:spMkLst>
            <pc:docMk/>
            <pc:sldMk cId="267872302" sldId="261"/>
            <ac:spMk id="71" creationId="{4D7D8693-53F2-15D6-D7ED-3F1DE3D4BF57}"/>
          </ac:spMkLst>
        </pc:spChg>
        <pc:spChg chg="add mod topLvl">
          <ac:chgData name="Shi, Junxiao (IntlAssoc)" userId="7b18982b-a381-4012-ade8-57e78b6d17d5" providerId="ADAL" clId="{E246A1DB-D747-464B-84D5-E59AA0424974}" dt="2023-02-22T19:52:16.686" v="7101" actId="164"/>
          <ac:spMkLst>
            <pc:docMk/>
            <pc:sldMk cId="267872302" sldId="261"/>
            <ac:spMk id="72" creationId="{4FE29FA1-A899-DDB7-FBCF-63DA6F3D1A67}"/>
          </ac:spMkLst>
        </pc:spChg>
        <pc:spChg chg="add mod topLvl">
          <ac:chgData name="Shi, Junxiao (IntlAssoc)" userId="7b18982b-a381-4012-ade8-57e78b6d17d5" providerId="ADAL" clId="{E246A1DB-D747-464B-84D5-E59AA0424974}" dt="2023-02-22T19:52:16.686" v="7101" actId="164"/>
          <ac:spMkLst>
            <pc:docMk/>
            <pc:sldMk cId="267872302" sldId="261"/>
            <ac:spMk id="73" creationId="{DDD4C11B-AD96-D702-B697-96922FB5FF69}"/>
          </ac:spMkLst>
        </pc:spChg>
        <pc:spChg chg="add mod topLvl">
          <ac:chgData name="Shi, Junxiao (IntlAssoc)" userId="7b18982b-a381-4012-ade8-57e78b6d17d5" providerId="ADAL" clId="{E246A1DB-D747-464B-84D5-E59AA0424974}" dt="2023-02-22T19:52:16.686" v="7101" actId="164"/>
          <ac:spMkLst>
            <pc:docMk/>
            <pc:sldMk cId="267872302" sldId="261"/>
            <ac:spMk id="74" creationId="{63CC7339-6BEE-96EB-0710-D6941887791F}"/>
          </ac:spMkLst>
        </pc:spChg>
        <pc:spChg chg="add del mod">
          <ac:chgData name="Shi, Junxiao (IntlAssoc)" userId="7b18982b-a381-4012-ade8-57e78b6d17d5" providerId="ADAL" clId="{E246A1DB-D747-464B-84D5-E59AA0424974}" dt="2023-02-22T19:26:13.857" v="5232" actId="478"/>
          <ac:spMkLst>
            <pc:docMk/>
            <pc:sldMk cId="267872302" sldId="261"/>
            <ac:spMk id="79" creationId="{8FCAD1A6-74B1-E049-9BD0-F4F098BD860C}"/>
          </ac:spMkLst>
        </pc:spChg>
        <pc:spChg chg="add del mod">
          <ac:chgData name="Shi, Junxiao (IntlAssoc)" userId="7b18982b-a381-4012-ade8-57e78b6d17d5" providerId="ADAL" clId="{E246A1DB-D747-464B-84D5-E59AA0424974}" dt="2023-02-22T19:44:49.458" v="6829" actId="478"/>
          <ac:spMkLst>
            <pc:docMk/>
            <pc:sldMk cId="267872302" sldId="261"/>
            <ac:spMk id="81" creationId="{9DFC6362-8843-BE20-DE07-FEB8F7A7996C}"/>
          </ac:spMkLst>
        </pc:spChg>
        <pc:spChg chg="add del">
          <ac:chgData name="Shi, Junxiao (IntlAssoc)" userId="7b18982b-a381-4012-ade8-57e78b6d17d5" providerId="ADAL" clId="{E246A1DB-D747-464B-84D5-E59AA0424974}" dt="2023-02-22T19:44:46.782" v="6828" actId="478"/>
          <ac:spMkLst>
            <pc:docMk/>
            <pc:sldMk cId="267872302" sldId="261"/>
            <ac:spMk id="82" creationId="{E934FBA6-1697-623A-4286-5941E7D0DA9D}"/>
          </ac:spMkLst>
        </pc:spChg>
        <pc:spChg chg="add del mod">
          <ac:chgData name="Shi, Junxiao (IntlAssoc)" userId="7b18982b-a381-4012-ade8-57e78b6d17d5" providerId="ADAL" clId="{E246A1DB-D747-464B-84D5-E59AA0424974}" dt="2023-02-22T19:45:34.873" v="6836"/>
          <ac:spMkLst>
            <pc:docMk/>
            <pc:sldMk cId="267872302" sldId="261"/>
            <ac:spMk id="85" creationId="{9AEDB2B3-E01D-3285-4F4C-D31B7727B43C}"/>
          </ac:spMkLst>
        </pc:spChg>
        <pc:spChg chg="add del mod">
          <ac:chgData name="Shi, Junxiao (IntlAssoc)" userId="7b18982b-a381-4012-ade8-57e78b6d17d5" providerId="ADAL" clId="{E246A1DB-D747-464B-84D5-E59AA0424974}" dt="2023-02-22T19:45:34.873" v="6836"/>
          <ac:spMkLst>
            <pc:docMk/>
            <pc:sldMk cId="267872302" sldId="261"/>
            <ac:spMk id="86" creationId="{6BD67718-440E-7BE0-FFC8-8F98803239C5}"/>
          </ac:spMkLst>
        </pc:spChg>
        <pc:spChg chg="add del mod">
          <ac:chgData name="Shi, Junxiao (IntlAssoc)" userId="7b18982b-a381-4012-ade8-57e78b6d17d5" providerId="ADAL" clId="{E246A1DB-D747-464B-84D5-E59AA0424974}" dt="2023-02-22T19:45:34.873" v="6836"/>
          <ac:spMkLst>
            <pc:docMk/>
            <pc:sldMk cId="267872302" sldId="261"/>
            <ac:spMk id="87" creationId="{3D238D89-2AA0-5204-A8DA-B182279E5EFB}"/>
          </ac:spMkLst>
        </pc:spChg>
        <pc:spChg chg="add del mod">
          <ac:chgData name="Shi, Junxiao (IntlAssoc)" userId="7b18982b-a381-4012-ade8-57e78b6d17d5" providerId="ADAL" clId="{E246A1DB-D747-464B-84D5-E59AA0424974}" dt="2023-02-27T15:20:47.148" v="9404" actId="478"/>
          <ac:spMkLst>
            <pc:docMk/>
            <pc:sldMk cId="267872302" sldId="261"/>
            <ac:spMk id="88" creationId="{8A4C1829-8076-3F48-F73B-C250F7F2B373}"/>
          </ac:spMkLst>
        </pc:spChg>
        <pc:spChg chg="add del mod">
          <ac:chgData name="Shi, Junxiao (IntlAssoc)" userId="7b18982b-a381-4012-ade8-57e78b6d17d5" providerId="ADAL" clId="{E246A1DB-D747-464B-84D5-E59AA0424974}" dt="2023-02-27T15:20:47.148" v="9404" actId="478"/>
          <ac:spMkLst>
            <pc:docMk/>
            <pc:sldMk cId="267872302" sldId="261"/>
            <ac:spMk id="89" creationId="{25575368-F2CA-8708-E340-747D78F46A13}"/>
          </ac:spMkLst>
        </pc:spChg>
        <pc:spChg chg="add del mod">
          <ac:chgData name="Shi, Junxiao (IntlAssoc)" userId="7b18982b-a381-4012-ade8-57e78b6d17d5" providerId="ADAL" clId="{E246A1DB-D747-464B-84D5-E59AA0424974}" dt="2023-02-27T15:20:47.148" v="9404" actId="478"/>
          <ac:spMkLst>
            <pc:docMk/>
            <pc:sldMk cId="267872302" sldId="261"/>
            <ac:spMk id="90" creationId="{565FFBAC-1A8B-B6E7-8E24-45BA94903A13}"/>
          </ac:spMkLst>
        </pc:spChg>
        <pc:spChg chg="add del mod ord">
          <ac:chgData name="Shi, Junxiao (IntlAssoc)" userId="7b18982b-a381-4012-ade8-57e78b6d17d5" providerId="ADAL" clId="{E246A1DB-D747-464B-84D5-E59AA0424974}" dt="2023-02-27T15:20:47.148" v="9404" actId="478"/>
          <ac:spMkLst>
            <pc:docMk/>
            <pc:sldMk cId="267872302" sldId="261"/>
            <ac:spMk id="91" creationId="{14262A5F-97B8-FAF0-BFC8-D55A4912D664}"/>
          </ac:spMkLst>
        </pc:spChg>
        <pc:spChg chg="add del mod">
          <ac:chgData name="Shi, Junxiao (IntlAssoc)" userId="7b18982b-a381-4012-ade8-57e78b6d17d5" providerId="ADAL" clId="{E246A1DB-D747-464B-84D5-E59AA0424974}" dt="2023-02-27T15:20:47.148" v="9404" actId="478"/>
          <ac:spMkLst>
            <pc:docMk/>
            <pc:sldMk cId="267872302" sldId="261"/>
            <ac:spMk id="93" creationId="{A7419829-C8D4-809B-0857-D2103B02E66C}"/>
          </ac:spMkLst>
        </pc:spChg>
        <pc:grpChg chg="add del mod">
          <ac:chgData name="Shi, Junxiao (IntlAssoc)" userId="7b18982b-a381-4012-ade8-57e78b6d17d5" providerId="ADAL" clId="{E246A1DB-D747-464B-84D5-E59AA0424974}" dt="2023-02-22T15:12:00.866" v="637"/>
          <ac:grpSpMkLst>
            <pc:docMk/>
            <pc:sldMk cId="267872302" sldId="261"/>
            <ac:grpSpMk id="4" creationId="{B686B6EE-5078-1711-2893-80D739B6E0A7}"/>
          </ac:grpSpMkLst>
        </pc:grpChg>
        <pc:grpChg chg="mod topLvl">
          <ac:chgData name="Shi, Junxiao (IntlAssoc)" userId="7b18982b-a381-4012-ade8-57e78b6d17d5" providerId="ADAL" clId="{E246A1DB-D747-464B-84D5-E59AA0424974}" dt="2023-02-22T15:12:00.479" v="636" actId="165"/>
          <ac:grpSpMkLst>
            <pc:docMk/>
            <pc:sldMk cId="267872302" sldId="261"/>
            <ac:grpSpMk id="5" creationId="{1F0C30EE-CA34-40BF-6E5D-07F666536F40}"/>
          </ac:grpSpMkLst>
        </pc:grpChg>
        <pc:grpChg chg="add mod">
          <ac:chgData name="Shi, Junxiao (IntlAssoc)" userId="7b18982b-a381-4012-ade8-57e78b6d17d5" providerId="ADAL" clId="{E246A1DB-D747-464B-84D5-E59AA0424974}" dt="2023-02-27T18:03:53.102" v="11512" actId="1076"/>
          <ac:grpSpMkLst>
            <pc:docMk/>
            <pc:sldMk cId="267872302" sldId="261"/>
            <ac:grpSpMk id="7" creationId="{586CF64E-85E6-4B2A-2802-29D420425529}"/>
          </ac:grpSpMkLst>
        </pc:grpChg>
        <pc:grpChg chg="mod topLvl">
          <ac:chgData name="Shi, Junxiao (IntlAssoc)" userId="7b18982b-a381-4012-ade8-57e78b6d17d5" providerId="ADAL" clId="{E246A1DB-D747-464B-84D5-E59AA0424974}" dt="2023-02-22T15:12:00.479" v="636" actId="165"/>
          <ac:grpSpMkLst>
            <pc:docMk/>
            <pc:sldMk cId="267872302" sldId="261"/>
            <ac:grpSpMk id="15" creationId="{D537B684-2021-A8DB-856E-9711A5EA8852}"/>
          </ac:grpSpMkLst>
        </pc:grpChg>
        <pc:grpChg chg="mod topLvl">
          <ac:chgData name="Shi, Junxiao (IntlAssoc)" userId="7b18982b-a381-4012-ade8-57e78b6d17d5" providerId="ADAL" clId="{E246A1DB-D747-464B-84D5-E59AA0424974}" dt="2023-02-22T15:12:00.479" v="636" actId="165"/>
          <ac:grpSpMkLst>
            <pc:docMk/>
            <pc:sldMk cId="267872302" sldId="261"/>
            <ac:grpSpMk id="16" creationId="{DB82BDE3-931D-4426-751D-8B3D2520A741}"/>
          </ac:grpSpMkLst>
        </pc:grpChg>
        <pc:grpChg chg="add del mod">
          <ac:chgData name="Shi, Junxiao (IntlAssoc)" userId="7b18982b-a381-4012-ade8-57e78b6d17d5" providerId="ADAL" clId="{E246A1DB-D747-464B-84D5-E59AA0424974}" dt="2023-02-22T15:13:33.913" v="655"/>
          <ac:grpSpMkLst>
            <pc:docMk/>
            <pc:sldMk cId="267872302" sldId="261"/>
            <ac:grpSpMk id="35" creationId="{E20BC0AA-45F2-50F9-A00C-DC57D7F8AD88}"/>
          </ac:grpSpMkLst>
        </pc:grpChg>
        <pc:grpChg chg="mod topLvl">
          <ac:chgData name="Shi, Junxiao (IntlAssoc)" userId="7b18982b-a381-4012-ade8-57e78b6d17d5" providerId="ADAL" clId="{E246A1DB-D747-464B-84D5-E59AA0424974}" dt="2023-02-22T15:13:33.537" v="654" actId="165"/>
          <ac:grpSpMkLst>
            <pc:docMk/>
            <pc:sldMk cId="267872302" sldId="261"/>
            <ac:grpSpMk id="36" creationId="{51499CCC-D4AF-B6C1-9DAF-CCA04EC1D59C}"/>
          </ac:grpSpMkLst>
        </pc:grpChg>
        <pc:grpChg chg="mod topLvl">
          <ac:chgData name="Shi, Junxiao (IntlAssoc)" userId="7b18982b-a381-4012-ade8-57e78b6d17d5" providerId="ADAL" clId="{E246A1DB-D747-464B-84D5-E59AA0424974}" dt="2023-02-22T15:13:33.537" v="654" actId="165"/>
          <ac:grpSpMkLst>
            <pc:docMk/>
            <pc:sldMk cId="267872302" sldId="261"/>
            <ac:grpSpMk id="46" creationId="{32E50FC6-0B94-2EB1-106C-3C826E9CE545}"/>
          </ac:grpSpMkLst>
        </pc:grpChg>
        <pc:grpChg chg="mod topLvl">
          <ac:chgData name="Shi, Junxiao (IntlAssoc)" userId="7b18982b-a381-4012-ade8-57e78b6d17d5" providerId="ADAL" clId="{E246A1DB-D747-464B-84D5-E59AA0424974}" dt="2023-02-22T15:13:33.537" v="654" actId="165"/>
          <ac:grpSpMkLst>
            <pc:docMk/>
            <pc:sldMk cId="267872302" sldId="261"/>
            <ac:grpSpMk id="47" creationId="{A453C5B9-B691-7D40-77B8-0134CE73D723}"/>
          </ac:grpSpMkLst>
        </pc:grpChg>
        <pc:grpChg chg="add del mod">
          <ac:chgData name="Shi, Junxiao (IntlAssoc)" userId="7b18982b-a381-4012-ade8-57e78b6d17d5" providerId="ADAL" clId="{E246A1DB-D747-464B-84D5-E59AA0424974}" dt="2023-02-22T19:41:07.669" v="6745" actId="165"/>
          <ac:grpSpMkLst>
            <pc:docMk/>
            <pc:sldMk cId="267872302" sldId="261"/>
            <ac:grpSpMk id="80" creationId="{7F2F911E-848E-C15A-FA50-05D5C29B8F99}"/>
          </ac:grpSpMkLst>
        </pc:grpChg>
        <pc:grpChg chg="add del mod">
          <ac:chgData name="Shi, Junxiao (IntlAssoc)" userId="7b18982b-a381-4012-ade8-57e78b6d17d5" providerId="ADAL" clId="{E246A1DB-D747-464B-84D5-E59AA0424974}" dt="2023-02-22T19:45:18.048" v="6832" actId="165"/>
          <ac:grpSpMkLst>
            <pc:docMk/>
            <pc:sldMk cId="267872302" sldId="261"/>
            <ac:grpSpMk id="83" creationId="{73E03270-83FD-7884-B2C0-31928101E723}"/>
          </ac:grpSpMkLst>
        </pc:grpChg>
        <pc:grpChg chg="add del mod">
          <ac:chgData name="Shi, Junxiao (IntlAssoc)" userId="7b18982b-a381-4012-ade8-57e78b6d17d5" providerId="ADAL" clId="{E246A1DB-D747-464B-84D5-E59AA0424974}" dt="2023-02-22T19:46:33.137" v="6939" actId="165"/>
          <ac:grpSpMkLst>
            <pc:docMk/>
            <pc:sldMk cId="267872302" sldId="261"/>
            <ac:grpSpMk id="84" creationId="{A83DD0F0-FA8A-81C3-1375-27373D021035}"/>
          </ac:grpSpMkLst>
        </pc:grpChg>
        <pc:grpChg chg="add del mod">
          <ac:chgData name="Shi, Junxiao (IntlAssoc)" userId="7b18982b-a381-4012-ade8-57e78b6d17d5" providerId="ADAL" clId="{E246A1DB-D747-464B-84D5-E59AA0424974}" dt="2023-02-27T15:20:47.148" v="9404" actId="478"/>
          <ac:grpSpMkLst>
            <pc:docMk/>
            <pc:sldMk cId="267872302" sldId="261"/>
            <ac:grpSpMk id="92" creationId="{4160EB52-D634-982C-DB0A-9AF887F57747}"/>
          </ac:grpSpMkLst>
        </pc:grpChg>
        <pc:cxnChg chg="mod topLvl">
          <ac:chgData name="Shi, Junxiao (IntlAssoc)" userId="7b18982b-a381-4012-ade8-57e78b6d17d5" providerId="ADAL" clId="{E246A1DB-D747-464B-84D5-E59AA0424974}" dt="2023-02-22T15:12:00.479" v="636" actId="165"/>
          <ac:cxnSpMkLst>
            <pc:docMk/>
            <pc:sldMk cId="267872302" sldId="261"/>
            <ac:cxnSpMk id="8" creationId="{390F1C62-596F-CD5E-5521-D0DA6D449517}"/>
          </ac:cxnSpMkLst>
        </pc:cxnChg>
        <pc:cxnChg chg="mod topLvl">
          <ac:chgData name="Shi, Junxiao (IntlAssoc)" userId="7b18982b-a381-4012-ade8-57e78b6d17d5" providerId="ADAL" clId="{E246A1DB-D747-464B-84D5-E59AA0424974}" dt="2023-02-22T15:12:00.479" v="636" actId="165"/>
          <ac:cxnSpMkLst>
            <pc:docMk/>
            <pc:sldMk cId="267872302" sldId="261"/>
            <ac:cxnSpMk id="9" creationId="{B7072FDB-6A11-96FF-0DDF-0D1687CF506B}"/>
          </ac:cxnSpMkLst>
        </pc:cxnChg>
        <pc:cxnChg chg="mod topLvl">
          <ac:chgData name="Shi, Junxiao (IntlAssoc)" userId="7b18982b-a381-4012-ade8-57e78b6d17d5" providerId="ADAL" clId="{E246A1DB-D747-464B-84D5-E59AA0424974}" dt="2023-02-22T15:12:00.479" v="636" actId="165"/>
          <ac:cxnSpMkLst>
            <pc:docMk/>
            <pc:sldMk cId="267872302" sldId="261"/>
            <ac:cxnSpMk id="11" creationId="{07EE1DAE-4118-2C46-0EFC-AF2E3AE0C162}"/>
          </ac:cxnSpMkLst>
        </pc:cxnChg>
        <pc:cxnChg chg="mod topLvl">
          <ac:chgData name="Shi, Junxiao (IntlAssoc)" userId="7b18982b-a381-4012-ade8-57e78b6d17d5" providerId="ADAL" clId="{E246A1DB-D747-464B-84D5-E59AA0424974}" dt="2023-02-22T15:12:00.479" v="636" actId="165"/>
          <ac:cxnSpMkLst>
            <pc:docMk/>
            <pc:sldMk cId="267872302" sldId="261"/>
            <ac:cxnSpMk id="13" creationId="{16A6EEA0-BAC3-609B-3BC9-388EDE336E71}"/>
          </ac:cxnSpMkLst>
        </pc:cxnChg>
        <pc:cxnChg chg="mod">
          <ac:chgData name="Shi, Junxiao (IntlAssoc)" userId="7b18982b-a381-4012-ade8-57e78b6d17d5" providerId="ADAL" clId="{E246A1DB-D747-464B-84D5-E59AA0424974}" dt="2023-02-27T15:22:04.485" v="9416"/>
          <ac:cxnSpMkLst>
            <pc:docMk/>
            <pc:sldMk cId="267872302" sldId="261"/>
            <ac:cxnSpMk id="16" creationId="{2193AEB9-7786-ACED-258A-A23C1B9E8C1C}"/>
          </ac:cxnSpMkLst>
        </pc:cxnChg>
        <pc:cxnChg chg="mod">
          <ac:chgData name="Shi, Junxiao (IntlAssoc)" userId="7b18982b-a381-4012-ade8-57e78b6d17d5" providerId="ADAL" clId="{E246A1DB-D747-464B-84D5-E59AA0424974}" dt="2023-02-27T15:22:04.485" v="9416"/>
          <ac:cxnSpMkLst>
            <pc:docMk/>
            <pc:sldMk cId="267872302" sldId="261"/>
            <ac:cxnSpMk id="17" creationId="{627801A0-AE33-71E0-886F-9A0BD53FFC5E}"/>
          </ac:cxnSpMkLst>
        </pc:cxnChg>
        <pc:cxnChg chg="mod">
          <ac:chgData name="Shi, Junxiao (IntlAssoc)" userId="7b18982b-a381-4012-ade8-57e78b6d17d5" providerId="ADAL" clId="{E246A1DB-D747-464B-84D5-E59AA0424974}" dt="2023-02-22T15:12:00.479" v="636" actId="165"/>
          <ac:cxnSpMkLst>
            <pc:docMk/>
            <pc:sldMk cId="267872302" sldId="261"/>
            <ac:cxnSpMk id="18" creationId="{77F8BF27-3F96-6778-C91E-906DC0EEAADE}"/>
          </ac:cxnSpMkLst>
        </pc:cxnChg>
        <pc:cxnChg chg="mod">
          <ac:chgData name="Shi, Junxiao (IntlAssoc)" userId="7b18982b-a381-4012-ade8-57e78b6d17d5" providerId="ADAL" clId="{E246A1DB-D747-464B-84D5-E59AA0424974}" dt="2023-02-27T15:22:04.485" v="9416"/>
          <ac:cxnSpMkLst>
            <pc:docMk/>
            <pc:sldMk cId="267872302" sldId="261"/>
            <ac:cxnSpMk id="18" creationId="{BBB8BD3E-964B-AF4F-B749-62149055A5ED}"/>
          </ac:cxnSpMkLst>
        </pc:cxnChg>
        <pc:cxnChg chg="mod">
          <ac:chgData name="Shi, Junxiao (IntlAssoc)" userId="7b18982b-a381-4012-ade8-57e78b6d17d5" providerId="ADAL" clId="{E246A1DB-D747-464B-84D5-E59AA0424974}" dt="2023-02-27T15:22:04.485" v="9416"/>
          <ac:cxnSpMkLst>
            <pc:docMk/>
            <pc:sldMk cId="267872302" sldId="261"/>
            <ac:cxnSpMk id="19" creationId="{2EF11098-8E93-B792-0FA7-A6F62A48F708}"/>
          </ac:cxnSpMkLst>
        </pc:cxnChg>
        <pc:cxnChg chg="mod topLvl">
          <ac:chgData name="Shi, Junxiao (IntlAssoc)" userId="7b18982b-a381-4012-ade8-57e78b6d17d5" providerId="ADAL" clId="{E246A1DB-D747-464B-84D5-E59AA0424974}" dt="2023-02-22T15:13:33.537" v="654" actId="165"/>
          <ac:cxnSpMkLst>
            <pc:docMk/>
            <pc:sldMk cId="267872302" sldId="261"/>
            <ac:cxnSpMk id="39" creationId="{1D0CAADA-F451-94A4-EC34-1F860CB9F3DE}"/>
          </ac:cxnSpMkLst>
        </pc:cxnChg>
        <pc:cxnChg chg="mod topLvl">
          <ac:chgData name="Shi, Junxiao (IntlAssoc)" userId="7b18982b-a381-4012-ade8-57e78b6d17d5" providerId="ADAL" clId="{E246A1DB-D747-464B-84D5-E59AA0424974}" dt="2023-02-22T15:13:33.537" v="654" actId="165"/>
          <ac:cxnSpMkLst>
            <pc:docMk/>
            <pc:sldMk cId="267872302" sldId="261"/>
            <ac:cxnSpMk id="40" creationId="{317B41CE-00BC-F687-2BF2-161A46F14534}"/>
          </ac:cxnSpMkLst>
        </pc:cxnChg>
        <pc:cxnChg chg="mod topLvl">
          <ac:chgData name="Shi, Junxiao (IntlAssoc)" userId="7b18982b-a381-4012-ade8-57e78b6d17d5" providerId="ADAL" clId="{E246A1DB-D747-464B-84D5-E59AA0424974}" dt="2023-02-22T15:13:33.537" v="654" actId="165"/>
          <ac:cxnSpMkLst>
            <pc:docMk/>
            <pc:sldMk cId="267872302" sldId="261"/>
            <ac:cxnSpMk id="42" creationId="{0C28575C-D5C2-52AE-1729-55691C89C9CF}"/>
          </ac:cxnSpMkLst>
        </pc:cxnChg>
        <pc:cxnChg chg="mod topLvl">
          <ac:chgData name="Shi, Junxiao (IntlAssoc)" userId="7b18982b-a381-4012-ade8-57e78b6d17d5" providerId="ADAL" clId="{E246A1DB-D747-464B-84D5-E59AA0424974}" dt="2023-02-22T15:13:33.537" v="654" actId="165"/>
          <ac:cxnSpMkLst>
            <pc:docMk/>
            <pc:sldMk cId="267872302" sldId="261"/>
            <ac:cxnSpMk id="44" creationId="{668473F3-22D8-6058-74C7-8A15B6FE6961}"/>
          </ac:cxnSpMkLst>
        </pc:cxnChg>
        <pc:cxnChg chg="mod">
          <ac:chgData name="Shi, Junxiao (IntlAssoc)" userId="7b18982b-a381-4012-ade8-57e78b6d17d5" providerId="ADAL" clId="{E246A1DB-D747-464B-84D5-E59AA0424974}" dt="2023-02-22T15:13:33.537" v="654" actId="165"/>
          <ac:cxnSpMkLst>
            <pc:docMk/>
            <pc:sldMk cId="267872302" sldId="261"/>
            <ac:cxnSpMk id="49" creationId="{EA02AB06-4E5C-08D9-AA6C-AD3906795E98}"/>
          </ac:cxnSpMkLst>
        </pc:cxnChg>
        <pc:cxnChg chg="add mod topLvl">
          <ac:chgData name="Shi, Junxiao (IntlAssoc)" userId="7b18982b-a381-4012-ade8-57e78b6d17d5" providerId="ADAL" clId="{E246A1DB-D747-464B-84D5-E59AA0424974}" dt="2023-02-27T15:20:47.148" v="9404" actId="478"/>
          <ac:cxnSpMkLst>
            <pc:docMk/>
            <pc:sldMk cId="267872302" sldId="261"/>
            <ac:cxnSpMk id="75" creationId="{4661B3BD-BF9D-9713-B5C8-F8A955C5A137}"/>
          </ac:cxnSpMkLst>
        </pc:cxnChg>
        <pc:cxnChg chg="add mod topLvl">
          <ac:chgData name="Shi, Junxiao (IntlAssoc)" userId="7b18982b-a381-4012-ade8-57e78b6d17d5" providerId="ADAL" clId="{E246A1DB-D747-464B-84D5-E59AA0424974}" dt="2023-02-27T15:20:47.148" v="9404" actId="478"/>
          <ac:cxnSpMkLst>
            <pc:docMk/>
            <pc:sldMk cId="267872302" sldId="261"/>
            <ac:cxnSpMk id="76" creationId="{27A7936B-BBDA-3E4B-3419-8B8D2836EF82}"/>
          </ac:cxnSpMkLst>
        </pc:cxnChg>
        <pc:cxnChg chg="add mod topLvl">
          <ac:chgData name="Shi, Junxiao (IntlAssoc)" userId="7b18982b-a381-4012-ade8-57e78b6d17d5" providerId="ADAL" clId="{E246A1DB-D747-464B-84D5-E59AA0424974}" dt="2023-02-27T15:20:47.148" v="9404" actId="478"/>
          <ac:cxnSpMkLst>
            <pc:docMk/>
            <pc:sldMk cId="267872302" sldId="261"/>
            <ac:cxnSpMk id="77" creationId="{95ABDA46-0504-9D46-33F6-9637CF1CB441}"/>
          </ac:cxnSpMkLst>
        </pc:cxnChg>
        <pc:cxnChg chg="add mod topLvl">
          <ac:chgData name="Shi, Junxiao (IntlAssoc)" userId="7b18982b-a381-4012-ade8-57e78b6d17d5" providerId="ADAL" clId="{E246A1DB-D747-464B-84D5-E59AA0424974}" dt="2023-02-27T15:20:47.148" v="9404" actId="478"/>
          <ac:cxnSpMkLst>
            <pc:docMk/>
            <pc:sldMk cId="267872302" sldId="261"/>
            <ac:cxnSpMk id="78" creationId="{A7620371-4987-5492-A974-055E2B8ED991}"/>
          </ac:cxnSpMkLst>
        </pc:cxnChg>
      </pc:sldChg>
      <pc:sldChg chg="modSp new del mod">
        <pc:chgData name="Shi, Junxiao (IntlAssoc)" userId="7b18982b-a381-4012-ade8-57e78b6d17d5" providerId="ADAL" clId="{E246A1DB-D747-464B-84D5-E59AA0424974}" dt="2023-02-22T20:40:04.434" v="8248" actId="47"/>
        <pc:sldMkLst>
          <pc:docMk/>
          <pc:sldMk cId="3928556938" sldId="262"/>
        </pc:sldMkLst>
        <pc:spChg chg="mod">
          <ac:chgData name="Shi, Junxiao (IntlAssoc)" userId="7b18982b-a381-4012-ade8-57e78b6d17d5" providerId="ADAL" clId="{E246A1DB-D747-464B-84D5-E59AA0424974}" dt="2023-02-22T20:37:21.623" v="8247" actId="20577"/>
          <ac:spMkLst>
            <pc:docMk/>
            <pc:sldMk cId="3928556938" sldId="262"/>
            <ac:spMk id="2" creationId="{191E3B86-CD57-6177-A1D4-818A1F3A511B}"/>
          </ac:spMkLst>
        </pc:spChg>
        <pc:spChg chg="mod">
          <ac:chgData name="Shi, Junxiao (IntlAssoc)" userId="7b18982b-a381-4012-ade8-57e78b6d17d5" providerId="ADAL" clId="{E246A1DB-D747-464B-84D5-E59AA0424974}" dt="2023-02-22T20:36:36.589" v="8204" actId="20577"/>
          <ac:spMkLst>
            <pc:docMk/>
            <pc:sldMk cId="3928556938" sldId="262"/>
            <ac:spMk id="3" creationId="{3C4593F9-9018-F483-79C6-160E877EE1BB}"/>
          </ac:spMkLst>
        </pc:spChg>
      </pc:sldChg>
      <pc:sldChg chg="addSp delSp modSp new mod ord modClrScheme modAnim chgLayout">
        <pc:chgData name="Shi, Junxiao (IntlAssoc)" userId="7b18982b-a381-4012-ade8-57e78b6d17d5" providerId="ADAL" clId="{E246A1DB-D747-464B-84D5-E59AA0424974}" dt="2023-03-02T00:23:30.046" v="13643" actId="166"/>
        <pc:sldMkLst>
          <pc:docMk/>
          <pc:sldMk cId="3343808306" sldId="263"/>
        </pc:sldMkLst>
        <pc:spChg chg="mod ord">
          <ac:chgData name="Shi, Junxiao (IntlAssoc)" userId="7b18982b-a381-4012-ade8-57e78b6d17d5" providerId="ADAL" clId="{E246A1DB-D747-464B-84D5-E59AA0424974}" dt="2023-02-27T17:26:47.437" v="11027" actId="20577"/>
          <ac:spMkLst>
            <pc:docMk/>
            <pc:sldMk cId="3343808306" sldId="263"/>
            <ac:spMk id="2" creationId="{CC5065F0-36EB-00E5-C404-6A796C92B783}"/>
          </ac:spMkLst>
        </pc:spChg>
        <pc:spChg chg="del mod">
          <ac:chgData name="Shi, Junxiao (IntlAssoc)" userId="7b18982b-a381-4012-ade8-57e78b6d17d5" providerId="ADAL" clId="{E246A1DB-D747-464B-84D5-E59AA0424974}" dt="2023-02-22T15:40:21.220" v="1559" actId="700"/>
          <ac:spMkLst>
            <pc:docMk/>
            <pc:sldMk cId="3343808306" sldId="263"/>
            <ac:spMk id="3" creationId="{18C2111E-A3E3-4286-D9B7-99C57CAEBE29}"/>
          </ac:spMkLst>
        </pc:spChg>
        <pc:spChg chg="mod">
          <ac:chgData name="Shi, Junxiao (IntlAssoc)" userId="7b18982b-a381-4012-ade8-57e78b6d17d5" providerId="ADAL" clId="{E246A1DB-D747-464B-84D5-E59AA0424974}" dt="2023-02-22T15:40:25.284" v="1560"/>
          <ac:spMkLst>
            <pc:docMk/>
            <pc:sldMk cId="3343808306" sldId="263"/>
            <ac:spMk id="5" creationId="{46E19AF6-5AE3-80EA-06D9-5472F9E0503C}"/>
          </ac:spMkLst>
        </pc:spChg>
        <pc:spChg chg="mod">
          <ac:chgData name="Shi, Junxiao (IntlAssoc)" userId="7b18982b-a381-4012-ade8-57e78b6d17d5" providerId="ADAL" clId="{E246A1DB-D747-464B-84D5-E59AA0424974}" dt="2023-02-22T15:40:25.284" v="1560"/>
          <ac:spMkLst>
            <pc:docMk/>
            <pc:sldMk cId="3343808306" sldId="263"/>
            <ac:spMk id="6" creationId="{C7DDE908-B7E1-3640-2257-3B3FDF268711}"/>
          </ac:spMkLst>
        </pc:spChg>
        <pc:spChg chg="mod">
          <ac:chgData name="Shi, Junxiao (IntlAssoc)" userId="7b18982b-a381-4012-ade8-57e78b6d17d5" providerId="ADAL" clId="{E246A1DB-D747-464B-84D5-E59AA0424974}" dt="2023-02-22T15:40:25.284" v="1560"/>
          <ac:spMkLst>
            <pc:docMk/>
            <pc:sldMk cId="3343808306" sldId="263"/>
            <ac:spMk id="7" creationId="{1227C13E-CCF4-4D55-0779-1465C772B2A7}"/>
          </ac:spMkLst>
        </pc:spChg>
        <pc:spChg chg="mod">
          <ac:chgData name="Shi, Junxiao (IntlAssoc)" userId="7b18982b-a381-4012-ade8-57e78b6d17d5" providerId="ADAL" clId="{E246A1DB-D747-464B-84D5-E59AA0424974}" dt="2023-02-22T15:42:39.215" v="1578" actId="207"/>
          <ac:spMkLst>
            <pc:docMk/>
            <pc:sldMk cId="3343808306" sldId="263"/>
            <ac:spMk id="9" creationId="{D04D7890-D97C-001D-A633-6A3D9A4B6A45}"/>
          </ac:spMkLst>
        </pc:spChg>
        <pc:spChg chg="mod">
          <ac:chgData name="Shi, Junxiao (IntlAssoc)" userId="7b18982b-a381-4012-ade8-57e78b6d17d5" providerId="ADAL" clId="{E246A1DB-D747-464B-84D5-E59AA0424974}" dt="2023-02-22T15:42:34.684" v="1577" actId="208"/>
          <ac:spMkLst>
            <pc:docMk/>
            <pc:sldMk cId="3343808306" sldId="263"/>
            <ac:spMk id="12" creationId="{3BAF5A61-2743-9E96-9440-F3AD2AB6FD82}"/>
          </ac:spMkLst>
        </pc:spChg>
        <pc:spChg chg="mod">
          <ac:chgData name="Shi, Junxiao (IntlAssoc)" userId="7b18982b-a381-4012-ade8-57e78b6d17d5" providerId="ADAL" clId="{E246A1DB-D747-464B-84D5-E59AA0424974}" dt="2023-02-22T15:42:34.684" v="1577" actId="208"/>
          <ac:spMkLst>
            <pc:docMk/>
            <pc:sldMk cId="3343808306" sldId="263"/>
            <ac:spMk id="13" creationId="{CFFE8444-C8AB-F44B-3A8A-7DA7A3FA9575}"/>
          </ac:spMkLst>
        </pc:spChg>
        <pc:spChg chg="mod">
          <ac:chgData name="Shi, Junxiao (IntlAssoc)" userId="7b18982b-a381-4012-ade8-57e78b6d17d5" providerId="ADAL" clId="{E246A1DB-D747-464B-84D5-E59AA0424974}" dt="2023-02-22T15:42:34.684" v="1577" actId="208"/>
          <ac:spMkLst>
            <pc:docMk/>
            <pc:sldMk cId="3343808306" sldId="263"/>
            <ac:spMk id="14" creationId="{CA8BC417-048F-5AF2-89C2-B173AE515AE2}"/>
          </ac:spMkLst>
        </pc:spChg>
        <pc:spChg chg="mod">
          <ac:chgData name="Shi, Junxiao (IntlAssoc)" userId="7b18982b-a381-4012-ade8-57e78b6d17d5" providerId="ADAL" clId="{E246A1DB-D747-464B-84D5-E59AA0424974}" dt="2023-02-22T15:42:34.684" v="1577" actId="208"/>
          <ac:spMkLst>
            <pc:docMk/>
            <pc:sldMk cId="3343808306" sldId="263"/>
            <ac:spMk id="15" creationId="{1B0FD088-55A9-D8BE-8BE5-D6169E899A34}"/>
          </ac:spMkLst>
        </pc:spChg>
        <pc:spChg chg="mod">
          <ac:chgData name="Shi, Junxiao (IntlAssoc)" userId="7b18982b-a381-4012-ade8-57e78b6d17d5" providerId="ADAL" clId="{E246A1DB-D747-464B-84D5-E59AA0424974}" dt="2023-02-22T15:42:34.684" v="1577" actId="208"/>
          <ac:spMkLst>
            <pc:docMk/>
            <pc:sldMk cId="3343808306" sldId="263"/>
            <ac:spMk id="16" creationId="{59D19B8D-CD60-AE58-0A6F-308BEB3B452B}"/>
          </ac:spMkLst>
        </pc:spChg>
        <pc:spChg chg="mod">
          <ac:chgData name="Shi, Junxiao (IntlAssoc)" userId="7b18982b-a381-4012-ade8-57e78b6d17d5" providerId="ADAL" clId="{E246A1DB-D747-464B-84D5-E59AA0424974}" dt="2023-02-22T15:43:26.419" v="1580"/>
          <ac:spMkLst>
            <pc:docMk/>
            <pc:sldMk cId="3343808306" sldId="263"/>
            <ac:spMk id="18" creationId="{887E7B21-82EA-91ED-63EE-101AD2166C1D}"/>
          </ac:spMkLst>
        </pc:spChg>
        <pc:spChg chg="mod">
          <ac:chgData name="Shi, Junxiao (IntlAssoc)" userId="7b18982b-a381-4012-ade8-57e78b6d17d5" providerId="ADAL" clId="{E246A1DB-D747-464B-84D5-E59AA0424974}" dt="2023-02-22T15:43:26.419" v="1580"/>
          <ac:spMkLst>
            <pc:docMk/>
            <pc:sldMk cId="3343808306" sldId="263"/>
            <ac:spMk id="21" creationId="{195AD233-81D9-1446-FB9C-11B10BF49F57}"/>
          </ac:spMkLst>
        </pc:spChg>
        <pc:spChg chg="mod">
          <ac:chgData name="Shi, Junxiao (IntlAssoc)" userId="7b18982b-a381-4012-ade8-57e78b6d17d5" providerId="ADAL" clId="{E246A1DB-D747-464B-84D5-E59AA0424974}" dt="2023-02-22T15:43:26.419" v="1580"/>
          <ac:spMkLst>
            <pc:docMk/>
            <pc:sldMk cId="3343808306" sldId="263"/>
            <ac:spMk id="22" creationId="{77440217-AAE9-1654-B177-615B90BBFC3A}"/>
          </ac:spMkLst>
        </pc:spChg>
        <pc:spChg chg="mod">
          <ac:chgData name="Shi, Junxiao (IntlAssoc)" userId="7b18982b-a381-4012-ade8-57e78b6d17d5" providerId="ADAL" clId="{E246A1DB-D747-464B-84D5-E59AA0424974}" dt="2023-02-22T15:43:26.419" v="1580"/>
          <ac:spMkLst>
            <pc:docMk/>
            <pc:sldMk cId="3343808306" sldId="263"/>
            <ac:spMk id="23" creationId="{F8BB1A0C-E0D6-4389-6CFB-B9FE74F5C5C9}"/>
          </ac:spMkLst>
        </pc:spChg>
        <pc:spChg chg="mod">
          <ac:chgData name="Shi, Junxiao (IntlAssoc)" userId="7b18982b-a381-4012-ade8-57e78b6d17d5" providerId="ADAL" clId="{E246A1DB-D747-464B-84D5-E59AA0424974}" dt="2023-02-22T15:43:26.419" v="1580"/>
          <ac:spMkLst>
            <pc:docMk/>
            <pc:sldMk cId="3343808306" sldId="263"/>
            <ac:spMk id="24" creationId="{337F731A-43C1-794A-BD5A-45DD41F73BF7}"/>
          </ac:spMkLst>
        </pc:spChg>
        <pc:spChg chg="mod">
          <ac:chgData name="Shi, Junxiao (IntlAssoc)" userId="7b18982b-a381-4012-ade8-57e78b6d17d5" providerId="ADAL" clId="{E246A1DB-D747-464B-84D5-E59AA0424974}" dt="2023-02-22T15:43:26.419" v="1580"/>
          <ac:spMkLst>
            <pc:docMk/>
            <pc:sldMk cId="3343808306" sldId="263"/>
            <ac:spMk id="25" creationId="{0D077CA0-74EC-CC59-506E-6CA6250A6F3F}"/>
          </ac:spMkLst>
        </pc:spChg>
        <pc:spChg chg="mod">
          <ac:chgData name="Shi, Junxiao (IntlAssoc)" userId="7b18982b-a381-4012-ade8-57e78b6d17d5" providerId="ADAL" clId="{E246A1DB-D747-464B-84D5-E59AA0424974}" dt="2023-02-22T15:43:58.020" v="1586"/>
          <ac:spMkLst>
            <pc:docMk/>
            <pc:sldMk cId="3343808306" sldId="263"/>
            <ac:spMk id="27" creationId="{324B3526-75F4-98D4-D278-6CF341642B57}"/>
          </ac:spMkLst>
        </pc:spChg>
        <pc:spChg chg="mod">
          <ac:chgData name="Shi, Junxiao (IntlAssoc)" userId="7b18982b-a381-4012-ade8-57e78b6d17d5" providerId="ADAL" clId="{E246A1DB-D747-464B-84D5-E59AA0424974}" dt="2023-02-22T15:43:58.020" v="1586"/>
          <ac:spMkLst>
            <pc:docMk/>
            <pc:sldMk cId="3343808306" sldId="263"/>
            <ac:spMk id="28" creationId="{2AA4FC19-0211-8172-A761-F0C2E674BF60}"/>
          </ac:spMkLst>
        </pc:spChg>
        <pc:spChg chg="mod">
          <ac:chgData name="Shi, Junxiao (IntlAssoc)" userId="7b18982b-a381-4012-ade8-57e78b6d17d5" providerId="ADAL" clId="{E246A1DB-D747-464B-84D5-E59AA0424974}" dt="2023-02-22T15:43:58.020" v="1586"/>
          <ac:spMkLst>
            <pc:docMk/>
            <pc:sldMk cId="3343808306" sldId="263"/>
            <ac:spMk id="29" creationId="{BA5D211A-56AE-CB3A-E3BE-C34CE8993C4F}"/>
          </ac:spMkLst>
        </pc:spChg>
        <pc:spChg chg="mod">
          <ac:chgData name="Shi, Junxiao (IntlAssoc)" userId="7b18982b-a381-4012-ade8-57e78b6d17d5" providerId="ADAL" clId="{E246A1DB-D747-464B-84D5-E59AA0424974}" dt="2023-02-22T15:44:24.161" v="1591"/>
          <ac:spMkLst>
            <pc:docMk/>
            <pc:sldMk cId="3343808306" sldId="263"/>
            <ac:spMk id="31" creationId="{EEE264BD-0A1B-E0DC-B256-1BB40327C0DA}"/>
          </ac:spMkLst>
        </pc:spChg>
        <pc:spChg chg="mod">
          <ac:chgData name="Shi, Junxiao (IntlAssoc)" userId="7b18982b-a381-4012-ade8-57e78b6d17d5" providerId="ADAL" clId="{E246A1DB-D747-464B-84D5-E59AA0424974}" dt="2023-02-22T15:44:24.161" v="1591"/>
          <ac:spMkLst>
            <pc:docMk/>
            <pc:sldMk cId="3343808306" sldId="263"/>
            <ac:spMk id="32" creationId="{18747601-20AF-E238-AAD5-C11B5191CCC2}"/>
          </ac:spMkLst>
        </pc:spChg>
        <pc:spChg chg="mod">
          <ac:chgData name="Shi, Junxiao (IntlAssoc)" userId="7b18982b-a381-4012-ade8-57e78b6d17d5" providerId="ADAL" clId="{E246A1DB-D747-464B-84D5-E59AA0424974}" dt="2023-02-22T15:44:24.161" v="1591"/>
          <ac:spMkLst>
            <pc:docMk/>
            <pc:sldMk cId="3343808306" sldId="263"/>
            <ac:spMk id="33" creationId="{1F12232C-2D34-55BE-CA08-9085C569026F}"/>
          </ac:spMkLst>
        </pc:spChg>
        <pc:spChg chg="mod">
          <ac:chgData name="Shi, Junxiao (IntlAssoc)" userId="7b18982b-a381-4012-ade8-57e78b6d17d5" providerId="ADAL" clId="{E246A1DB-D747-464B-84D5-E59AA0424974}" dt="2023-02-22T15:44:24.161" v="1591"/>
          <ac:spMkLst>
            <pc:docMk/>
            <pc:sldMk cId="3343808306" sldId="263"/>
            <ac:spMk id="35" creationId="{3175780C-E149-AB54-2DDC-1E0E6D7B8F77}"/>
          </ac:spMkLst>
        </pc:spChg>
        <pc:spChg chg="mod">
          <ac:chgData name="Shi, Junxiao (IntlAssoc)" userId="7b18982b-a381-4012-ade8-57e78b6d17d5" providerId="ADAL" clId="{E246A1DB-D747-464B-84D5-E59AA0424974}" dt="2023-02-22T15:44:24.161" v="1591"/>
          <ac:spMkLst>
            <pc:docMk/>
            <pc:sldMk cId="3343808306" sldId="263"/>
            <ac:spMk id="36" creationId="{0EB01539-48A2-B6F5-3C44-4BC2F91D7CF2}"/>
          </ac:spMkLst>
        </pc:spChg>
        <pc:spChg chg="mod">
          <ac:chgData name="Shi, Junxiao (IntlAssoc)" userId="7b18982b-a381-4012-ade8-57e78b6d17d5" providerId="ADAL" clId="{E246A1DB-D747-464B-84D5-E59AA0424974}" dt="2023-02-22T15:44:24.161" v="1591"/>
          <ac:spMkLst>
            <pc:docMk/>
            <pc:sldMk cId="3343808306" sldId="263"/>
            <ac:spMk id="37" creationId="{3314A1E9-0E0D-3135-A84A-6D3DB997814F}"/>
          </ac:spMkLst>
        </pc:spChg>
        <pc:spChg chg="add del mod">
          <ac:chgData name="Shi, Junxiao (IntlAssoc)" userId="7b18982b-a381-4012-ade8-57e78b6d17d5" providerId="ADAL" clId="{E246A1DB-D747-464B-84D5-E59AA0424974}" dt="2023-02-22T15:46:22.035" v="1604" actId="478"/>
          <ac:spMkLst>
            <pc:docMk/>
            <pc:sldMk cId="3343808306" sldId="263"/>
            <ac:spMk id="39" creationId="{09E5F72F-9B8C-D083-BDB0-73861C366F36}"/>
          </ac:spMkLst>
        </pc:spChg>
        <pc:spChg chg="add del">
          <ac:chgData name="Shi, Junxiao (IntlAssoc)" userId="7b18982b-a381-4012-ade8-57e78b6d17d5" providerId="ADAL" clId="{E246A1DB-D747-464B-84D5-E59AA0424974}" dt="2023-02-22T15:48:12.500" v="1606" actId="478"/>
          <ac:spMkLst>
            <pc:docMk/>
            <pc:sldMk cId="3343808306" sldId="263"/>
            <ac:spMk id="40" creationId="{06FDBB4D-85E9-4ED8-596A-10FFC63EB93D}"/>
          </ac:spMkLst>
        </pc:spChg>
        <pc:spChg chg="add del mod ord">
          <ac:chgData name="Shi, Junxiao (IntlAssoc)" userId="7b18982b-a381-4012-ade8-57e78b6d17d5" providerId="ADAL" clId="{E246A1DB-D747-464B-84D5-E59AA0424974}" dt="2023-02-22T15:51:59.274" v="1868" actId="700"/>
          <ac:spMkLst>
            <pc:docMk/>
            <pc:sldMk cId="3343808306" sldId="263"/>
            <ac:spMk id="41" creationId="{6CE4DF22-244E-6CBE-84E6-16FCBCBEF041}"/>
          </ac:spMkLst>
        </pc:spChg>
        <pc:spChg chg="add mod ord">
          <ac:chgData name="Shi, Junxiao (IntlAssoc)" userId="7b18982b-a381-4012-ade8-57e78b6d17d5" providerId="ADAL" clId="{E246A1DB-D747-464B-84D5-E59AA0424974}" dt="2023-02-27T17:26:25.441" v="11026" actId="20577"/>
          <ac:spMkLst>
            <pc:docMk/>
            <pc:sldMk cId="3343808306" sldId="263"/>
            <ac:spMk id="42" creationId="{37785DCE-293E-F16B-BA8C-BF202C67585F}"/>
          </ac:spMkLst>
        </pc:spChg>
        <pc:spChg chg="add del mod">
          <ac:chgData name="Shi, Junxiao (IntlAssoc)" userId="7b18982b-a381-4012-ade8-57e78b6d17d5" providerId="ADAL" clId="{E246A1DB-D747-464B-84D5-E59AA0424974}" dt="2023-02-22T18:08:15.980" v="3152" actId="478"/>
          <ac:spMkLst>
            <pc:docMk/>
            <pc:sldMk cId="3343808306" sldId="263"/>
            <ac:spMk id="43" creationId="{99B32636-6230-F47C-4CCC-68AFA92DBBA2}"/>
          </ac:spMkLst>
        </pc:spChg>
        <pc:spChg chg="add mod">
          <ac:chgData name="Shi, Junxiao (IntlAssoc)" userId="7b18982b-a381-4012-ade8-57e78b6d17d5" providerId="ADAL" clId="{E246A1DB-D747-464B-84D5-E59AA0424974}" dt="2023-02-27T17:13:36.171" v="10562" actId="120"/>
          <ac:spMkLst>
            <pc:docMk/>
            <pc:sldMk cId="3343808306" sldId="263"/>
            <ac:spMk id="44" creationId="{CF28CC4D-15EE-4C39-DB05-F43C561AE7A7}"/>
          </ac:spMkLst>
        </pc:spChg>
        <pc:spChg chg="add mod ord">
          <ac:chgData name="Shi, Junxiao (IntlAssoc)" userId="7b18982b-a381-4012-ade8-57e78b6d17d5" providerId="ADAL" clId="{E246A1DB-D747-464B-84D5-E59AA0424974}" dt="2023-03-02T00:23:30.046" v="13643" actId="166"/>
          <ac:spMkLst>
            <pc:docMk/>
            <pc:sldMk cId="3343808306" sldId="263"/>
            <ac:spMk id="45" creationId="{A9353AE7-9E49-857E-C3F8-1DA154828604}"/>
          </ac:spMkLst>
        </pc:spChg>
        <pc:spChg chg="add mod">
          <ac:chgData name="Shi, Junxiao (IntlAssoc)" userId="7b18982b-a381-4012-ade8-57e78b6d17d5" providerId="ADAL" clId="{E246A1DB-D747-464B-84D5-E59AA0424974}" dt="2023-02-27T17:13:36.171" v="10562" actId="120"/>
          <ac:spMkLst>
            <pc:docMk/>
            <pc:sldMk cId="3343808306" sldId="263"/>
            <ac:spMk id="46" creationId="{00EF72D4-ECD3-8818-3BE4-705CA65BEF27}"/>
          </ac:spMkLst>
        </pc:spChg>
        <pc:spChg chg="add mod">
          <ac:chgData name="Shi, Junxiao (IntlAssoc)" userId="7b18982b-a381-4012-ade8-57e78b6d17d5" providerId="ADAL" clId="{E246A1DB-D747-464B-84D5-E59AA0424974}" dt="2023-02-27T17:24:57.037" v="10998" actId="3064"/>
          <ac:spMkLst>
            <pc:docMk/>
            <pc:sldMk cId="3343808306" sldId="263"/>
            <ac:spMk id="47" creationId="{4FD05486-3132-5B5D-CCD0-F6B6A32EEE8B}"/>
          </ac:spMkLst>
        </pc:spChg>
        <pc:spChg chg="add mod">
          <ac:chgData name="Shi, Junxiao (IntlAssoc)" userId="7b18982b-a381-4012-ade8-57e78b6d17d5" providerId="ADAL" clId="{E246A1DB-D747-464B-84D5-E59AA0424974}" dt="2023-02-22T18:27:25.110" v="3639" actId="20577"/>
          <ac:spMkLst>
            <pc:docMk/>
            <pc:sldMk cId="3343808306" sldId="263"/>
            <ac:spMk id="49" creationId="{160149EF-BE53-B4B1-3111-CA787C3383BE}"/>
          </ac:spMkLst>
        </pc:spChg>
        <pc:spChg chg="add mod">
          <ac:chgData name="Shi, Junxiao (IntlAssoc)" userId="7b18982b-a381-4012-ade8-57e78b6d17d5" providerId="ADAL" clId="{E246A1DB-D747-464B-84D5-E59AA0424974}" dt="2023-02-22T18:16:27.819" v="3391" actId="14100"/>
          <ac:spMkLst>
            <pc:docMk/>
            <pc:sldMk cId="3343808306" sldId="263"/>
            <ac:spMk id="50" creationId="{72193152-7022-EA33-36FA-054FBD40D0F2}"/>
          </ac:spMkLst>
        </pc:spChg>
        <pc:spChg chg="add mod">
          <ac:chgData name="Shi, Junxiao (IntlAssoc)" userId="7b18982b-a381-4012-ade8-57e78b6d17d5" providerId="ADAL" clId="{E246A1DB-D747-464B-84D5-E59AA0424974}" dt="2023-02-22T18:16:27.819" v="3391" actId="14100"/>
          <ac:spMkLst>
            <pc:docMk/>
            <pc:sldMk cId="3343808306" sldId="263"/>
            <ac:spMk id="51" creationId="{43997C1D-8D6D-77AF-D532-8D769CC01F2A}"/>
          </ac:spMkLst>
        </pc:spChg>
        <pc:spChg chg="add mod">
          <ac:chgData name="Shi, Junxiao (IntlAssoc)" userId="7b18982b-a381-4012-ade8-57e78b6d17d5" providerId="ADAL" clId="{E246A1DB-D747-464B-84D5-E59AA0424974}" dt="2023-02-22T18:16:27.819" v="3391" actId="14100"/>
          <ac:spMkLst>
            <pc:docMk/>
            <pc:sldMk cId="3343808306" sldId="263"/>
            <ac:spMk id="52" creationId="{5BD2FFA2-0690-F549-8A8E-BCB0FA88282B}"/>
          </ac:spMkLst>
        </pc:spChg>
        <pc:spChg chg="add mod">
          <ac:chgData name="Shi, Junxiao (IntlAssoc)" userId="7b18982b-a381-4012-ade8-57e78b6d17d5" providerId="ADAL" clId="{E246A1DB-D747-464B-84D5-E59AA0424974}" dt="2023-02-22T18:16:27.819" v="3391" actId="14100"/>
          <ac:spMkLst>
            <pc:docMk/>
            <pc:sldMk cId="3343808306" sldId="263"/>
            <ac:spMk id="53" creationId="{7E8FB351-ED19-88AF-9E62-ECD070089257}"/>
          </ac:spMkLst>
        </pc:spChg>
        <pc:spChg chg="add mod">
          <ac:chgData name="Shi, Junxiao (IntlAssoc)" userId="7b18982b-a381-4012-ade8-57e78b6d17d5" providerId="ADAL" clId="{E246A1DB-D747-464B-84D5-E59AA0424974}" dt="2023-02-27T17:09:25.215" v="10520" actId="20577"/>
          <ac:spMkLst>
            <pc:docMk/>
            <pc:sldMk cId="3343808306" sldId="263"/>
            <ac:spMk id="77" creationId="{F89F7012-66D8-0651-BC6F-4BECE56171C7}"/>
          </ac:spMkLst>
        </pc:spChg>
        <pc:spChg chg="add mod">
          <ac:chgData name="Shi, Junxiao (IntlAssoc)" userId="7b18982b-a381-4012-ade8-57e78b6d17d5" providerId="ADAL" clId="{E246A1DB-D747-464B-84D5-E59AA0424974}" dt="2023-02-27T17:09:36.648" v="10560" actId="20577"/>
          <ac:spMkLst>
            <pc:docMk/>
            <pc:sldMk cId="3343808306" sldId="263"/>
            <ac:spMk id="78" creationId="{CDBA4682-0F62-CC3A-44C1-A26A9B5FD369}"/>
          </ac:spMkLst>
        </pc:spChg>
        <pc:spChg chg="add mod">
          <ac:chgData name="Shi, Junxiao (IntlAssoc)" userId="7b18982b-a381-4012-ade8-57e78b6d17d5" providerId="ADAL" clId="{E246A1DB-D747-464B-84D5-E59AA0424974}" dt="2023-02-22T18:26:05.044" v="3536" actId="13822"/>
          <ac:spMkLst>
            <pc:docMk/>
            <pc:sldMk cId="3343808306" sldId="263"/>
            <ac:spMk id="79" creationId="{EADD2E23-E2D2-E1E7-948F-F7BFF45916FE}"/>
          </ac:spMkLst>
        </pc:spChg>
        <pc:grpChg chg="add del mod">
          <ac:chgData name="Shi, Junxiao (IntlAssoc)" userId="7b18982b-a381-4012-ade8-57e78b6d17d5" providerId="ADAL" clId="{E246A1DB-D747-464B-84D5-E59AA0424974}" dt="2023-02-22T15:48:38.434" v="1607" actId="478"/>
          <ac:grpSpMkLst>
            <pc:docMk/>
            <pc:sldMk cId="3343808306" sldId="263"/>
            <ac:grpSpMk id="4" creationId="{20004168-A2F0-F66A-E93E-58CAF8B6A69D}"/>
          </ac:grpSpMkLst>
        </pc:grpChg>
        <pc:grpChg chg="add del mod">
          <ac:chgData name="Shi, Junxiao (IntlAssoc)" userId="7b18982b-a381-4012-ade8-57e78b6d17d5" providerId="ADAL" clId="{E246A1DB-D747-464B-84D5-E59AA0424974}" dt="2023-02-22T15:43:23.025" v="1579" actId="478"/>
          <ac:grpSpMkLst>
            <pc:docMk/>
            <pc:sldMk cId="3343808306" sldId="263"/>
            <ac:grpSpMk id="8" creationId="{59CC28FD-6DED-4379-09ED-C8167C664483}"/>
          </ac:grpSpMkLst>
        </pc:grpChg>
        <pc:grpChg chg="mod">
          <ac:chgData name="Shi, Junxiao (IntlAssoc)" userId="7b18982b-a381-4012-ade8-57e78b6d17d5" providerId="ADAL" clId="{E246A1DB-D747-464B-84D5-E59AA0424974}" dt="2023-02-22T15:42:09.001" v="1572" actId="207"/>
          <ac:grpSpMkLst>
            <pc:docMk/>
            <pc:sldMk cId="3343808306" sldId="263"/>
            <ac:grpSpMk id="10" creationId="{EA5529AA-D145-2602-9CFB-C98031AE440E}"/>
          </ac:grpSpMkLst>
        </pc:grpChg>
        <pc:grpChg chg="add del mod">
          <ac:chgData name="Shi, Junxiao (IntlAssoc)" userId="7b18982b-a381-4012-ade8-57e78b6d17d5" providerId="ADAL" clId="{E246A1DB-D747-464B-84D5-E59AA0424974}" dt="2023-02-22T15:44:16.871" v="1588" actId="478"/>
          <ac:grpSpMkLst>
            <pc:docMk/>
            <pc:sldMk cId="3343808306" sldId="263"/>
            <ac:grpSpMk id="17" creationId="{F8356C83-BC48-FDAC-698E-7CC86D166E3F}"/>
          </ac:grpSpMkLst>
        </pc:grpChg>
        <pc:grpChg chg="mod">
          <ac:chgData name="Shi, Junxiao (IntlAssoc)" userId="7b18982b-a381-4012-ade8-57e78b6d17d5" providerId="ADAL" clId="{E246A1DB-D747-464B-84D5-E59AA0424974}" dt="2023-02-22T15:43:26.419" v="1580"/>
          <ac:grpSpMkLst>
            <pc:docMk/>
            <pc:sldMk cId="3343808306" sldId="263"/>
            <ac:grpSpMk id="19" creationId="{D7FBCAF0-CEE5-4F8F-B2B7-91E6E2B3ADCE}"/>
          </ac:grpSpMkLst>
        </pc:grpChg>
        <pc:grpChg chg="add del mod">
          <ac:chgData name="Shi, Junxiao (IntlAssoc)" userId="7b18982b-a381-4012-ade8-57e78b6d17d5" providerId="ADAL" clId="{E246A1DB-D747-464B-84D5-E59AA0424974}" dt="2023-02-22T15:48:38.434" v="1607" actId="478"/>
          <ac:grpSpMkLst>
            <pc:docMk/>
            <pc:sldMk cId="3343808306" sldId="263"/>
            <ac:grpSpMk id="26" creationId="{BE1E5B91-A24C-04AC-7374-A9A557173C68}"/>
          </ac:grpSpMkLst>
        </pc:grpChg>
        <pc:grpChg chg="add del mod">
          <ac:chgData name="Shi, Junxiao (IntlAssoc)" userId="7b18982b-a381-4012-ade8-57e78b6d17d5" providerId="ADAL" clId="{E246A1DB-D747-464B-84D5-E59AA0424974}" dt="2023-02-22T15:48:38.434" v="1607" actId="478"/>
          <ac:grpSpMkLst>
            <pc:docMk/>
            <pc:sldMk cId="3343808306" sldId="263"/>
            <ac:grpSpMk id="30" creationId="{FF9401C7-42A5-D694-19B0-C7366C4BF0D2}"/>
          </ac:grpSpMkLst>
        </pc:grpChg>
        <pc:grpChg chg="add del mod">
          <ac:chgData name="Shi, Junxiao (IntlAssoc)" userId="7b18982b-a381-4012-ade8-57e78b6d17d5" providerId="ADAL" clId="{E246A1DB-D747-464B-84D5-E59AA0424974}" dt="2023-02-22T15:48:38.434" v="1607" actId="478"/>
          <ac:grpSpMkLst>
            <pc:docMk/>
            <pc:sldMk cId="3343808306" sldId="263"/>
            <ac:grpSpMk id="34" creationId="{E1A41ABA-A3BA-739B-7187-63D43C1F9B10}"/>
          </ac:grpSpMkLst>
        </pc:grpChg>
        <pc:picChg chg="add del mod">
          <ac:chgData name="Shi, Junxiao (IntlAssoc)" userId="7b18982b-a381-4012-ade8-57e78b6d17d5" providerId="ADAL" clId="{E246A1DB-D747-464B-84D5-E59AA0424974}" dt="2023-02-22T15:48:38.434" v="1607" actId="478"/>
          <ac:picMkLst>
            <pc:docMk/>
            <pc:sldMk cId="3343808306" sldId="263"/>
            <ac:picMk id="38" creationId="{34069DDA-E1CD-5823-AFA6-DEF0BA504593}"/>
          </ac:picMkLst>
        </pc:picChg>
        <pc:cxnChg chg="mod">
          <ac:chgData name="Shi, Junxiao (IntlAssoc)" userId="7b18982b-a381-4012-ade8-57e78b6d17d5" providerId="ADAL" clId="{E246A1DB-D747-464B-84D5-E59AA0424974}" dt="2023-02-22T15:43:23.025" v="1579" actId="478"/>
          <ac:cxnSpMkLst>
            <pc:docMk/>
            <pc:sldMk cId="3343808306" sldId="263"/>
            <ac:cxnSpMk id="11" creationId="{88A1190E-5999-6317-1DE2-E29CB3959FAC}"/>
          </ac:cxnSpMkLst>
        </pc:cxnChg>
        <pc:cxnChg chg="mod">
          <ac:chgData name="Shi, Junxiao (IntlAssoc)" userId="7b18982b-a381-4012-ade8-57e78b6d17d5" providerId="ADAL" clId="{E246A1DB-D747-464B-84D5-E59AA0424974}" dt="2023-02-22T15:44:16.871" v="1588" actId="478"/>
          <ac:cxnSpMkLst>
            <pc:docMk/>
            <pc:sldMk cId="3343808306" sldId="263"/>
            <ac:cxnSpMk id="20" creationId="{DC8ED034-51BC-155E-184F-B68F28B98CA7}"/>
          </ac:cxnSpMkLst>
        </pc:cxnChg>
        <pc:cxnChg chg="add mod">
          <ac:chgData name="Shi, Junxiao (IntlAssoc)" userId="7b18982b-a381-4012-ade8-57e78b6d17d5" providerId="ADAL" clId="{E246A1DB-D747-464B-84D5-E59AA0424974}" dt="2023-02-22T18:23:11.021" v="3447" actId="1076"/>
          <ac:cxnSpMkLst>
            <pc:docMk/>
            <pc:sldMk cId="3343808306" sldId="263"/>
            <ac:cxnSpMk id="55" creationId="{BBB27023-3867-1BE5-8EB0-8F96512FB4F5}"/>
          </ac:cxnSpMkLst>
        </pc:cxnChg>
        <pc:cxnChg chg="add mod">
          <ac:chgData name="Shi, Junxiao (IntlAssoc)" userId="7b18982b-a381-4012-ade8-57e78b6d17d5" providerId="ADAL" clId="{E246A1DB-D747-464B-84D5-E59AA0424974}" dt="2023-02-22T18:23:11.021" v="3447" actId="1076"/>
          <ac:cxnSpMkLst>
            <pc:docMk/>
            <pc:sldMk cId="3343808306" sldId="263"/>
            <ac:cxnSpMk id="57" creationId="{73086A7C-235C-DEDF-0089-F1DC8956D846}"/>
          </ac:cxnSpMkLst>
        </pc:cxnChg>
        <pc:cxnChg chg="add mod">
          <ac:chgData name="Shi, Junxiao (IntlAssoc)" userId="7b18982b-a381-4012-ade8-57e78b6d17d5" providerId="ADAL" clId="{E246A1DB-D747-464B-84D5-E59AA0424974}" dt="2023-02-22T18:20:33.479" v="3428" actId="13822"/>
          <ac:cxnSpMkLst>
            <pc:docMk/>
            <pc:sldMk cId="3343808306" sldId="263"/>
            <ac:cxnSpMk id="59" creationId="{BA59A9E6-89F6-C64F-1657-0A7665288B25}"/>
          </ac:cxnSpMkLst>
        </pc:cxnChg>
        <pc:cxnChg chg="add mod">
          <ac:chgData name="Shi, Junxiao (IntlAssoc)" userId="7b18982b-a381-4012-ade8-57e78b6d17d5" providerId="ADAL" clId="{E246A1DB-D747-464B-84D5-E59AA0424974}" dt="2023-02-22T18:20:33.479" v="3428" actId="13822"/>
          <ac:cxnSpMkLst>
            <pc:docMk/>
            <pc:sldMk cId="3343808306" sldId="263"/>
            <ac:cxnSpMk id="61" creationId="{47424EE5-3F06-8346-CD8B-4DDEAE475F6D}"/>
          </ac:cxnSpMkLst>
        </pc:cxnChg>
        <pc:cxnChg chg="add mod">
          <ac:chgData name="Shi, Junxiao (IntlAssoc)" userId="7b18982b-a381-4012-ade8-57e78b6d17d5" providerId="ADAL" clId="{E246A1DB-D747-464B-84D5-E59AA0424974}" dt="2023-02-22T18:23:17.446" v="3449" actId="1076"/>
          <ac:cxnSpMkLst>
            <pc:docMk/>
            <pc:sldMk cId="3343808306" sldId="263"/>
            <ac:cxnSpMk id="63" creationId="{B4F2988D-8D89-4B9A-7F0F-B056380B8CF6}"/>
          </ac:cxnSpMkLst>
        </pc:cxnChg>
        <pc:cxnChg chg="add mod">
          <ac:chgData name="Shi, Junxiao (IntlAssoc)" userId="7b18982b-a381-4012-ade8-57e78b6d17d5" providerId="ADAL" clId="{E246A1DB-D747-464B-84D5-E59AA0424974}" dt="2023-02-22T18:23:17.446" v="3449" actId="1076"/>
          <ac:cxnSpMkLst>
            <pc:docMk/>
            <pc:sldMk cId="3343808306" sldId="263"/>
            <ac:cxnSpMk id="65" creationId="{9A77BB05-4A91-74B7-725C-549FCCCF3B26}"/>
          </ac:cxnSpMkLst>
        </pc:cxnChg>
        <pc:cxnChg chg="add mod">
          <ac:chgData name="Shi, Junxiao (IntlAssoc)" userId="7b18982b-a381-4012-ade8-57e78b6d17d5" providerId="ADAL" clId="{E246A1DB-D747-464B-84D5-E59AA0424974}" dt="2023-02-22T18:23:11.021" v="3447" actId="1076"/>
          <ac:cxnSpMkLst>
            <pc:docMk/>
            <pc:sldMk cId="3343808306" sldId="263"/>
            <ac:cxnSpMk id="67" creationId="{448DD163-F9D7-AEF9-B363-A83708EB4E8C}"/>
          </ac:cxnSpMkLst>
        </pc:cxnChg>
        <pc:cxnChg chg="add mod">
          <ac:chgData name="Shi, Junxiao (IntlAssoc)" userId="7b18982b-a381-4012-ade8-57e78b6d17d5" providerId="ADAL" clId="{E246A1DB-D747-464B-84D5-E59AA0424974}" dt="2023-03-02T00:23:18.776" v="13642" actId="14100"/>
          <ac:cxnSpMkLst>
            <pc:docMk/>
            <pc:sldMk cId="3343808306" sldId="263"/>
            <ac:cxnSpMk id="69" creationId="{1A35BBC2-193C-E8A3-2056-C041E0E77316}"/>
          </ac:cxnSpMkLst>
        </pc:cxnChg>
      </pc:sldChg>
      <pc:sldChg chg="addSp modSp new add del mod ord modClrScheme chgLayout">
        <pc:chgData name="Shi, Junxiao (IntlAssoc)" userId="7b18982b-a381-4012-ade8-57e78b6d17d5" providerId="ADAL" clId="{E246A1DB-D747-464B-84D5-E59AA0424974}" dt="2023-02-28T17:13:22.316" v="12284" actId="47"/>
        <pc:sldMkLst>
          <pc:docMk/>
          <pc:sldMk cId="1579678932" sldId="264"/>
        </pc:sldMkLst>
        <pc:spChg chg="mod ord">
          <ac:chgData name="Shi, Junxiao (IntlAssoc)" userId="7b18982b-a381-4012-ade8-57e78b6d17d5" providerId="ADAL" clId="{E246A1DB-D747-464B-84D5-E59AA0424974}" dt="2023-02-27T16:33:08.306" v="10167" actId="20577"/>
          <ac:spMkLst>
            <pc:docMk/>
            <pc:sldMk cId="1579678932" sldId="264"/>
            <ac:spMk id="2" creationId="{6F397634-6678-4AD4-749B-04FEE584F985}"/>
          </ac:spMkLst>
        </pc:spChg>
        <pc:spChg chg="add mod ord">
          <ac:chgData name="Shi, Junxiao (IntlAssoc)" userId="7b18982b-a381-4012-ade8-57e78b6d17d5" providerId="ADAL" clId="{E246A1DB-D747-464B-84D5-E59AA0424974}" dt="2023-02-27T17:03:45.846" v="10438" actId="20577"/>
          <ac:spMkLst>
            <pc:docMk/>
            <pc:sldMk cId="1579678932" sldId="264"/>
            <ac:spMk id="3" creationId="{C453AF44-F83F-5BF2-2650-F2C642C32263}"/>
          </ac:spMkLst>
        </pc:spChg>
      </pc:sldChg>
      <pc:sldChg chg="addSp delSp modSp new mod modAnim">
        <pc:chgData name="Shi, Junxiao (IntlAssoc)" userId="7b18982b-a381-4012-ade8-57e78b6d17d5" providerId="ADAL" clId="{E246A1DB-D747-464B-84D5-E59AA0424974}" dt="2023-03-02T00:24:29.156" v="13647"/>
        <pc:sldMkLst>
          <pc:docMk/>
          <pc:sldMk cId="826614672" sldId="265"/>
        </pc:sldMkLst>
        <pc:spChg chg="mod">
          <ac:chgData name="Shi, Junxiao (IntlAssoc)" userId="7b18982b-a381-4012-ade8-57e78b6d17d5" providerId="ADAL" clId="{E246A1DB-D747-464B-84D5-E59AA0424974}" dt="2023-02-27T15:16:34.947" v="9278" actId="20577"/>
          <ac:spMkLst>
            <pc:docMk/>
            <pc:sldMk cId="826614672" sldId="265"/>
            <ac:spMk id="2" creationId="{9F2E5EFD-8512-DB4B-19C0-36AA4486735F}"/>
          </ac:spMkLst>
        </pc:spChg>
        <pc:spChg chg="mod">
          <ac:chgData name="Shi, Junxiao (IntlAssoc)" userId="7b18982b-a381-4012-ade8-57e78b6d17d5" providerId="ADAL" clId="{E246A1DB-D747-464B-84D5-E59AA0424974}" dt="2023-02-27T17:23:06.192" v="10894" actId="20577"/>
          <ac:spMkLst>
            <pc:docMk/>
            <pc:sldMk cId="826614672" sldId="265"/>
            <ac:spMk id="3" creationId="{3AB7A7E1-3892-B749-EC05-FDE48096F2C7}"/>
          </ac:spMkLst>
        </pc:spChg>
        <pc:spChg chg="add mod ord">
          <ac:chgData name="Shi, Junxiao (IntlAssoc)" userId="7b18982b-a381-4012-ade8-57e78b6d17d5" providerId="ADAL" clId="{E246A1DB-D747-464B-84D5-E59AA0424974}" dt="2023-02-27T17:09:04.624" v="10492" actId="20577"/>
          <ac:spMkLst>
            <pc:docMk/>
            <pc:sldMk cId="826614672" sldId="265"/>
            <ac:spMk id="5" creationId="{DAEA0F47-47F8-2ACA-AAE4-92DBC8CC5DD5}"/>
          </ac:spMkLst>
        </pc:spChg>
        <pc:spChg chg="add mod">
          <ac:chgData name="Shi, Junxiao (IntlAssoc)" userId="7b18982b-a381-4012-ade8-57e78b6d17d5" providerId="ADAL" clId="{E246A1DB-D747-464B-84D5-E59AA0424974}" dt="2023-02-28T17:30:19.586" v="12417" actId="20577"/>
          <ac:spMkLst>
            <pc:docMk/>
            <pc:sldMk cId="826614672" sldId="265"/>
            <ac:spMk id="6" creationId="{C2704980-7715-1B5C-B729-6C733258F970}"/>
          </ac:spMkLst>
        </pc:spChg>
        <pc:spChg chg="add del mod">
          <ac:chgData name="Shi, Junxiao (IntlAssoc)" userId="7b18982b-a381-4012-ade8-57e78b6d17d5" providerId="ADAL" clId="{E246A1DB-D747-464B-84D5-E59AA0424974}" dt="2023-02-22T18:16:44.471" v="3394" actId="478"/>
          <ac:spMkLst>
            <pc:docMk/>
            <pc:sldMk cId="826614672" sldId="265"/>
            <ac:spMk id="6" creationId="{CA478065-57EE-1F95-C0B9-372F59307597}"/>
          </ac:spMkLst>
        </pc:spChg>
        <pc:spChg chg="add mod ord">
          <ac:chgData name="Shi, Junxiao (IntlAssoc)" userId="7b18982b-a381-4012-ade8-57e78b6d17d5" providerId="ADAL" clId="{E246A1DB-D747-464B-84D5-E59AA0424974}" dt="2023-02-27T17:09:00.982" v="10485" actId="20577"/>
          <ac:spMkLst>
            <pc:docMk/>
            <pc:sldMk cId="826614672" sldId="265"/>
            <ac:spMk id="7" creationId="{6413F81B-2B68-D95C-DFF2-8E6D8D8F72B7}"/>
          </ac:spMkLst>
        </pc:spChg>
        <pc:spChg chg="add mod">
          <ac:chgData name="Shi, Junxiao (IntlAssoc)" userId="7b18982b-a381-4012-ade8-57e78b6d17d5" providerId="ADAL" clId="{E246A1DB-D747-464B-84D5-E59AA0424974}" dt="2023-02-27T17:25:06.590" v="11007" actId="3064"/>
          <ac:spMkLst>
            <pc:docMk/>
            <pc:sldMk cId="826614672" sldId="265"/>
            <ac:spMk id="8" creationId="{BA50BFC8-3F1D-6DD9-D0E2-DC105870764E}"/>
          </ac:spMkLst>
        </pc:spChg>
        <pc:spChg chg="add mod">
          <ac:chgData name="Shi, Junxiao (IntlAssoc)" userId="7b18982b-a381-4012-ade8-57e78b6d17d5" providerId="ADAL" clId="{E246A1DB-D747-464B-84D5-E59AA0424974}" dt="2023-02-22T18:28:17.044" v="3713" actId="1076"/>
          <ac:spMkLst>
            <pc:docMk/>
            <pc:sldMk cId="826614672" sldId="265"/>
            <ac:spMk id="9" creationId="{807488E3-7ACF-2288-B1F2-876A9774E5D7}"/>
          </ac:spMkLst>
        </pc:spChg>
        <pc:spChg chg="add mod">
          <ac:chgData name="Shi, Junxiao (IntlAssoc)" userId="7b18982b-a381-4012-ade8-57e78b6d17d5" providerId="ADAL" clId="{E246A1DB-D747-464B-84D5-E59AA0424974}" dt="2023-02-22T18:28:17.044" v="3713" actId="1076"/>
          <ac:spMkLst>
            <pc:docMk/>
            <pc:sldMk cId="826614672" sldId="265"/>
            <ac:spMk id="10" creationId="{3B3B2142-E3CE-FC4C-7EC1-695B9FFFEB5C}"/>
          </ac:spMkLst>
        </pc:spChg>
        <pc:spChg chg="add mod">
          <ac:chgData name="Shi, Junxiao (IntlAssoc)" userId="7b18982b-a381-4012-ade8-57e78b6d17d5" providerId="ADAL" clId="{E246A1DB-D747-464B-84D5-E59AA0424974}" dt="2023-02-22T18:28:17.044" v="3713" actId="1076"/>
          <ac:spMkLst>
            <pc:docMk/>
            <pc:sldMk cId="826614672" sldId="265"/>
            <ac:spMk id="11" creationId="{668887C8-D9E6-70AB-CBB2-9350A75CB13E}"/>
          </ac:spMkLst>
        </pc:spChg>
        <pc:spChg chg="add mod">
          <ac:chgData name="Shi, Junxiao (IntlAssoc)" userId="7b18982b-a381-4012-ade8-57e78b6d17d5" providerId="ADAL" clId="{E246A1DB-D747-464B-84D5-E59AA0424974}" dt="2023-02-22T18:28:17.044" v="3713" actId="1076"/>
          <ac:spMkLst>
            <pc:docMk/>
            <pc:sldMk cId="826614672" sldId="265"/>
            <ac:spMk id="12" creationId="{DCE00D6E-26A9-6567-5B76-073ECB286E6C}"/>
          </ac:spMkLst>
        </pc:spChg>
        <pc:spChg chg="add mod">
          <ac:chgData name="Shi, Junxiao (IntlAssoc)" userId="7b18982b-a381-4012-ade8-57e78b6d17d5" providerId="ADAL" clId="{E246A1DB-D747-464B-84D5-E59AA0424974}" dt="2023-02-22T18:28:17.044" v="3713" actId="1076"/>
          <ac:spMkLst>
            <pc:docMk/>
            <pc:sldMk cId="826614672" sldId="265"/>
            <ac:spMk id="13" creationId="{E8E24B9C-8C4F-0D6B-7F87-ED571E6262F5}"/>
          </ac:spMkLst>
        </pc:spChg>
        <pc:spChg chg="add del mod">
          <ac:chgData name="Shi, Junxiao (IntlAssoc)" userId="7b18982b-a381-4012-ade8-57e78b6d17d5" providerId="ADAL" clId="{E246A1DB-D747-464B-84D5-E59AA0424974}" dt="2023-02-27T15:13:04.670" v="9222" actId="478"/>
          <ac:spMkLst>
            <pc:docMk/>
            <pc:sldMk cId="826614672" sldId="265"/>
            <ac:spMk id="14" creationId="{2D54CAE6-C8D2-C7A5-AC8D-318196B05B0F}"/>
          </ac:spMkLst>
        </pc:spChg>
        <pc:spChg chg="add mod">
          <ac:chgData name="Shi, Junxiao (IntlAssoc)" userId="7b18982b-a381-4012-ade8-57e78b6d17d5" providerId="ADAL" clId="{E246A1DB-D747-464B-84D5-E59AA0424974}" dt="2023-02-22T18:29:04.312" v="3732" actId="20577"/>
          <ac:spMkLst>
            <pc:docMk/>
            <pc:sldMk cId="826614672" sldId="265"/>
            <ac:spMk id="22" creationId="{F90D9A2D-3B88-D0B0-080D-CB58B822F5A3}"/>
          </ac:spMkLst>
        </pc:spChg>
        <pc:spChg chg="add mod">
          <ac:chgData name="Shi, Junxiao (IntlAssoc)" userId="7b18982b-a381-4012-ade8-57e78b6d17d5" providerId="ADAL" clId="{E246A1DB-D747-464B-84D5-E59AA0424974}" dt="2023-02-22T18:29:00.163" v="3726" actId="20577"/>
          <ac:spMkLst>
            <pc:docMk/>
            <pc:sldMk cId="826614672" sldId="265"/>
            <ac:spMk id="29" creationId="{70553863-B958-6602-2DAB-E3878F6E1C3E}"/>
          </ac:spMkLst>
        </pc:spChg>
        <pc:cxnChg chg="add del mod">
          <ac:chgData name="Shi, Junxiao (IntlAssoc)" userId="7b18982b-a381-4012-ade8-57e78b6d17d5" providerId="ADAL" clId="{E246A1DB-D747-464B-84D5-E59AA0424974}" dt="2023-02-22T18:17:43.070" v="3405" actId="478"/>
          <ac:cxnSpMkLst>
            <pc:docMk/>
            <pc:sldMk cId="826614672" sldId="265"/>
            <ac:cxnSpMk id="14" creationId="{3B381EE8-D3C5-D6C1-FA0B-7B15B7809605}"/>
          </ac:cxnSpMkLst>
        </pc:cxnChg>
        <pc:cxnChg chg="add del mod">
          <ac:chgData name="Shi, Junxiao (IntlAssoc)" userId="7b18982b-a381-4012-ade8-57e78b6d17d5" providerId="ADAL" clId="{E246A1DB-D747-464B-84D5-E59AA0424974}" dt="2023-02-22T18:17:43.070" v="3405" actId="478"/>
          <ac:cxnSpMkLst>
            <pc:docMk/>
            <pc:sldMk cId="826614672" sldId="265"/>
            <ac:cxnSpMk id="15" creationId="{F69A08A1-2CF6-83BD-E5B8-254F3994971A}"/>
          </ac:cxnSpMkLst>
        </pc:cxnChg>
        <pc:cxnChg chg="add mod">
          <ac:chgData name="Shi, Junxiao (IntlAssoc)" userId="7b18982b-a381-4012-ade8-57e78b6d17d5" providerId="ADAL" clId="{E246A1DB-D747-464B-84D5-E59AA0424974}" dt="2023-02-22T18:28:17.044" v="3713" actId="1076"/>
          <ac:cxnSpMkLst>
            <pc:docMk/>
            <pc:sldMk cId="826614672" sldId="265"/>
            <ac:cxnSpMk id="16" creationId="{B03795C5-A861-FA08-2BD8-A855BE25004D}"/>
          </ac:cxnSpMkLst>
        </pc:cxnChg>
        <pc:cxnChg chg="add mod">
          <ac:chgData name="Shi, Junxiao (IntlAssoc)" userId="7b18982b-a381-4012-ade8-57e78b6d17d5" providerId="ADAL" clId="{E246A1DB-D747-464B-84D5-E59AA0424974}" dt="2023-02-22T18:28:17.044" v="3713" actId="1076"/>
          <ac:cxnSpMkLst>
            <pc:docMk/>
            <pc:sldMk cId="826614672" sldId="265"/>
            <ac:cxnSpMk id="17" creationId="{03BBB959-887E-B72F-A74D-B06C50F9E8C0}"/>
          </ac:cxnSpMkLst>
        </pc:cxnChg>
        <pc:cxnChg chg="add del mod">
          <ac:chgData name="Shi, Junxiao (IntlAssoc)" userId="7b18982b-a381-4012-ade8-57e78b6d17d5" providerId="ADAL" clId="{E246A1DB-D747-464B-84D5-E59AA0424974}" dt="2023-02-22T18:17:43.070" v="3405" actId="478"/>
          <ac:cxnSpMkLst>
            <pc:docMk/>
            <pc:sldMk cId="826614672" sldId="265"/>
            <ac:cxnSpMk id="18" creationId="{874175B2-6423-D06A-E6DE-A343507D810C}"/>
          </ac:cxnSpMkLst>
        </pc:cxnChg>
        <pc:cxnChg chg="add del mod">
          <ac:chgData name="Shi, Junxiao (IntlAssoc)" userId="7b18982b-a381-4012-ade8-57e78b6d17d5" providerId="ADAL" clId="{E246A1DB-D747-464B-84D5-E59AA0424974}" dt="2023-02-22T18:17:43.070" v="3405" actId="478"/>
          <ac:cxnSpMkLst>
            <pc:docMk/>
            <pc:sldMk cId="826614672" sldId="265"/>
            <ac:cxnSpMk id="19" creationId="{977EC6A2-695D-15A9-31BE-2B0DF9AF4593}"/>
          </ac:cxnSpMkLst>
        </pc:cxnChg>
        <pc:cxnChg chg="add del mod">
          <ac:chgData name="Shi, Junxiao (IntlAssoc)" userId="7b18982b-a381-4012-ade8-57e78b6d17d5" providerId="ADAL" clId="{E246A1DB-D747-464B-84D5-E59AA0424974}" dt="2023-02-22T18:17:43.070" v="3405" actId="478"/>
          <ac:cxnSpMkLst>
            <pc:docMk/>
            <pc:sldMk cId="826614672" sldId="265"/>
            <ac:cxnSpMk id="20" creationId="{1C90A10C-CF6B-8AF5-5B08-7B7DC4D7B0EE}"/>
          </ac:cxnSpMkLst>
        </pc:cxnChg>
        <pc:cxnChg chg="add del mod">
          <ac:chgData name="Shi, Junxiao (IntlAssoc)" userId="7b18982b-a381-4012-ade8-57e78b6d17d5" providerId="ADAL" clId="{E246A1DB-D747-464B-84D5-E59AA0424974}" dt="2023-02-22T18:17:43.070" v="3405" actId="478"/>
          <ac:cxnSpMkLst>
            <pc:docMk/>
            <pc:sldMk cId="826614672" sldId="265"/>
            <ac:cxnSpMk id="21" creationId="{CCE24862-86F3-6E9F-C962-4D72247B26C8}"/>
          </ac:cxnSpMkLst>
        </pc:cxnChg>
        <pc:cxnChg chg="add del mod">
          <ac:chgData name="Shi, Junxiao (IntlAssoc)" userId="7b18982b-a381-4012-ade8-57e78b6d17d5" providerId="ADAL" clId="{E246A1DB-D747-464B-84D5-E59AA0424974}" dt="2023-02-22T18:18:11.445" v="3411" actId="11529"/>
          <ac:cxnSpMkLst>
            <pc:docMk/>
            <pc:sldMk cId="826614672" sldId="265"/>
            <ac:cxnSpMk id="33" creationId="{A8BD3880-FBFE-EF1C-CD77-F066E367C0D2}"/>
          </ac:cxnSpMkLst>
        </pc:cxnChg>
        <pc:cxnChg chg="add mod">
          <ac:chgData name="Shi, Junxiao (IntlAssoc)" userId="7b18982b-a381-4012-ade8-57e78b6d17d5" providerId="ADAL" clId="{E246A1DB-D747-464B-84D5-E59AA0424974}" dt="2023-02-22T18:28:17.044" v="3713" actId="1076"/>
          <ac:cxnSpMkLst>
            <pc:docMk/>
            <pc:sldMk cId="826614672" sldId="265"/>
            <ac:cxnSpMk id="35" creationId="{63585606-3195-0049-26CD-612AE189314D}"/>
          </ac:cxnSpMkLst>
        </pc:cxnChg>
        <pc:cxnChg chg="add mod">
          <ac:chgData name="Shi, Junxiao (IntlAssoc)" userId="7b18982b-a381-4012-ade8-57e78b6d17d5" providerId="ADAL" clId="{E246A1DB-D747-464B-84D5-E59AA0424974}" dt="2023-02-22T18:28:17.044" v="3713" actId="1076"/>
          <ac:cxnSpMkLst>
            <pc:docMk/>
            <pc:sldMk cId="826614672" sldId="265"/>
            <ac:cxnSpMk id="37" creationId="{01A2AC83-02B4-105B-B33C-254807395574}"/>
          </ac:cxnSpMkLst>
        </pc:cxnChg>
        <pc:cxnChg chg="add del">
          <ac:chgData name="Shi, Junxiao (IntlAssoc)" userId="7b18982b-a381-4012-ade8-57e78b6d17d5" providerId="ADAL" clId="{E246A1DB-D747-464B-84D5-E59AA0424974}" dt="2023-02-22T18:18:29.558" v="3415" actId="11529"/>
          <ac:cxnSpMkLst>
            <pc:docMk/>
            <pc:sldMk cId="826614672" sldId="265"/>
            <ac:cxnSpMk id="39" creationId="{14B50B4E-3DFF-27C2-6E9E-67FF0ADBB54B}"/>
          </ac:cxnSpMkLst>
        </pc:cxnChg>
        <pc:cxnChg chg="add mod">
          <ac:chgData name="Shi, Junxiao (IntlAssoc)" userId="7b18982b-a381-4012-ade8-57e78b6d17d5" providerId="ADAL" clId="{E246A1DB-D747-464B-84D5-E59AA0424974}" dt="2023-02-22T18:28:17.044" v="3713" actId="1076"/>
          <ac:cxnSpMkLst>
            <pc:docMk/>
            <pc:sldMk cId="826614672" sldId="265"/>
            <ac:cxnSpMk id="41" creationId="{5D8F03CE-17F7-3DF5-A197-2C51DDD1C194}"/>
          </ac:cxnSpMkLst>
        </pc:cxnChg>
        <pc:cxnChg chg="add mod">
          <ac:chgData name="Shi, Junxiao (IntlAssoc)" userId="7b18982b-a381-4012-ade8-57e78b6d17d5" providerId="ADAL" clId="{E246A1DB-D747-464B-84D5-E59AA0424974}" dt="2023-02-22T18:28:17.044" v="3713" actId="1076"/>
          <ac:cxnSpMkLst>
            <pc:docMk/>
            <pc:sldMk cId="826614672" sldId="265"/>
            <ac:cxnSpMk id="43" creationId="{A09019D2-A963-9916-B7D8-CA9A9BBA792C}"/>
          </ac:cxnSpMkLst>
        </pc:cxnChg>
        <pc:cxnChg chg="add mod">
          <ac:chgData name="Shi, Junxiao (IntlAssoc)" userId="7b18982b-a381-4012-ade8-57e78b6d17d5" providerId="ADAL" clId="{E246A1DB-D747-464B-84D5-E59AA0424974}" dt="2023-02-22T18:28:17.044" v="3713" actId="1076"/>
          <ac:cxnSpMkLst>
            <pc:docMk/>
            <pc:sldMk cId="826614672" sldId="265"/>
            <ac:cxnSpMk id="46" creationId="{621608EB-8316-9C30-D1FF-0444EC608639}"/>
          </ac:cxnSpMkLst>
        </pc:cxnChg>
      </pc:sldChg>
      <pc:sldChg chg="add del">
        <pc:chgData name="Shi, Junxiao (IntlAssoc)" userId="7b18982b-a381-4012-ade8-57e78b6d17d5" providerId="ADAL" clId="{E246A1DB-D747-464B-84D5-E59AA0424974}" dt="2023-02-22T19:52:07.177" v="7100" actId="47"/>
        <pc:sldMkLst>
          <pc:docMk/>
          <pc:sldMk cId="1190840903" sldId="266"/>
        </pc:sldMkLst>
      </pc:sldChg>
      <pc:sldChg chg="addSp delSp modSp add mod delAnim modAnim">
        <pc:chgData name="Shi, Junxiao (IntlAssoc)" userId="7b18982b-a381-4012-ade8-57e78b6d17d5" providerId="ADAL" clId="{E246A1DB-D747-464B-84D5-E59AA0424974}" dt="2023-03-02T00:11:42.800" v="13640" actId="20577"/>
        <pc:sldMkLst>
          <pc:docMk/>
          <pc:sldMk cId="2004648346" sldId="266"/>
        </pc:sldMkLst>
        <pc:spChg chg="mod">
          <ac:chgData name="Shi, Junxiao (IntlAssoc)" userId="7b18982b-a381-4012-ade8-57e78b6d17d5" providerId="ADAL" clId="{E246A1DB-D747-464B-84D5-E59AA0424974}" dt="2023-02-28T19:05:35.860" v="12909" actId="20577"/>
          <ac:spMkLst>
            <pc:docMk/>
            <pc:sldMk cId="2004648346" sldId="266"/>
            <ac:spMk id="2" creationId="{979548B5-8ACC-CDFC-2966-2B38364E0CAB}"/>
          </ac:spMkLst>
        </pc:spChg>
        <pc:spChg chg="mod">
          <ac:chgData name="Shi, Junxiao (IntlAssoc)" userId="7b18982b-a381-4012-ade8-57e78b6d17d5" providerId="ADAL" clId="{E246A1DB-D747-464B-84D5-E59AA0424974}" dt="2023-03-02T00:11:42.800" v="13640" actId="20577"/>
          <ac:spMkLst>
            <pc:docMk/>
            <pc:sldMk cId="2004648346" sldId="266"/>
            <ac:spMk id="3" creationId="{3491EFCD-378E-1C62-B9D4-B9D10EE5E668}"/>
          </ac:spMkLst>
        </pc:spChg>
        <pc:spChg chg="add del mod">
          <ac:chgData name="Shi, Junxiao (IntlAssoc)" userId="7b18982b-a381-4012-ade8-57e78b6d17d5" providerId="ADAL" clId="{E246A1DB-D747-464B-84D5-E59AA0424974}" dt="2023-02-22T20:04:39.725" v="7595" actId="478"/>
          <ac:spMkLst>
            <pc:docMk/>
            <pc:sldMk cId="2004648346" sldId="266"/>
            <ac:spMk id="4" creationId="{2ECE314E-ED84-E0D0-9050-4B2E401403BA}"/>
          </ac:spMkLst>
        </pc:spChg>
        <pc:spChg chg="add mod">
          <ac:chgData name="Shi, Junxiao (IntlAssoc)" userId="7b18982b-a381-4012-ade8-57e78b6d17d5" providerId="ADAL" clId="{E246A1DB-D747-464B-84D5-E59AA0424974}" dt="2023-02-28T23:00:47.674" v="13384" actId="20577"/>
          <ac:spMkLst>
            <pc:docMk/>
            <pc:sldMk cId="2004648346" sldId="266"/>
            <ac:spMk id="4" creationId="{B6F723A8-5443-4CD1-08D2-D27694C270B1}"/>
          </ac:spMkLst>
        </pc:spChg>
        <pc:spChg chg="add del mod">
          <ac:chgData name="Shi, Junxiao (IntlAssoc)" userId="7b18982b-a381-4012-ade8-57e78b6d17d5" providerId="ADAL" clId="{E246A1DB-D747-464B-84D5-E59AA0424974}" dt="2023-02-28T16:51:56.695" v="11813" actId="478"/>
          <ac:spMkLst>
            <pc:docMk/>
            <pc:sldMk cId="2004648346" sldId="266"/>
            <ac:spMk id="5" creationId="{12340306-99AA-06F6-E79A-BD9594FCDF66}"/>
          </ac:spMkLst>
        </pc:spChg>
        <pc:spChg chg="add del mod">
          <ac:chgData name="Shi, Junxiao (IntlAssoc)" userId="7b18982b-a381-4012-ade8-57e78b6d17d5" providerId="ADAL" clId="{E246A1DB-D747-464B-84D5-E59AA0424974}" dt="2023-02-22T20:05:05.734" v="7599" actId="478"/>
          <ac:spMkLst>
            <pc:docMk/>
            <pc:sldMk cId="2004648346" sldId="266"/>
            <ac:spMk id="6" creationId="{8B050101-C4CD-A2E5-56F2-A1E41D20105B}"/>
          </ac:spMkLst>
        </pc:spChg>
        <pc:spChg chg="add mod">
          <ac:chgData name="Shi, Junxiao (IntlAssoc)" userId="7b18982b-a381-4012-ade8-57e78b6d17d5" providerId="ADAL" clId="{E246A1DB-D747-464B-84D5-E59AA0424974}" dt="2023-02-22T20:05:47.664" v="7610" actId="1076"/>
          <ac:spMkLst>
            <pc:docMk/>
            <pc:sldMk cId="2004648346" sldId="266"/>
            <ac:spMk id="8" creationId="{999ECF5F-A73D-FF33-F13D-A017ADA10CCF}"/>
          </ac:spMkLst>
        </pc:spChg>
        <pc:spChg chg="mod topLvl">
          <ac:chgData name="Shi, Junxiao (IntlAssoc)" userId="7b18982b-a381-4012-ade8-57e78b6d17d5" providerId="ADAL" clId="{E246A1DB-D747-464B-84D5-E59AA0424974}" dt="2023-02-22T20:05:16.834" v="7603" actId="165"/>
          <ac:spMkLst>
            <pc:docMk/>
            <pc:sldMk cId="2004648346" sldId="266"/>
            <ac:spMk id="67" creationId="{12CAC561-EFF7-9EE6-109B-16E4F151CF85}"/>
          </ac:spMkLst>
        </pc:spChg>
        <pc:spChg chg="mod topLvl">
          <ac:chgData name="Shi, Junxiao (IntlAssoc)" userId="7b18982b-a381-4012-ade8-57e78b6d17d5" providerId="ADAL" clId="{E246A1DB-D747-464B-84D5-E59AA0424974}" dt="2023-02-22T20:05:16.834" v="7603" actId="165"/>
          <ac:spMkLst>
            <pc:docMk/>
            <pc:sldMk cId="2004648346" sldId="266"/>
            <ac:spMk id="68" creationId="{57B577CE-D78F-E2CB-CB73-44E57119C59A}"/>
          </ac:spMkLst>
        </pc:spChg>
        <pc:spChg chg="mod topLvl">
          <ac:chgData name="Shi, Junxiao (IntlAssoc)" userId="7b18982b-a381-4012-ade8-57e78b6d17d5" providerId="ADAL" clId="{E246A1DB-D747-464B-84D5-E59AA0424974}" dt="2023-02-22T20:05:16.834" v="7603" actId="165"/>
          <ac:spMkLst>
            <pc:docMk/>
            <pc:sldMk cId="2004648346" sldId="266"/>
            <ac:spMk id="69" creationId="{8620D80E-9061-3F71-6F8B-3CA1C1A3FE55}"/>
          </ac:spMkLst>
        </pc:spChg>
        <pc:spChg chg="mod topLvl">
          <ac:chgData name="Shi, Junxiao (IntlAssoc)" userId="7b18982b-a381-4012-ade8-57e78b6d17d5" providerId="ADAL" clId="{E246A1DB-D747-464B-84D5-E59AA0424974}" dt="2023-02-22T20:05:16.834" v="7603" actId="165"/>
          <ac:spMkLst>
            <pc:docMk/>
            <pc:sldMk cId="2004648346" sldId="266"/>
            <ac:spMk id="70" creationId="{C4A9721E-4EB2-E273-56B2-D63A6B50A058}"/>
          </ac:spMkLst>
        </pc:spChg>
        <pc:spChg chg="mod topLvl">
          <ac:chgData name="Shi, Junxiao (IntlAssoc)" userId="7b18982b-a381-4012-ade8-57e78b6d17d5" providerId="ADAL" clId="{E246A1DB-D747-464B-84D5-E59AA0424974}" dt="2023-02-22T20:05:16.834" v="7603" actId="165"/>
          <ac:spMkLst>
            <pc:docMk/>
            <pc:sldMk cId="2004648346" sldId="266"/>
            <ac:spMk id="71" creationId="{4D7D8693-53F2-15D6-D7ED-3F1DE3D4BF57}"/>
          </ac:spMkLst>
        </pc:spChg>
        <pc:spChg chg="mod topLvl">
          <ac:chgData name="Shi, Junxiao (IntlAssoc)" userId="7b18982b-a381-4012-ade8-57e78b6d17d5" providerId="ADAL" clId="{E246A1DB-D747-464B-84D5-E59AA0424974}" dt="2023-02-22T20:05:16.834" v="7603" actId="165"/>
          <ac:spMkLst>
            <pc:docMk/>
            <pc:sldMk cId="2004648346" sldId="266"/>
            <ac:spMk id="72" creationId="{4FE29FA1-A899-DDB7-FBCF-63DA6F3D1A67}"/>
          </ac:spMkLst>
        </pc:spChg>
        <pc:spChg chg="mod topLvl">
          <ac:chgData name="Shi, Junxiao (IntlAssoc)" userId="7b18982b-a381-4012-ade8-57e78b6d17d5" providerId="ADAL" clId="{E246A1DB-D747-464B-84D5-E59AA0424974}" dt="2023-02-22T20:05:16.834" v="7603" actId="165"/>
          <ac:spMkLst>
            <pc:docMk/>
            <pc:sldMk cId="2004648346" sldId="266"/>
            <ac:spMk id="73" creationId="{DDD4C11B-AD96-D702-B697-96922FB5FF69}"/>
          </ac:spMkLst>
        </pc:spChg>
        <pc:spChg chg="mod topLvl">
          <ac:chgData name="Shi, Junxiao (IntlAssoc)" userId="7b18982b-a381-4012-ade8-57e78b6d17d5" providerId="ADAL" clId="{E246A1DB-D747-464B-84D5-E59AA0424974}" dt="2023-02-22T20:05:16.834" v="7603" actId="165"/>
          <ac:spMkLst>
            <pc:docMk/>
            <pc:sldMk cId="2004648346" sldId="266"/>
            <ac:spMk id="74" creationId="{63CC7339-6BEE-96EB-0710-D6941887791F}"/>
          </ac:spMkLst>
        </pc:spChg>
        <pc:spChg chg="del">
          <ac:chgData name="Shi, Junxiao (IntlAssoc)" userId="7b18982b-a381-4012-ade8-57e78b6d17d5" providerId="ADAL" clId="{E246A1DB-D747-464B-84D5-E59AA0424974}" dt="2023-02-22T19:57:18.098" v="7305" actId="478"/>
          <ac:spMkLst>
            <pc:docMk/>
            <pc:sldMk cId="2004648346" sldId="266"/>
            <ac:spMk id="88" creationId="{8A4C1829-8076-3F48-F73B-C250F7F2B373}"/>
          </ac:spMkLst>
        </pc:spChg>
        <pc:spChg chg="del">
          <ac:chgData name="Shi, Junxiao (IntlAssoc)" userId="7b18982b-a381-4012-ade8-57e78b6d17d5" providerId="ADAL" clId="{E246A1DB-D747-464B-84D5-E59AA0424974}" dt="2023-02-22T19:57:18.098" v="7305" actId="478"/>
          <ac:spMkLst>
            <pc:docMk/>
            <pc:sldMk cId="2004648346" sldId="266"/>
            <ac:spMk id="89" creationId="{25575368-F2CA-8708-E340-747D78F46A13}"/>
          </ac:spMkLst>
        </pc:spChg>
        <pc:spChg chg="del">
          <ac:chgData name="Shi, Junxiao (IntlAssoc)" userId="7b18982b-a381-4012-ade8-57e78b6d17d5" providerId="ADAL" clId="{E246A1DB-D747-464B-84D5-E59AA0424974}" dt="2023-02-22T19:57:18.098" v="7305" actId="478"/>
          <ac:spMkLst>
            <pc:docMk/>
            <pc:sldMk cId="2004648346" sldId="266"/>
            <ac:spMk id="90" creationId="{565FFBAC-1A8B-B6E7-8E24-45BA94903A13}"/>
          </ac:spMkLst>
        </pc:spChg>
        <pc:spChg chg="mod ord">
          <ac:chgData name="Shi, Junxiao (IntlAssoc)" userId="7b18982b-a381-4012-ade8-57e78b6d17d5" providerId="ADAL" clId="{E246A1DB-D747-464B-84D5-E59AA0424974}" dt="2023-02-28T23:00:16.445" v="13318" actId="20577"/>
          <ac:spMkLst>
            <pc:docMk/>
            <pc:sldMk cId="2004648346" sldId="266"/>
            <ac:spMk id="91" creationId="{14262A5F-97B8-FAF0-BFC8-D55A4912D664}"/>
          </ac:spMkLst>
        </pc:spChg>
        <pc:grpChg chg="add mod">
          <ac:chgData name="Shi, Junxiao (IntlAssoc)" userId="7b18982b-a381-4012-ade8-57e78b6d17d5" providerId="ADAL" clId="{E246A1DB-D747-464B-84D5-E59AA0424974}" dt="2023-02-22T20:05:16.626" v="7602" actId="164"/>
          <ac:grpSpMkLst>
            <pc:docMk/>
            <pc:sldMk cId="2004648346" sldId="266"/>
            <ac:grpSpMk id="7" creationId="{88273A64-29B3-49C2-4A2A-C4FAD1C510E3}"/>
          </ac:grpSpMkLst>
        </pc:grpChg>
        <pc:grpChg chg="add del mod">
          <ac:chgData name="Shi, Junxiao (IntlAssoc)" userId="7b18982b-a381-4012-ade8-57e78b6d17d5" providerId="ADAL" clId="{E246A1DB-D747-464B-84D5-E59AA0424974}" dt="2023-02-22T20:05:16.834" v="7603" actId="165"/>
          <ac:grpSpMkLst>
            <pc:docMk/>
            <pc:sldMk cId="2004648346" sldId="266"/>
            <ac:grpSpMk id="92" creationId="{4160EB52-D634-982C-DB0A-9AF887F57747}"/>
          </ac:grpSpMkLst>
        </pc:grpChg>
        <pc:cxnChg chg="mod topLvl">
          <ac:chgData name="Shi, Junxiao (IntlAssoc)" userId="7b18982b-a381-4012-ade8-57e78b6d17d5" providerId="ADAL" clId="{E246A1DB-D747-464B-84D5-E59AA0424974}" dt="2023-02-22T20:05:16.834" v="7603" actId="165"/>
          <ac:cxnSpMkLst>
            <pc:docMk/>
            <pc:sldMk cId="2004648346" sldId="266"/>
            <ac:cxnSpMk id="75" creationId="{4661B3BD-BF9D-9713-B5C8-F8A955C5A137}"/>
          </ac:cxnSpMkLst>
        </pc:cxnChg>
        <pc:cxnChg chg="mod topLvl">
          <ac:chgData name="Shi, Junxiao (IntlAssoc)" userId="7b18982b-a381-4012-ade8-57e78b6d17d5" providerId="ADAL" clId="{E246A1DB-D747-464B-84D5-E59AA0424974}" dt="2023-02-22T20:05:16.834" v="7603" actId="165"/>
          <ac:cxnSpMkLst>
            <pc:docMk/>
            <pc:sldMk cId="2004648346" sldId="266"/>
            <ac:cxnSpMk id="76" creationId="{27A7936B-BBDA-3E4B-3419-8B8D2836EF82}"/>
          </ac:cxnSpMkLst>
        </pc:cxnChg>
        <pc:cxnChg chg="mod topLvl">
          <ac:chgData name="Shi, Junxiao (IntlAssoc)" userId="7b18982b-a381-4012-ade8-57e78b6d17d5" providerId="ADAL" clId="{E246A1DB-D747-464B-84D5-E59AA0424974}" dt="2023-02-22T20:05:16.834" v="7603" actId="165"/>
          <ac:cxnSpMkLst>
            <pc:docMk/>
            <pc:sldMk cId="2004648346" sldId="266"/>
            <ac:cxnSpMk id="77" creationId="{95ABDA46-0504-9D46-33F6-9637CF1CB441}"/>
          </ac:cxnSpMkLst>
        </pc:cxnChg>
        <pc:cxnChg chg="mod topLvl">
          <ac:chgData name="Shi, Junxiao (IntlAssoc)" userId="7b18982b-a381-4012-ade8-57e78b6d17d5" providerId="ADAL" clId="{E246A1DB-D747-464B-84D5-E59AA0424974}" dt="2023-02-22T20:05:16.834" v="7603" actId="165"/>
          <ac:cxnSpMkLst>
            <pc:docMk/>
            <pc:sldMk cId="2004648346" sldId="266"/>
            <ac:cxnSpMk id="78" creationId="{A7620371-4987-5492-A974-055E2B8ED991}"/>
          </ac:cxnSpMkLst>
        </pc:cxnChg>
      </pc:sldChg>
      <pc:sldChg chg="addSp delSp modSp new mod modClrScheme chgLayout">
        <pc:chgData name="Shi, Junxiao (IntlAssoc)" userId="7b18982b-a381-4012-ade8-57e78b6d17d5" providerId="ADAL" clId="{E246A1DB-D747-464B-84D5-E59AA0424974}" dt="2023-02-27T17:03:51.225" v="10443" actId="20577"/>
        <pc:sldMkLst>
          <pc:docMk/>
          <pc:sldMk cId="66176235" sldId="267"/>
        </pc:sldMkLst>
        <pc:spChg chg="del mod ord">
          <ac:chgData name="Shi, Junxiao (IntlAssoc)" userId="7b18982b-a381-4012-ade8-57e78b6d17d5" providerId="ADAL" clId="{E246A1DB-D747-464B-84D5-E59AA0424974}" dt="2023-02-27T15:11:12.504" v="9016" actId="700"/>
          <ac:spMkLst>
            <pc:docMk/>
            <pc:sldMk cId="66176235" sldId="267"/>
            <ac:spMk id="2" creationId="{D4C46BED-1218-7864-F497-07F565806EEA}"/>
          </ac:spMkLst>
        </pc:spChg>
        <pc:spChg chg="mod ord">
          <ac:chgData name="Shi, Junxiao (IntlAssoc)" userId="7b18982b-a381-4012-ade8-57e78b6d17d5" providerId="ADAL" clId="{E246A1DB-D747-464B-84D5-E59AA0424974}" dt="2023-02-27T15:11:12.504" v="9016" actId="700"/>
          <ac:spMkLst>
            <pc:docMk/>
            <pc:sldMk cId="66176235" sldId="267"/>
            <ac:spMk id="3" creationId="{6541C51F-48A5-AA04-535B-9F1E3D050123}"/>
          </ac:spMkLst>
        </pc:spChg>
        <pc:spChg chg="add mod ord">
          <ac:chgData name="Shi, Junxiao (IntlAssoc)" userId="7b18982b-a381-4012-ade8-57e78b6d17d5" providerId="ADAL" clId="{E246A1DB-D747-464B-84D5-E59AA0424974}" dt="2023-02-27T17:03:51.225" v="10443" actId="20577"/>
          <ac:spMkLst>
            <pc:docMk/>
            <pc:sldMk cId="66176235" sldId="267"/>
            <ac:spMk id="4" creationId="{4C1A615A-001B-9CFD-D10D-E2DE0022654D}"/>
          </ac:spMkLst>
        </pc:spChg>
        <pc:spChg chg="add mod ord">
          <ac:chgData name="Shi, Junxiao (IntlAssoc)" userId="7b18982b-a381-4012-ade8-57e78b6d17d5" providerId="ADAL" clId="{E246A1DB-D747-464B-84D5-E59AA0424974}" dt="2023-02-27T15:11:43.370" v="9092" actId="20577"/>
          <ac:spMkLst>
            <pc:docMk/>
            <pc:sldMk cId="66176235" sldId="267"/>
            <ac:spMk id="5" creationId="{A980591C-569E-AED9-84D4-D9FAEC867FDB}"/>
          </ac:spMkLst>
        </pc:spChg>
      </pc:sldChg>
      <pc:sldChg chg="modSp new del mod">
        <pc:chgData name="Shi, Junxiao (IntlAssoc)" userId="7b18982b-a381-4012-ade8-57e78b6d17d5" providerId="ADAL" clId="{E246A1DB-D747-464B-84D5-E59AA0424974}" dt="2023-02-22T21:11:08.755" v="8936" actId="47"/>
        <pc:sldMkLst>
          <pc:docMk/>
          <pc:sldMk cId="1424084907" sldId="267"/>
        </pc:sldMkLst>
        <pc:spChg chg="mod">
          <ac:chgData name="Shi, Junxiao (IntlAssoc)" userId="7b18982b-a381-4012-ade8-57e78b6d17d5" providerId="ADAL" clId="{E246A1DB-D747-464B-84D5-E59AA0424974}" dt="2023-02-22T21:07:49.385" v="8699" actId="20577"/>
          <ac:spMkLst>
            <pc:docMk/>
            <pc:sldMk cId="1424084907" sldId="267"/>
            <ac:spMk id="2" creationId="{DA6C7D6C-13D9-D766-39C2-6391D911C568}"/>
          </ac:spMkLst>
        </pc:spChg>
        <pc:spChg chg="mod">
          <ac:chgData name="Shi, Junxiao (IntlAssoc)" userId="7b18982b-a381-4012-ade8-57e78b6d17d5" providerId="ADAL" clId="{E246A1DB-D747-464B-84D5-E59AA0424974}" dt="2023-02-22T21:11:03.085" v="8935" actId="20577"/>
          <ac:spMkLst>
            <pc:docMk/>
            <pc:sldMk cId="1424084907" sldId="267"/>
            <ac:spMk id="3" creationId="{2DD7195C-818E-AF41-46EA-26ACA6A41BE0}"/>
          </ac:spMkLst>
        </pc:spChg>
      </pc:sldChg>
      <pc:sldChg chg="addSp delSp modSp new mod modClrScheme chgLayout">
        <pc:chgData name="Shi, Junxiao (IntlAssoc)" userId="7b18982b-a381-4012-ade8-57e78b6d17d5" providerId="ADAL" clId="{E246A1DB-D747-464B-84D5-E59AA0424974}" dt="2023-02-27T15:20:00.493" v="9398" actId="20577"/>
        <pc:sldMkLst>
          <pc:docMk/>
          <pc:sldMk cId="1202202754" sldId="268"/>
        </pc:sldMkLst>
        <pc:spChg chg="del mod ord">
          <ac:chgData name="Shi, Junxiao (IntlAssoc)" userId="7b18982b-a381-4012-ade8-57e78b6d17d5" providerId="ADAL" clId="{E246A1DB-D747-464B-84D5-E59AA0424974}" dt="2023-02-27T15:18:11.040" v="9290" actId="700"/>
          <ac:spMkLst>
            <pc:docMk/>
            <pc:sldMk cId="1202202754" sldId="268"/>
            <ac:spMk id="2" creationId="{4645E752-5CE5-5E75-E3FE-5531371707F0}"/>
          </ac:spMkLst>
        </pc:spChg>
        <pc:spChg chg="del mod ord">
          <ac:chgData name="Shi, Junxiao (IntlAssoc)" userId="7b18982b-a381-4012-ade8-57e78b6d17d5" providerId="ADAL" clId="{E246A1DB-D747-464B-84D5-E59AA0424974}" dt="2023-02-27T15:18:11.040" v="9290" actId="700"/>
          <ac:spMkLst>
            <pc:docMk/>
            <pc:sldMk cId="1202202754" sldId="268"/>
            <ac:spMk id="3" creationId="{4D02C5D7-0B8D-D05E-DE9B-6346E0A9842F}"/>
          </ac:spMkLst>
        </pc:spChg>
        <pc:spChg chg="mod ord">
          <ac:chgData name="Shi, Junxiao (IntlAssoc)" userId="7b18982b-a381-4012-ade8-57e78b6d17d5" providerId="ADAL" clId="{E246A1DB-D747-464B-84D5-E59AA0424974}" dt="2023-02-27T15:18:11.040" v="9290" actId="700"/>
          <ac:spMkLst>
            <pc:docMk/>
            <pc:sldMk cId="1202202754" sldId="268"/>
            <ac:spMk id="4" creationId="{3FDB6A83-4D93-6A15-FE3A-75909C8A537D}"/>
          </ac:spMkLst>
        </pc:spChg>
        <pc:spChg chg="add mod ord">
          <ac:chgData name="Shi, Junxiao (IntlAssoc)" userId="7b18982b-a381-4012-ade8-57e78b6d17d5" providerId="ADAL" clId="{E246A1DB-D747-464B-84D5-E59AA0424974}" dt="2023-02-27T15:20:00.493" v="9398" actId="20577"/>
          <ac:spMkLst>
            <pc:docMk/>
            <pc:sldMk cId="1202202754" sldId="268"/>
            <ac:spMk id="5" creationId="{7536CCB3-3263-3055-949D-48A4892E003A}"/>
          </ac:spMkLst>
        </pc:spChg>
        <pc:spChg chg="add mod ord">
          <ac:chgData name="Shi, Junxiao (IntlAssoc)" userId="7b18982b-a381-4012-ade8-57e78b6d17d5" providerId="ADAL" clId="{E246A1DB-D747-464B-84D5-E59AA0424974}" dt="2023-02-27T15:18:11.040" v="9290" actId="700"/>
          <ac:spMkLst>
            <pc:docMk/>
            <pc:sldMk cId="1202202754" sldId="268"/>
            <ac:spMk id="6" creationId="{268085EC-9EF9-C499-FD2A-4E9882151EC7}"/>
          </ac:spMkLst>
        </pc:spChg>
      </pc:sldChg>
      <pc:sldChg chg="addSp delSp modSp add mod modAnim">
        <pc:chgData name="Shi, Junxiao (IntlAssoc)" userId="7b18982b-a381-4012-ade8-57e78b6d17d5" providerId="ADAL" clId="{E246A1DB-D747-464B-84D5-E59AA0424974}" dt="2023-02-28T23:02:27.985" v="13396" actId="478"/>
        <pc:sldMkLst>
          <pc:docMk/>
          <pc:sldMk cId="2294926965" sldId="269"/>
        </pc:sldMkLst>
        <pc:spChg chg="mod">
          <ac:chgData name="Shi, Junxiao (IntlAssoc)" userId="7b18982b-a381-4012-ade8-57e78b6d17d5" providerId="ADAL" clId="{E246A1DB-D747-464B-84D5-E59AA0424974}" dt="2023-02-28T18:49:05.111" v="12458" actId="20577"/>
          <ac:spMkLst>
            <pc:docMk/>
            <pc:sldMk cId="2294926965" sldId="269"/>
            <ac:spMk id="2" creationId="{979548B5-8ACC-CDFC-2966-2B38364E0CAB}"/>
          </ac:spMkLst>
        </pc:spChg>
        <pc:spChg chg="mod">
          <ac:chgData name="Shi, Junxiao (IntlAssoc)" userId="7b18982b-a381-4012-ade8-57e78b6d17d5" providerId="ADAL" clId="{E246A1DB-D747-464B-84D5-E59AA0424974}" dt="2023-02-28T19:03:58.898" v="12899" actId="12"/>
          <ac:spMkLst>
            <pc:docMk/>
            <pc:sldMk cId="2294926965" sldId="269"/>
            <ac:spMk id="3" creationId="{3491EFCD-378E-1C62-B9D4-B9D10EE5E668}"/>
          </ac:spMkLst>
        </pc:spChg>
        <pc:spChg chg="add del mod">
          <ac:chgData name="Shi, Junxiao (IntlAssoc)" userId="7b18982b-a381-4012-ade8-57e78b6d17d5" providerId="ADAL" clId="{E246A1DB-D747-464B-84D5-E59AA0424974}" dt="2023-02-28T23:02:27.985" v="13396" actId="478"/>
          <ac:spMkLst>
            <pc:docMk/>
            <pc:sldMk cId="2294926965" sldId="269"/>
            <ac:spMk id="4" creationId="{ECCCEB4F-142D-029A-48CB-C7A709434B41}"/>
          </ac:spMkLst>
        </pc:spChg>
        <pc:spChg chg="add mod">
          <ac:chgData name="Shi, Junxiao (IntlAssoc)" userId="7b18982b-a381-4012-ade8-57e78b6d17d5" providerId="ADAL" clId="{E246A1DB-D747-464B-84D5-E59AA0424974}" dt="2023-02-28T23:01:37.272" v="13390" actId="1076"/>
          <ac:spMkLst>
            <pc:docMk/>
            <pc:sldMk cId="2294926965" sldId="269"/>
            <ac:spMk id="5" creationId="{53AFA170-40C2-CA7D-1818-00EBEE6544A6}"/>
          </ac:spMkLst>
        </pc:spChg>
        <pc:spChg chg="mod">
          <ac:chgData name="Shi, Junxiao (IntlAssoc)" userId="7b18982b-a381-4012-ade8-57e78b6d17d5" providerId="ADAL" clId="{E246A1DB-D747-464B-84D5-E59AA0424974}" dt="2023-02-28T22:57:27.536" v="13250" actId="14100"/>
          <ac:spMkLst>
            <pc:docMk/>
            <pc:sldMk cId="2294926965" sldId="269"/>
            <ac:spMk id="91" creationId="{14262A5F-97B8-FAF0-BFC8-D55A4912D664}"/>
          </ac:spMkLst>
        </pc:spChg>
        <pc:spChg chg="del">
          <ac:chgData name="Shi, Junxiao (IntlAssoc)" userId="7b18982b-a381-4012-ade8-57e78b6d17d5" providerId="ADAL" clId="{E246A1DB-D747-464B-84D5-E59AA0424974}" dt="2023-02-27T18:00:16.070" v="11492" actId="478"/>
          <ac:spMkLst>
            <pc:docMk/>
            <pc:sldMk cId="2294926965" sldId="269"/>
            <ac:spMk id="93" creationId="{A7419829-C8D4-809B-0857-D2103B02E66C}"/>
          </ac:spMkLst>
        </pc:spChg>
      </pc:sldChg>
      <pc:sldChg chg="modSp add mod">
        <pc:chgData name="Shi, Junxiao (IntlAssoc)" userId="7b18982b-a381-4012-ade8-57e78b6d17d5" providerId="ADAL" clId="{E246A1DB-D747-464B-84D5-E59AA0424974}" dt="2023-03-02T00:10:51.944" v="13591" actId="20577"/>
        <pc:sldMkLst>
          <pc:docMk/>
          <pc:sldMk cId="2053986319" sldId="270"/>
        </pc:sldMkLst>
        <pc:spChg chg="mod">
          <ac:chgData name="Shi, Junxiao (IntlAssoc)" userId="7b18982b-a381-4012-ade8-57e78b6d17d5" providerId="ADAL" clId="{E246A1DB-D747-464B-84D5-E59AA0424974}" dt="2023-02-28T16:54:04.560" v="11863" actId="20577"/>
          <ac:spMkLst>
            <pc:docMk/>
            <pc:sldMk cId="2053986319" sldId="270"/>
            <ac:spMk id="2" creationId="{65CB8641-689C-4AAC-9412-976668CD4FBF}"/>
          </ac:spMkLst>
        </pc:spChg>
        <pc:spChg chg="mod">
          <ac:chgData name="Shi, Junxiao (IntlAssoc)" userId="7b18982b-a381-4012-ade8-57e78b6d17d5" providerId="ADAL" clId="{E246A1DB-D747-464B-84D5-E59AA0424974}" dt="2023-03-02T00:10:51.944" v="13591" actId="20577"/>
          <ac:spMkLst>
            <pc:docMk/>
            <pc:sldMk cId="2053986319" sldId="270"/>
            <ac:spMk id="3" creationId="{CE11C6C9-0692-478C-9320-AAAD65F82320}"/>
          </ac:spMkLst>
        </pc:spChg>
      </pc:sldChg>
      <pc:sldChg chg="modSp new del mod">
        <pc:chgData name="Shi, Junxiao (IntlAssoc)" userId="7b18982b-a381-4012-ade8-57e78b6d17d5" providerId="ADAL" clId="{E246A1DB-D747-464B-84D5-E59AA0424974}" dt="2023-02-27T15:26:12.976" v="9845" actId="47"/>
        <pc:sldMkLst>
          <pc:docMk/>
          <pc:sldMk cId="3763735407" sldId="270"/>
        </pc:sldMkLst>
        <pc:spChg chg="mod">
          <ac:chgData name="Shi, Junxiao (IntlAssoc)" userId="7b18982b-a381-4012-ade8-57e78b6d17d5" providerId="ADAL" clId="{E246A1DB-D747-464B-84D5-E59AA0424974}" dt="2023-02-27T15:25:14.155" v="9836" actId="20577"/>
          <ac:spMkLst>
            <pc:docMk/>
            <pc:sldMk cId="3763735407" sldId="270"/>
            <ac:spMk id="2" creationId="{91251ED8-95BD-750B-024A-83991223832E}"/>
          </ac:spMkLst>
        </pc:spChg>
        <pc:spChg chg="mod">
          <ac:chgData name="Shi, Junxiao (IntlAssoc)" userId="7b18982b-a381-4012-ade8-57e78b6d17d5" providerId="ADAL" clId="{E246A1DB-D747-464B-84D5-E59AA0424974}" dt="2023-02-27T15:25:18.624" v="9844" actId="20577"/>
          <ac:spMkLst>
            <pc:docMk/>
            <pc:sldMk cId="3763735407" sldId="270"/>
            <ac:spMk id="3" creationId="{8469DBF8-AE39-5CE3-01E1-74477D3086B0}"/>
          </ac:spMkLst>
        </pc:spChg>
      </pc:sldChg>
      <pc:sldChg chg="modSp new del mod ord">
        <pc:chgData name="Shi, Junxiao (IntlAssoc)" userId="7b18982b-a381-4012-ade8-57e78b6d17d5" providerId="ADAL" clId="{E246A1DB-D747-464B-84D5-E59AA0424974}" dt="2023-02-28T16:49:37.257" v="11642" actId="47"/>
        <pc:sldMkLst>
          <pc:docMk/>
          <pc:sldMk cId="2141945064" sldId="271"/>
        </pc:sldMkLst>
        <pc:spChg chg="mod">
          <ac:chgData name="Shi, Junxiao (IntlAssoc)" userId="7b18982b-a381-4012-ade8-57e78b6d17d5" providerId="ADAL" clId="{E246A1DB-D747-464B-84D5-E59AA0424974}" dt="2023-02-28T16:46:19.835" v="11584" actId="20577"/>
          <ac:spMkLst>
            <pc:docMk/>
            <pc:sldMk cId="2141945064" sldId="271"/>
            <ac:spMk id="2" creationId="{DE31A3D4-F65E-98C3-B888-75CACCF01F89}"/>
          </ac:spMkLst>
        </pc:spChg>
      </pc:sldChg>
      <pc:sldChg chg="new del">
        <pc:chgData name="Shi, Junxiao (IntlAssoc)" userId="7b18982b-a381-4012-ade8-57e78b6d17d5" providerId="ADAL" clId="{E246A1DB-D747-464B-84D5-E59AA0424974}" dt="2023-02-27T18:06:34.019" v="11514" actId="47"/>
        <pc:sldMkLst>
          <pc:docMk/>
          <pc:sldMk cId="2201387655" sldId="271"/>
        </pc:sldMkLst>
      </pc:sldChg>
      <pc:sldChg chg="addSp delSp modSp add mod ord addAnim delAnim modAnim">
        <pc:chgData name="Shi, Junxiao (IntlAssoc)" userId="7b18982b-a381-4012-ade8-57e78b6d17d5" providerId="ADAL" clId="{E246A1DB-D747-464B-84D5-E59AA0424974}" dt="2023-02-28T19:02:52.605" v="12865" actId="20577"/>
        <pc:sldMkLst>
          <pc:docMk/>
          <pc:sldMk cId="2737290737" sldId="271"/>
        </pc:sldMkLst>
        <pc:spChg chg="mod">
          <ac:chgData name="Shi, Junxiao (IntlAssoc)" userId="7b18982b-a381-4012-ade8-57e78b6d17d5" providerId="ADAL" clId="{E246A1DB-D747-464B-84D5-E59AA0424974}" dt="2023-02-28T19:02:52.605" v="12865" actId="20577"/>
          <ac:spMkLst>
            <pc:docMk/>
            <pc:sldMk cId="2737290737" sldId="271"/>
            <ac:spMk id="2" creationId="{C515B96F-2007-AF2A-A743-50ED67B174D9}"/>
          </ac:spMkLst>
        </pc:spChg>
        <pc:spChg chg="add mod">
          <ac:chgData name="Shi, Junxiao (IntlAssoc)" userId="7b18982b-a381-4012-ade8-57e78b6d17d5" providerId="ADAL" clId="{E246A1DB-D747-464B-84D5-E59AA0424974}" dt="2023-02-28T18:57:21.796" v="12746" actId="13822"/>
          <ac:spMkLst>
            <pc:docMk/>
            <pc:sldMk cId="2737290737" sldId="271"/>
            <ac:spMk id="6" creationId="{5BD4ADCE-90F5-03A7-3B6E-546F0D54F474}"/>
          </ac:spMkLst>
        </pc:spChg>
        <pc:spChg chg="del">
          <ac:chgData name="Shi, Junxiao (IntlAssoc)" userId="7b18982b-a381-4012-ade8-57e78b6d17d5" providerId="ADAL" clId="{E246A1DB-D747-464B-84D5-E59AA0424974}" dt="2023-02-28T18:55:38.450" v="12720" actId="478"/>
          <ac:spMkLst>
            <pc:docMk/>
            <pc:sldMk cId="2737290737" sldId="271"/>
            <ac:spMk id="8" creationId="{51444C53-6DEF-EB41-C56B-1EB891EC3723}"/>
          </ac:spMkLst>
        </pc:spChg>
        <pc:spChg chg="del">
          <ac:chgData name="Shi, Junxiao (IntlAssoc)" userId="7b18982b-a381-4012-ade8-57e78b6d17d5" providerId="ADAL" clId="{E246A1DB-D747-464B-84D5-E59AA0424974}" dt="2023-02-28T18:55:38.450" v="12720" actId="478"/>
          <ac:spMkLst>
            <pc:docMk/>
            <pc:sldMk cId="2737290737" sldId="271"/>
            <ac:spMk id="14" creationId="{A323FBDB-C98D-F72C-7B45-9FD66AE51ED4}"/>
          </ac:spMkLst>
        </pc:spChg>
        <pc:spChg chg="del">
          <ac:chgData name="Shi, Junxiao (IntlAssoc)" userId="7b18982b-a381-4012-ade8-57e78b6d17d5" providerId="ADAL" clId="{E246A1DB-D747-464B-84D5-E59AA0424974}" dt="2023-02-28T18:55:38.450" v="12720" actId="478"/>
          <ac:spMkLst>
            <pc:docMk/>
            <pc:sldMk cId="2737290737" sldId="271"/>
            <ac:spMk id="15" creationId="{14CB9096-E468-9430-563B-5A9CF88175B1}"/>
          </ac:spMkLst>
        </pc:spChg>
        <pc:spChg chg="add del mod">
          <ac:chgData name="Shi, Junxiao (IntlAssoc)" userId="7b18982b-a381-4012-ade8-57e78b6d17d5" providerId="ADAL" clId="{E246A1DB-D747-464B-84D5-E59AA0424974}" dt="2023-02-28T19:00:28.039" v="12838" actId="208"/>
          <ac:spMkLst>
            <pc:docMk/>
            <pc:sldMk cId="2737290737" sldId="271"/>
            <ac:spMk id="20" creationId="{0AAB73F8-5E9D-38F1-A9CE-92AF09B76D10}"/>
          </ac:spMkLst>
        </pc:spChg>
        <pc:spChg chg="add del">
          <ac:chgData name="Shi, Junxiao (IntlAssoc)" userId="7b18982b-a381-4012-ade8-57e78b6d17d5" providerId="ADAL" clId="{E246A1DB-D747-464B-84D5-E59AA0424974}" dt="2023-02-28T19:00:08.688" v="12833" actId="478"/>
          <ac:spMkLst>
            <pc:docMk/>
            <pc:sldMk cId="2737290737" sldId="271"/>
            <ac:spMk id="22" creationId="{1088901E-D0A6-DB73-A603-E84E94E636AC}"/>
          </ac:spMkLst>
        </pc:spChg>
        <pc:spChg chg="del">
          <ac:chgData name="Shi, Junxiao (IntlAssoc)" userId="7b18982b-a381-4012-ade8-57e78b6d17d5" providerId="ADAL" clId="{E246A1DB-D747-464B-84D5-E59AA0424974}" dt="2023-02-28T18:56:14.498" v="12724" actId="478"/>
          <ac:spMkLst>
            <pc:docMk/>
            <pc:sldMk cId="2737290737" sldId="271"/>
            <ac:spMk id="26" creationId="{C6A79110-2C8D-884D-C541-7F1BAAAC4419}"/>
          </ac:spMkLst>
        </pc:spChg>
        <pc:spChg chg="mod">
          <ac:chgData name="Shi, Junxiao (IntlAssoc)" userId="7b18982b-a381-4012-ade8-57e78b6d17d5" providerId="ADAL" clId="{E246A1DB-D747-464B-84D5-E59AA0424974}" dt="2023-02-28T18:56:45.128" v="12740" actId="14100"/>
          <ac:spMkLst>
            <pc:docMk/>
            <pc:sldMk cId="2737290737" sldId="271"/>
            <ac:spMk id="30" creationId="{37ABF6F5-F126-9863-6DCC-EF611ADAA848}"/>
          </ac:spMkLst>
        </pc:spChg>
        <pc:spChg chg="mod">
          <ac:chgData name="Shi, Junxiao (IntlAssoc)" userId="7b18982b-a381-4012-ade8-57e78b6d17d5" providerId="ADAL" clId="{E246A1DB-D747-464B-84D5-E59AA0424974}" dt="2023-02-28T18:57:07.359" v="12743" actId="1076"/>
          <ac:spMkLst>
            <pc:docMk/>
            <pc:sldMk cId="2737290737" sldId="271"/>
            <ac:spMk id="31" creationId="{6516311F-F458-E229-0AFA-AEFF2B6CFC9C}"/>
          </ac:spMkLst>
        </pc:spChg>
        <pc:spChg chg="add mod">
          <ac:chgData name="Shi, Junxiao (IntlAssoc)" userId="7b18982b-a381-4012-ade8-57e78b6d17d5" providerId="ADAL" clId="{E246A1DB-D747-464B-84D5-E59AA0424974}" dt="2023-02-28T18:57:58.957" v="12762" actId="20577"/>
          <ac:spMkLst>
            <pc:docMk/>
            <pc:sldMk cId="2737290737" sldId="271"/>
            <ac:spMk id="32" creationId="{E6EE58C2-9BF8-D8A8-67BB-62B6140131C3}"/>
          </ac:spMkLst>
        </pc:spChg>
        <pc:spChg chg="mod">
          <ac:chgData name="Shi, Junxiao (IntlAssoc)" userId="7b18982b-a381-4012-ade8-57e78b6d17d5" providerId="ADAL" clId="{E246A1DB-D747-464B-84D5-E59AA0424974}" dt="2023-02-28T18:57:56.844" v="12761" actId="20577"/>
          <ac:spMkLst>
            <pc:docMk/>
            <pc:sldMk cId="2737290737" sldId="271"/>
            <ac:spMk id="118" creationId="{2BEB7539-9651-5470-B75A-37AFCAEE28EE}"/>
          </ac:spMkLst>
        </pc:spChg>
        <pc:spChg chg="mod">
          <ac:chgData name="Shi, Junxiao (IntlAssoc)" userId="7b18982b-a381-4012-ade8-57e78b6d17d5" providerId="ADAL" clId="{E246A1DB-D747-464B-84D5-E59AA0424974}" dt="2023-02-28T18:56:17.510" v="12725" actId="1076"/>
          <ac:spMkLst>
            <pc:docMk/>
            <pc:sldMk cId="2737290737" sldId="271"/>
            <ac:spMk id="130" creationId="{259C1ACF-9E50-55B0-E7EB-7854A0C7DD26}"/>
          </ac:spMkLst>
        </pc:spChg>
        <pc:spChg chg="mod">
          <ac:chgData name="Shi, Junxiao (IntlAssoc)" userId="7b18982b-a381-4012-ade8-57e78b6d17d5" providerId="ADAL" clId="{E246A1DB-D747-464B-84D5-E59AA0424974}" dt="2023-02-28T18:59:14.901" v="12828" actId="1076"/>
          <ac:spMkLst>
            <pc:docMk/>
            <pc:sldMk cId="2737290737" sldId="271"/>
            <ac:spMk id="131" creationId="{49D2A3A1-BBC8-A182-A3BE-4C4AF5663E63}"/>
          </ac:spMkLst>
        </pc:spChg>
        <pc:spChg chg="mod">
          <ac:chgData name="Shi, Junxiao (IntlAssoc)" userId="7b18982b-a381-4012-ade8-57e78b6d17d5" providerId="ADAL" clId="{E246A1DB-D747-464B-84D5-E59AA0424974}" dt="2023-02-28T18:57:42.318" v="12751" actId="1076"/>
          <ac:spMkLst>
            <pc:docMk/>
            <pc:sldMk cId="2737290737" sldId="271"/>
            <ac:spMk id="133" creationId="{F68529E3-F379-C4A3-015A-9225BA592766}"/>
          </ac:spMkLst>
        </pc:spChg>
        <pc:cxnChg chg="del mod">
          <ac:chgData name="Shi, Junxiao (IntlAssoc)" userId="7b18982b-a381-4012-ade8-57e78b6d17d5" providerId="ADAL" clId="{E246A1DB-D747-464B-84D5-E59AA0424974}" dt="2023-02-28T18:55:38.450" v="12720" actId="478"/>
          <ac:cxnSpMkLst>
            <pc:docMk/>
            <pc:sldMk cId="2737290737" sldId="271"/>
            <ac:cxnSpMk id="17" creationId="{059F691C-2CA8-05DF-3821-D670698E348A}"/>
          </ac:cxnSpMkLst>
        </pc:cxnChg>
        <pc:cxnChg chg="del mod">
          <ac:chgData name="Shi, Junxiao (IntlAssoc)" userId="7b18982b-a381-4012-ade8-57e78b6d17d5" providerId="ADAL" clId="{E246A1DB-D747-464B-84D5-E59AA0424974}" dt="2023-02-28T18:55:38.450" v="12720" actId="478"/>
          <ac:cxnSpMkLst>
            <pc:docMk/>
            <pc:sldMk cId="2737290737" sldId="271"/>
            <ac:cxnSpMk id="19" creationId="{0B1D738E-CD83-FD80-D641-ADEC0DA0F5A6}"/>
          </ac:cxnSpMkLst>
        </pc:cxnChg>
        <pc:cxnChg chg="add mod">
          <ac:chgData name="Shi, Junxiao (IntlAssoc)" userId="7b18982b-a381-4012-ade8-57e78b6d17d5" providerId="ADAL" clId="{E246A1DB-D747-464B-84D5-E59AA0424974}" dt="2023-02-28T18:58:09.551" v="12764" actId="13822"/>
          <ac:cxnSpMkLst>
            <pc:docMk/>
            <pc:sldMk cId="2737290737" sldId="271"/>
            <ac:cxnSpMk id="28" creationId="{748BE99C-FC41-E00D-F9F2-40AE205FCDF7}"/>
          </ac:cxnSpMkLst>
        </pc:cxnChg>
        <pc:cxnChg chg="add mod">
          <ac:chgData name="Shi, Junxiao (IntlAssoc)" userId="7b18982b-a381-4012-ade8-57e78b6d17d5" providerId="ADAL" clId="{E246A1DB-D747-464B-84D5-E59AA0424974}" dt="2023-02-28T18:58:09.551" v="12764" actId="13822"/>
          <ac:cxnSpMkLst>
            <pc:docMk/>
            <pc:sldMk cId="2737290737" sldId="271"/>
            <ac:cxnSpMk id="34" creationId="{35361E76-DDD4-A8F8-D71A-35BC2461505E}"/>
          </ac:cxnSpMkLst>
        </pc:cxnChg>
        <pc:cxnChg chg="mod">
          <ac:chgData name="Shi, Junxiao (IntlAssoc)" userId="7b18982b-a381-4012-ade8-57e78b6d17d5" providerId="ADAL" clId="{E246A1DB-D747-464B-84D5-E59AA0424974}" dt="2023-02-28T18:57:07.359" v="12743" actId="1076"/>
          <ac:cxnSpMkLst>
            <pc:docMk/>
            <pc:sldMk cId="2737290737" sldId="271"/>
            <ac:cxnSpMk id="35" creationId="{91EDD6C7-0296-CDF1-82C2-2B189C7B1F40}"/>
          </ac:cxnSpMkLst>
        </pc:cxnChg>
        <pc:cxnChg chg="mod">
          <ac:chgData name="Shi, Junxiao (IntlAssoc)" userId="7b18982b-a381-4012-ade8-57e78b6d17d5" providerId="ADAL" clId="{E246A1DB-D747-464B-84D5-E59AA0424974}" dt="2023-02-28T18:56:45.128" v="12740" actId="14100"/>
          <ac:cxnSpMkLst>
            <pc:docMk/>
            <pc:sldMk cId="2737290737" sldId="271"/>
            <ac:cxnSpMk id="39" creationId="{42CD1780-BF75-7D6F-0407-ED4DDE680A79}"/>
          </ac:cxnSpMkLst>
        </pc:cxnChg>
        <pc:cxnChg chg="mod">
          <ac:chgData name="Shi, Junxiao (IntlAssoc)" userId="7b18982b-a381-4012-ade8-57e78b6d17d5" providerId="ADAL" clId="{E246A1DB-D747-464B-84D5-E59AA0424974}" dt="2023-02-28T18:57:54.128" v="12760" actId="14100"/>
          <ac:cxnSpMkLst>
            <pc:docMk/>
            <pc:sldMk cId="2737290737" sldId="271"/>
            <ac:cxnSpMk id="97" creationId="{B60000B1-C2CF-C64B-DA06-60B3E1AA686B}"/>
          </ac:cxnSpMkLst>
        </pc:cxnChg>
      </pc:sldChg>
      <pc:sldChg chg="addSp delSp modSp new del mod modClrScheme chgLayout">
        <pc:chgData name="Shi, Junxiao (IntlAssoc)" userId="7b18982b-a381-4012-ade8-57e78b6d17d5" providerId="ADAL" clId="{E246A1DB-D747-464B-84D5-E59AA0424974}" dt="2023-02-27T18:10:25.317" v="11560" actId="47"/>
        <pc:sldMkLst>
          <pc:docMk/>
          <pc:sldMk cId="2897630436" sldId="271"/>
        </pc:sldMkLst>
        <pc:spChg chg="del mod ord">
          <ac:chgData name="Shi, Junxiao (IntlAssoc)" userId="7b18982b-a381-4012-ade8-57e78b6d17d5" providerId="ADAL" clId="{E246A1DB-D747-464B-84D5-E59AA0424974}" dt="2023-02-27T18:10:08.333" v="11520" actId="700"/>
          <ac:spMkLst>
            <pc:docMk/>
            <pc:sldMk cId="2897630436" sldId="271"/>
            <ac:spMk id="2" creationId="{E4EB212A-FCB6-CCC5-3FC1-8D3D87113213}"/>
          </ac:spMkLst>
        </pc:spChg>
        <pc:spChg chg="del mod ord">
          <ac:chgData name="Shi, Junxiao (IntlAssoc)" userId="7b18982b-a381-4012-ade8-57e78b6d17d5" providerId="ADAL" clId="{E246A1DB-D747-464B-84D5-E59AA0424974}" dt="2023-02-27T18:10:08.333" v="11520" actId="700"/>
          <ac:spMkLst>
            <pc:docMk/>
            <pc:sldMk cId="2897630436" sldId="271"/>
            <ac:spMk id="3" creationId="{DF35444D-F7BB-410F-73F5-97088EC33487}"/>
          </ac:spMkLst>
        </pc:spChg>
        <pc:spChg chg="mod ord">
          <ac:chgData name="Shi, Junxiao (IntlAssoc)" userId="7b18982b-a381-4012-ade8-57e78b6d17d5" providerId="ADAL" clId="{E246A1DB-D747-464B-84D5-E59AA0424974}" dt="2023-02-27T18:10:08.333" v="11520" actId="700"/>
          <ac:spMkLst>
            <pc:docMk/>
            <pc:sldMk cId="2897630436" sldId="271"/>
            <ac:spMk id="4" creationId="{BB1BDE8B-B8FE-1799-54A6-68F4DD257351}"/>
          </ac:spMkLst>
        </pc:spChg>
        <pc:spChg chg="add mod ord">
          <ac:chgData name="Shi, Junxiao (IntlAssoc)" userId="7b18982b-a381-4012-ade8-57e78b6d17d5" providerId="ADAL" clId="{E246A1DB-D747-464B-84D5-E59AA0424974}" dt="2023-02-27T18:10:11.879" v="11532" actId="20577"/>
          <ac:spMkLst>
            <pc:docMk/>
            <pc:sldMk cId="2897630436" sldId="271"/>
            <ac:spMk id="5" creationId="{3516496A-EB74-5936-EA87-B35F445A5B6F}"/>
          </ac:spMkLst>
        </pc:spChg>
        <pc:spChg chg="add mod ord">
          <ac:chgData name="Shi, Junxiao (IntlAssoc)" userId="7b18982b-a381-4012-ade8-57e78b6d17d5" providerId="ADAL" clId="{E246A1DB-D747-464B-84D5-E59AA0424974}" dt="2023-02-27T18:10:18.119" v="11544" actId="20577"/>
          <ac:spMkLst>
            <pc:docMk/>
            <pc:sldMk cId="2897630436" sldId="271"/>
            <ac:spMk id="6" creationId="{595A29E4-CB02-8A59-685D-6DB5A7194581}"/>
          </ac:spMkLst>
        </pc:spChg>
        <pc:spChg chg="add mod ord">
          <ac:chgData name="Shi, Junxiao (IntlAssoc)" userId="7b18982b-a381-4012-ade8-57e78b6d17d5" providerId="ADAL" clId="{E246A1DB-D747-464B-84D5-E59AA0424974}" dt="2023-02-27T18:10:22.064" v="11559" actId="20577"/>
          <ac:spMkLst>
            <pc:docMk/>
            <pc:sldMk cId="2897630436" sldId="271"/>
            <ac:spMk id="7" creationId="{C841240D-1AFE-C64D-1002-53114C46F551}"/>
          </ac:spMkLst>
        </pc:spChg>
      </pc:sldChg>
      <pc:sldChg chg="new del">
        <pc:chgData name="Shi, Junxiao (IntlAssoc)" userId="7b18982b-a381-4012-ade8-57e78b6d17d5" providerId="ADAL" clId="{E246A1DB-D747-464B-84D5-E59AA0424974}" dt="2023-02-28T17:13:24.789" v="12285" actId="47"/>
        <pc:sldMkLst>
          <pc:docMk/>
          <pc:sldMk cId="3383112517" sldId="271"/>
        </pc:sldMkLst>
      </pc:sldChg>
      <pc:sldChg chg="modSp new del mod">
        <pc:chgData name="Shi, Junxiao (IntlAssoc)" userId="7b18982b-a381-4012-ade8-57e78b6d17d5" providerId="ADAL" clId="{E246A1DB-D747-464B-84D5-E59AA0424974}" dt="2023-02-28T17:10:41.453" v="12281" actId="47"/>
        <pc:sldMkLst>
          <pc:docMk/>
          <pc:sldMk cId="4274141453" sldId="271"/>
        </pc:sldMkLst>
        <pc:spChg chg="mod">
          <ac:chgData name="Shi, Junxiao (IntlAssoc)" userId="7b18982b-a381-4012-ade8-57e78b6d17d5" providerId="ADAL" clId="{E246A1DB-D747-464B-84D5-E59AA0424974}" dt="2023-02-28T17:10:16.127" v="12255" actId="20577"/>
          <ac:spMkLst>
            <pc:docMk/>
            <pc:sldMk cId="4274141453" sldId="271"/>
            <ac:spMk id="2" creationId="{B20F35F3-D003-A1C6-B44C-7CCAB0C10D56}"/>
          </ac:spMkLst>
        </pc:spChg>
        <pc:spChg chg="mod">
          <ac:chgData name="Shi, Junxiao (IntlAssoc)" userId="7b18982b-a381-4012-ade8-57e78b6d17d5" providerId="ADAL" clId="{E246A1DB-D747-464B-84D5-E59AA0424974}" dt="2023-02-28T17:10:20.562" v="12277" actId="20577"/>
          <ac:spMkLst>
            <pc:docMk/>
            <pc:sldMk cId="4274141453" sldId="271"/>
            <ac:spMk id="3" creationId="{899B3FFD-C3D1-30E0-F650-E17F697976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27474A-3E2D-41B0-8CFB-9DCD459F1B4F}" type="datetimeFigureOut">
              <a:rPr lang="en-US" smtClean="0"/>
              <a:t>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77578-2286-4FA7-B22E-DCD715BD38ED}" type="slidenum">
              <a:rPr lang="en-US" smtClean="0"/>
              <a:t>‹#›</a:t>
            </a:fld>
            <a:endParaRPr lang="en-US"/>
          </a:p>
        </p:txBody>
      </p:sp>
    </p:spTree>
    <p:extLst>
      <p:ext uri="{BB962C8B-B14F-4D97-AF65-F5344CB8AC3E}">
        <p14:creationId xmlns:p14="http://schemas.microsoft.com/office/powerpoint/2010/main" val="884301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0EE0-7307-4380-846C-A035AD9018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DB931F-D026-4C56-B8BB-4BBE2C9444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CC698E-BA3F-4543-9C20-5760963D22AD}"/>
              </a:ext>
            </a:extLst>
          </p:cNvPr>
          <p:cNvSpPr>
            <a:spLocks noGrp="1"/>
          </p:cNvSpPr>
          <p:nvPr>
            <p:ph type="dt" sz="half" idx="10"/>
          </p:nvPr>
        </p:nvSpPr>
        <p:spPr/>
        <p:txBody>
          <a:bodyPr/>
          <a:lstStyle/>
          <a:p>
            <a:fld id="{93866AF1-E1DF-4104-988B-807E0141678C}" type="datetime1">
              <a:rPr lang="en-US" smtClean="0"/>
              <a:t>3/1/2023</a:t>
            </a:fld>
            <a:endParaRPr lang="en-US"/>
          </a:p>
        </p:txBody>
      </p:sp>
      <p:sp>
        <p:nvSpPr>
          <p:cNvPr id="5" name="Footer Placeholder 4">
            <a:extLst>
              <a:ext uri="{FF2B5EF4-FFF2-40B4-BE49-F238E27FC236}">
                <a16:creationId xmlns:a16="http://schemas.microsoft.com/office/drawing/2014/main" id="{767B3DBF-7776-477A-96F3-3922FC733A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D60EBA-3557-487E-8D39-47927995876E}"/>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3513300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DBFD-C57D-46B4-80F7-5ED71055AA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F7AB-C84E-417A-A405-50384D0DC6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67B7D9-E4FC-4448-8CAA-E77D2308AB75}"/>
              </a:ext>
            </a:extLst>
          </p:cNvPr>
          <p:cNvSpPr>
            <a:spLocks noGrp="1"/>
          </p:cNvSpPr>
          <p:nvPr>
            <p:ph type="dt" sz="half" idx="10"/>
          </p:nvPr>
        </p:nvSpPr>
        <p:spPr/>
        <p:txBody>
          <a:bodyPr/>
          <a:lstStyle/>
          <a:p>
            <a:fld id="{8B5A620C-5CA4-456E-A843-299AC7094D66}" type="datetime1">
              <a:rPr lang="en-US" smtClean="0"/>
              <a:t>3/1/2023</a:t>
            </a:fld>
            <a:endParaRPr lang="en-US"/>
          </a:p>
        </p:txBody>
      </p:sp>
      <p:sp>
        <p:nvSpPr>
          <p:cNvPr id="5" name="Footer Placeholder 4">
            <a:extLst>
              <a:ext uri="{FF2B5EF4-FFF2-40B4-BE49-F238E27FC236}">
                <a16:creationId xmlns:a16="http://schemas.microsoft.com/office/drawing/2014/main" id="{ADEA3687-9F07-4E0A-AD57-A11BD392D0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3EE0F-DC68-47E6-8710-F3D891EDFB58}"/>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287871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5552-4CCD-46FA-8989-99A77F4EB3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0D3BBA-B11A-4359-8CFD-E7C84E6D7B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6CB0EA-E08E-4877-B943-7E9543014E30}"/>
              </a:ext>
            </a:extLst>
          </p:cNvPr>
          <p:cNvSpPr>
            <a:spLocks noGrp="1"/>
          </p:cNvSpPr>
          <p:nvPr>
            <p:ph type="dt" sz="half" idx="10"/>
          </p:nvPr>
        </p:nvSpPr>
        <p:spPr/>
        <p:txBody>
          <a:bodyPr/>
          <a:lstStyle/>
          <a:p>
            <a:fld id="{89C50E0B-9F94-445C-8012-3FE93DA52DDF}" type="datetime1">
              <a:rPr lang="en-US" smtClean="0"/>
              <a:t>3/1/2023</a:t>
            </a:fld>
            <a:endParaRPr lang="en-US"/>
          </a:p>
        </p:txBody>
      </p:sp>
      <p:sp>
        <p:nvSpPr>
          <p:cNvPr id="5" name="Footer Placeholder 4">
            <a:extLst>
              <a:ext uri="{FF2B5EF4-FFF2-40B4-BE49-F238E27FC236}">
                <a16:creationId xmlns:a16="http://schemas.microsoft.com/office/drawing/2014/main" id="{0AE5FAFC-4C51-4833-AAB4-C2E3B9C84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C9597C-C02F-4508-938C-B8D82621E5D4}"/>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4280465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B35C0-9841-4FEC-B25C-12421BBFE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EEF12A-AB87-4751-8433-C7FE943DE58D}"/>
              </a:ext>
            </a:extLst>
          </p:cNvPr>
          <p:cNvSpPr>
            <a:spLocks noGrp="1"/>
          </p:cNvSpPr>
          <p:nvPr>
            <p:ph sz="half" idx="1"/>
          </p:nvPr>
        </p:nvSpPr>
        <p:spPr>
          <a:xfrm>
            <a:off x="838200" y="1295399"/>
            <a:ext cx="5181600" cy="48815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678F37F-40B3-4F84-8B93-240237453ECB}"/>
              </a:ext>
            </a:extLst>
          </p:cNvPr>
          <p:cNvSpPr>
            <a:spLocks noGrp="1"/>
          </p:cNvSpPr>
          <p:nvPr>
            <p:ph sz="half" idx="2"/>
          </p:nvPr>
        </p:nvSpPr>
        <p:spPr>
          <a:xfrm>
            <a:off x="6172200" y="1295399"/>
            <a:ext cx="5181600" cy="4881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814AA9-63B9-4631-9BE5-DF042B287A23}"/>
              </a:ext>
            </a:extLst>
          </p:cNvPr>
          <p:cNvSpPr>
            <a:spLocks noGrp="1"/>
          </p:cNvSpPr>
          <p:nvPr>
            <p:ph type="dt" sz="half" idx="10"/>
          </p:nvPr>
        </p:nvSpPr>
        <p:spPr/>
        <p:txBody>
          <a:bodyPr/>
          <a:lstStyle/>
          <a:p>
            <a:fld id="{DE74240A-F5E8-4DF3-9BB1-7D5CE266B009}" type="datetime1">
              <a:rPr lang="en-US" smtClean="0"/>
              <a:t>3/1/2023</a:t>
            </a:fld>
            <a:endParaRPr lang="en-US"/>
          </a:p>
        </p:txBody>
      </p:sp>
      <p:sp>
        <p:nvSpPr>
          <p:cNvPr id="6" name="Footer Placeholder 5">
            <a:extLst>
              <a:ext uri="{FF2B5EF4-FFF2-40B4-BE49-F238E27FC236}">
                <a16:creationId xmlns:a16="http://schemas.microsoft.com/office/drawing/2014/main" id="{50DDCC3C-D881-4B7E-900F-134F30BC36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E6E7C6-6B2F-4DD6-B6BA-9E8FEAC3B98D}"/>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2018350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8208-B769-4ED9-ABAE-811E4972B2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A4F47E-F909-433F-94B5-03C70C7DF7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B70A0E-87FD-4353-9BEB-AAC1BD25AE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FB864B-5D46-4C45-B793-08C3AB72A4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541F6E-A278-4A5F-9E53-FED5D0672A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6C4F57-4E3A-467D-8514-3FAC3853FB12}"/>
              </a:ext>
            </a:extLst>
          </p:cNvPr>
          <p:cNvSpPr>
            <a:spLocks noGrp="1"/>
          </p:cNvSpPr>
          <p:nvPr>
            <p:ph type="dt" sz="half" idx="10"/>
          </p:nvPr>
        </p:nvSpPr>
        <p:spPr/>
        <p:txBody>
          <a:bodyPr/>
          <a:lstStyle/>
          <a:p>
            <a:fld id="{AC42FF29-D313-4B32-9F72-8B834562520E}" type="datetime1">
              <a:rPr lang="en-US" smtClean="0"/>
              <a:t>3/1/2023</a:t>
            </a:fld>
            <a:endParaRPr lang="en-US"/>
          </a:p>
        </p:txBody>
      </p:sp>
      <p:sp>
        <p:nvSpPr>
          <p:cNvPr id="8" name="Footer Placeholder 7">
            <a:extLst>
              <a:ext uri="{FF2B5EF4-FFF2-40B4-BE49-F238E27FC236}">
                <a16:creationId xmlns:a16="http://schemas.microsoft.com/office/drawing/2014/main" id="{6B12BF3C-8E89-400A-B305-84E7AF3DA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CE3AE9-B16E-499F-87E2-C08EDA62D235}"/>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4217634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ABC83-C3E3-4A38-A16B-025FA9AAAB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665017-5DA4-4F03-9ADC-EA321F7E8A88}"/>
              </a:ext>
            </a:extLst>
          </p:cNvPr>
          <p:cNvSpPr>
            <a:spLocks noGrp="1"/>
          </p:cNvSpPr>
          <p:nvPr>
            <p:ph type="dt" sz="half" idx="10"/>
          </p:nvPr>
        </p:nvSpPr>
        <p:spPr/>
        <p:txBody>
          <a:bodyPr/>
          <a:lstStyle/>
          <a:p>
            <a:fld id="{476210DD-21E0-41FE-926D-7FC03DC9E8FD}" type="datetime1">
              <a:rPr lang="en-US" smtClean="0"/>
              <a:t>3/1/2023</a:t>
            </a:fld>
            <a:endParaRPr lang="en-US"/>
          </a:p>
        </p:txBody>
      </p:sp>
      <p:sp>
        <p:nvSpPr>
          <p:cNvPr id="4" name="Footer Placeholder 3">
            <a:extLst>
              <a:ext uri="{FF2B5EF4-FFF2-40B4-BE49-F238E27FC236}">
                <a16:creationId xmlns:a16="http://schemas.microsoft.com/office/drawing/2014/main" id="{22EFA7CE-662A-48E7-AEC2-0DD9F636A2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A65016-CE5B-493F-AD36-BC3E4EFB3E6D}"/>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363030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5E9F12-FC7B-4B23-8A87-E4B0292DD4E5}"/>
              </a:ext>
            </a:extLst>
          </p:cNvPr>
          <p:cNvSpPr>
            <a:spLocks noGrp="1"/>
          </p:cNvSpPr>
          <p:nvPr>
            <p:ph type="dt" sz="half" idx="10"/>
          </p:nvPr>
        </p:nvSpPr>
        <p:spPr/>
        <p:txBody>
          <a:bodyPr/>
          <a:lstStyle/>
          <a:p>
            <a:fld id="{927B8145-8E05-4E04-91AC-B9895675D7E7}" type="datetime1">
              <a:rPr lang="en-US" smtClean="0"/>
              <a:t>3/1/2023</a:t>
            </a:fld>
            <a:endParaRPr lang="en-US"/>
          </a:p>
        </p:txBody>
      </p:sp>
      <p:sp>
        <p:nvSpPr>
          <p:cNvPr id="3" name="Footer Placeholder 2">
            <a:extLst>
              <a:ext uri="{FF2B5EF4-FFF2-40B4-BE49-F238E27FC236}">
                <a16:creationId xmlns:a16="http://schemas.microsoft.com/office/drawing/2014/main" id="{A1E7C81C-4F98-48BA-A5D5-74F69D4C8F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1CEC61-9F96-4B59-BAAC-5D21E646107D}"/>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3338691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8A30-CE59-408F-B8C9-BCA844030E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C2DE06-217C-4494-9667-39FD6CAC65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C962B5-A69A-47A3-A7AD-70F8A76AF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77144-3636-40C6-A610-43641E646261}"/>
              </a:ext>
            </a:extLst>
          </p:cNvPr>
          <p:cNvSpPr>
            <a:spLocks noGrp="1"/>
          </p:cNvSpPr>
          <p:nvPr>
            <p:ph type="dt" sz="half" idx="10"/>
          </p:nvPr>
        </p:nvSpPr>
        <p:spPr/>
        <p:txBody>
          <a:bodyPr/>
          <a:lstStyle/>
          <a:p>
            <a:fld id="{A31845CD-F766-4828-911F-9227F5B6AC42}" type="datetime1">
              <a:rPr lang="en-US" smtClean="0"/>
              <a:t>3/1/2023</a:t>
            </a:fld>
            <a:endParaRPr lang="en-US"/>
          </a:p>
        </p:txBody>
      </p:sp>
      <p:sp>
        <p:nvSpPr>
          <p:cNvPr id="6" name="Footer Placeholder 5">
            <a:extLst>
              <a:ext uri="{FF2B5EF4-FFF2-40B4-BE49-F238E27FC236}">
                <a16:creationId xmlns:a16="http://schemas.microsoft.com/office/drawing/2014/main" id="{AFBF074C-69F8-4273-82FD-21BA381E1F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5C32CC-93F7-4A48-AA76-272212140D54}"/>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3074358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335C-93D8-48E9-A963-AB979650F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6F62E5-BE04-483F-A296-A5A6A65F80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E08C54-1409-4412-8B82-607A75ABA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BB084-AE0A-43EB-B7B7-5967A77F81A8}"/>
              </a:ext>
            </a:extLst>
          </p:cNvPr>
          <p:cNvSpPr>
            <a:spLocks noGrp="1"/>
          </p:cNvSpPr>
          <p:nvPr>
            <p:ph type="dt" sz="half" idx="10"/>
          </p:nvPr>
        </p:nvSpPr>
        <p:spPr/>
        <p:txBody>
          <a:bodyPr/>
          <a:lstStyle/>
          <a:p>
            <a:fld id="{53C40FA4-AC9E-4184-9EC3-9B2954BCBC80}" type="datetime1">
              <a:rPr lang="en-US" smtClean="0"/>
              <a:t>3/1/2023</a:t>
            </a:fld>
            <a:endParaRPr lang="en-US"/>
          </a:p>
        </p:txBody>
      </p:sp>
      <p:sp>
        <p:nvSpPr>
          <p:cNvPr id="6" name="Footer Placeholder 5">
            <a:extLst>
              <a:ext uri="{FF2B5EF4-FFF2-40B4-BE49-F238E27FC236}">
                <a16:creationId xmlns:a16="http://schemas.microsoft.com/office/drawing/2014/main" id="{95ABFB37-9329-4CCD-8287-CE6D44C606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E0473-0C8B-4F6A-A4DD-729A962D0992}"/>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790135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21B8-263D-4E3F-B98D-14B3B4ED47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4DEB13-A76D-4D2E-82DB-8049F87E6E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2010D-D79C-450E-846F-AF7B03406D84}"/>
              </a:ext>
            </a:extLst>
          </p:cNvPr>
          <p:cNvSpPr>
            <a:spLocks noGrp="1"/>
          </p:cNvSpPr>
          <p:nvPr>
            <p:ph type="dt" sz="half" idx="10"/>
          </p:nvPr>
        </p:nvSpPr>
        <p:spPr/>
        <p:txBody>
          <a:bodyPr/>
          <a:lstStyle/>
          <a:p>
            <a:fld id="{D54F9AE9-A19E-40C0-B85E-C544E16D0305}" type="datetime1">
              <a:rPr lang="en-US" smtClean="0"/>
              <a:t>3/1/2023</a:t>
            </a:fld>
            <a:endParaRPr lang="en-US"/>
          </a:p>
        </p:txBody>
      </p:sp>
      <p:sp>
        <p:nvSpPr>
          <p:cNvPr id="5" name="Footer Placeholder 4">
            <a:extLst>
              <a:ext uri="{FF2B5EF4-FFF2-40B4-BE49-F238E27FC236}">
                <a16:creationId xmlns:a16="http://schemas.microsoft.com/office/drawing/2014/main" id="{B8289D2F-C4E2-4829-862C-0E36D8EA7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2FD1A-2FE7-4DF4-8238-4639111EA4E6}"/>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3599463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46A2AE-F53B-4974-85E3-7DE089E351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3D9504-3AC0-454E-8A15-5368AD9BFD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82432C-DB03-411E-9175-319BE083C482}"/>
              </a:ext>
            </a:extLst>
          </p:cNvPr>
          <p:cNvSpPr>
            <a:spLocks noGrp="1"/>
          </p:cNvSpPr>
          <p:nvPr>
            <p:ph type="dt" sz="half" idx="10"/>
          </p:nvPr>
        </p:nvSpPr>
        <p:spPr/>
        <p:txBody>
          <a:bodyPr/>
          <a:lstStyle/>
          <a:p>
            <a:fld id="{875D00CA-F534-4CD9-AE28-2561568AE2F3}" type="datetime1">
              <a:rPr lang="en-US" smtClean="0"/>
              <a:t>3/1/2023</a:t>
            </a:fld>
            <a:endParaRPr lang="en-US"/>
          </a:p>
        </p:txBody>
      </p:sp>
      <p:sp>
        <p:nvSpPr>
          <p:cNvPr id="5" name="Footer Placeholder 4">
            <a:extLst>
              <a:ext uri="{FF2B5EF4-FFF2-40B4-BE49-F238E27FC236}">
                <a16:creationId xmlns:a16="http://schemas.microsoft.com/office/drawing/2014/main" id="{BA426A31-E0CA-4736-A61B-6ED16BA87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0C780-69F6-4534-A44C-8DE727A72D3E}"/>
              </a:ext>
            </a:extLst>
          </p:cNvPr>
          <p:cNvSpPr>
            <a:spLocks noGrp="1"/>
          </p:cNvSpPr>
          <p:nvPr>
            <p:ph type="sldNum" sz="quarter" idx="12"/>
          </p:nvPr>
        </p:nvSpPr>
        <p:spPr/>
        <p:txBody>
          <a:bodyPr/>
          <a:lstStyle/>
          <a:p>
            <a:fld id="{5219D1D2-AD40-42AA-A47F-9DBC53E1C098}" type="slidenum">
              <a:rPr lang="en-US" smtClean="0"/>
              <a:t>‹#›</a:t>
            </a:fld>
            <a:endParaRPr lang="en-US"/>
          </a:p>
        </p:txBody>
      </p:sp>
    </p:spTree>
    <p:extLst>
      <p:ext uri="{BB962C8B-B14F-4D97-AF65-F5344CB8AC3E}">
        <p14:creationId xmlns:p14="http://schemas.microsoft.com/office/powerpoint/2010/main" val="4082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156E5-2E67-4AD5-8F3E-01A00CD42A78}"/>
              </a:ext>
            </a:extLst>
          </p:cNvPr>
          <p:cNvSpPr>
            <a:spLocks noGrp="1"/>
          </p:cNvSpPr>
          <p:nvPr>
            <p:ph type="title"/>
          </p:nvPr>
        </p:nvSpPr>
        <p:spPr>
          <a:xfrm>
            <a:off x="2324100" y="136525"/>
            <a:ext cx="9029700" cy="97948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4CBD83C-BC65-4989-BF15-9A58DAF84458}"/>
              </a:ext>
            </a:extLst>
          </p:cNvPr>
          <p:cNvSpPr>
            <a:spLocks noGrp="1"/>
          </p:cNvSpPr>
          <p:nvPr>
            <p:ph type="body" idx="1"/>
          </p:nvPr>
        </p:nvSpPr>
        <p:spPr>
          <a:xfrm>
            <a:off x="838200" y="1295399"/>
            <a:ext cx="10515600" cy="4881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AB8871-BAE5-44B7-A015-0D9917681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2D90F31-B4F1-48F7-B9EB-733FBBBE5C51}" type="datetime1">
              <a:rPr lang="en-US" smtClean="0"/>
              <a:t>3/1/2023</a:t>
            </a:fld>
            <a:endParaRPr lang="en-US"/>
          </a:p>
        </p:txBody>
      </p:sp>
      <p:sp>
        <p:nvSpPr>
          <p:cNvPr id="5" name="Footer Placeholder 4">
            <a:extLst>
              <a:ext uri="{FF2B5EF4-FFF2-40B4-BE49-F238E27FC236}">
                <a16:creationId xmlns:a16="http://schemas.microsoft.com/office/drawing/2014/main" id="{3788817A-ED3F-438C-9028-EF7AE6459F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852B3E-A4BF-47A4-B091-22C4ED1EB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5219D1D2-AD40-42AA-A47F-9DBC53E1C098}" type="slidenum">
              <a:rPr lang="en-US" smtClean="0"/>
              <a:pPr/>
              <a:t>‹#›</a:t>
            </a:fld>
            <a:endParaRPr lang="en-US"/>
          </a:p>
        </p:txBody>
      </p:sp>
    </p:spTree>
    <p:extLst>
      <p:ext uri="{BB962C8B-B14F-4D97-AF65-F5344CB8AC3E}">
        <p14:creationId xmlns:p14="http://schemas.microsoft.com/office/powerpoint/2010/main" val="508124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BB1D7-363F-0125-1CA0-39F7AE65397F}"/>
              </a:ext>
            </a:extLst>
          </p:cNvPr>
          <p:cNvSpPr>
            <a:spLocks noGrp="1"/>
          </p:cNvSpPr>
          <p:nvPr>
            <p:ph type="ctrTitle"/>
          </p:nvPr>
        </p:nvSpPr>
        <p:spPr/>
        <p:txBody>
          <a:bodyPr>
            <a:normAutofit/>
          </a:bodyPr>
          <a:lstStyle/>
          <a:p>
            <a:r>
              <a:rPr lang="en-US" dirty="0"/>
              <a:t>NDN Opportunities in</a:t>
            </a:r>
            <a:br>
              <a:rPr lang="en-US" dirty="0"/>
            </a:br>
            <a:r>
              <a:rPr lang="en-US" dirty="0"/>
              <a:t>5G/6G Core Networks</a:t>
            </a:r>
          </a:p>
        </p:txBody>
      </p:sp>
      <p:sp>
        <p:nvSpPr>
          <p:cNvPr id="3" name="Subtitle 2">
            <a:extLst>
              <a:ext uri="{FF2B5EF4-FFF2-40B4-BE49-F238E27FC236}">
                <a16:creationId xmlns:a16="http://schemas.microsoft.com/office/drawing/2014/main" id="{2852FAB6-D436-A293-1031-3F1329D771A1}"/>
              </a:ext>
            </a:extLst>
          </p:cNvPr>
          <p:cNvSpPr>
            <a:spLocks noGrp="1"/>
          </p:cNvSpPr>
          <p:nvPr>
            <p:ph type="subTitle" idx="1"/>
          </p:nvPr>
        </p:nvSpPr>
        <p:spPr/>
        <p:txBody>
          <a:bodyPr/>
          <a:lstStyle/>
          <a:p>
            <a:r>
              <a:rPr lang="en-US" dirty="0"/>
              <a:t>Junxiao Shi, Davide Pesavento, Lotfi Benmohamed</a:t>
            </a:r>
          </a:p>
          <a:p>
            <a:r>
              <a:rPr lang="en-US" dirty="0"/>
              <a:t>Smart Connected Systems Division</a:t>
            </a:r>
          </a:p>
          <a:p>
            <a:r>
              <a:rPr lang="en-US" dirty="0"/>
              <a:t>National Institute of Standards and Technology</a:t>
            </a:r>
          </a:p>
        </p:txBody>
      </p:sp>
      <p:sp>
        <p:nvSpPr>
          <p:cNvPr id="4" name="Slide Number Placeholder 3">
            <a:extLst>
              <a:ext uri="{FF2B5EF4-FFF2-40B4-BE49-F238E27FC236}">
                <a16:creationId xmlns:a16="http://schemas.microsoft.com/office/drawing/2014/main" id="{68B79559-4837-EC81-A653-9CE5480B2681}"/>
              </a:ext>
            </a:extLst>
          </p:cNvPr>
          <p:cNvSpPr>
            <a:spLocks noGrp="1"/>
          </p:cNvSpPr>
          <p:nvPr>
            <p:ph type="sldNum" sz="quarter" idx="12"/>
          </p:nvPr>
        </p:nvSpPr>
        <p:spPr/>
        <p:txBody>
          <a:bodyPr/>
          <a:lstStyle/>
          <a:p>
            <a:fld id="{5219D1D2-AD40-42AA-A47F-9DBC53E1C098}" type="slidenum">
              <a:rPr lang="en-US" smtClean="0"/>
              <a:t>1</a:t>
            </a:fld>
            <a:endParaRPr lang="en-US"/>
          </a:p>
        </p:txBody>
      </p:sp>
      <p:pic>
        <p:nvPicPr>
          <p:cNvPr id="5" name="Picture 4">
            <a:extLst>
              <a:ext uri="{FF2B5EF4-FFF2-40B4-BE49-F238E27FC236}">
                <a16:creationId xmlns:a16="http://schemas.microsoft.com/office/drawing/2014/main" id="{F7B4056A-D17C-3F94-CD1C-08E5E666E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819" y="5629048"/>
            <a:ext cx="2070279" cy="914400"/>
          </a:xfrm>
          <a:prstGeom prst="rect">
            <a:avLst/>
          </a:prstGeom>
        </p:spPr>
      </p:pic>
      <p:pic>
        <p:nvPicPr>
          <p:cNvPr id="6" name="Picture 4" descr="ctl-logo-2018c">
            <a:extLst>
              <a:ext uri="{FF2B5EF4-FFF2-40B4-BE49-F238E27FC236}">
                <a16:creationId xmlns:a16="http://schemas.microsoft.com/office/drawing/2014/main" id="{7C704788-2B49-4F38-1326-13E89C2C83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098" y="5629048"/>
            <a:ext cx="2529444"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354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7634-6678-4AD4-749B-04FEE584F985}"/>
              </a:ext>
            </a:extLst>
          </p:cNvPr>
          <p:cNvSpPr>
            <a:spLocks noGrp="1"/>
          </p:cNvSpPr>
          <p:nvPr>
            <p:ph type="title"/>
          </p:nvPr>
        </p:nvSpPr>
        <p:spPr/>
        <p:txBody>
          <a:bodyPr/>
          <a:lstStyle/>
          <a:p>
            <a:r>
              <a:rPr lang="en-US" dirty="0"/>
              <a:t>In This Presentation</a:t>
            </a:r>
          </a:p>
        </p:txBody>
      </p:sp>
      <p:sp>
        <p:nvSpPr>
          <p:cNvPr id="3" name="Content Placeholder 2">
            <a:extLst>
              <a:ext uri="{FF2B5EF4-FFF2-40B4-BE49-F238E27FC236}">
                <a16:creationId xmlns:a16="http://schemas.microsoft.com/office/drawing/2014/main" id="{C453AF44-F83F-5BF2-2650-F2C642C32263}"/>
              </a:ext>
            </a:extLst>
          </p:cNvPr>
          <p:cNvSpPr>
            <a:spLocks noGrp="1"/>
          </p:cNvSpPr>
          <p:nvPr>
            <p:ph idx="1"/>
          </p:nvPr>
        </p:nvSpPr>
        <p:spPr/>
        <p:txBody>
          <a:bodyPr/>
          <a:lstStyle/>
          <a:p>
            <a:r>
              <a:rPr lang="en-US" dirty="0"/>
              <a:t>Very brief introduction of 5G core network</a:t>
            </a:r>
          </a:p>
          <a:p>
            <a:pPr lvl="1"/>
            <a:r>
              <a:rPr lang="en-US" dirty="0"/>
              <a:t>Control-User Plane Separation</a:t>
            </a:r>
          </a:p>
          <a:p>
            <a:endParaRPr lang="en-US" dirty="0"/>
          </a:p>
          <a:p>
            <a:r>
              <a:rPr lang="en-US" dirty="0"/>
              <a:t>How to run NDN applications over 5G?</a:t>
            </a:r>
          </a:p>
          <a:p>
            <a:r>
              <a:rPr lang="en-US" dirty="0"/>
              <a:t>Simplify 5G/6G core architecture with NDN</a:t>
            </a:r>
          </a:p>
        </p:txBody>
      </p:sp>
      <p:sp>
        <p:nvSpPr>
          <p:cNvPr id="4" name="Slide Number Placeholder 3">
            <a:extLst>
              <a:ext uri="{FF2B5EF4-FFF2-40B4-BE49-F238E27FC236}">
                <a16:creationId xmlns:a16="http://schemas.microsoft.com/office/drawing/2014/main" id="{7389624D-D264-58B7-1C4F-168F26F25B52}"/>
              </a:ext>
            </a:extLst>
          </p:cNvPr>
          <p:cNvSpPr>
            <a:spLocks noGrp="1"/>
          </p:cNvSpPr>
          <p:nvPr>
            <p:ph type="sldNum" sz="quarter" idx="12"/>
          </p:nvPr>
        </p:nvSpPr>
        <p:spPr/>
        <p:txBody>
          <a:bodyPr/>
          <a:lstStyle/>
          <a:p>
            <a:fld id="{5219D1D2-AD40-42AA-A47F-9DBC53E1C098}" type="slidenum">
              <a:rPr lang="en-US" smtClean="0"/>
              <a:t>2</a:t>
            </a:fld>
            <a:endParaRPr lang="en-US"/>
          </a:p>
        </p:txBody>
      </p:sp>
    </p:spTree>
    <p:extLst>
      <p:ext uri="{BB962C8B-B14F-4D97-AF65-F5344CB8AC3E}">
        <p14:creationId xmlns:p14="http://schemas.microsoft.com/office/powerpoint/2010/main" val="157967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7" name="Straight Connector 96">
            <a:extLst>
              <a:ext uri="{FF2B5EF4-FFF2-40B4-BE49-F238E27FC236}">
                <a16:creationId xmlns:a16="http://schemas.microsoft.com/office/drawing/2014/main" id="{B60000B1-C2CF-C64B-DA06-60B3E1AA686B}"/>
              </a:ext>
            </a:extLst>
          </p:cNvPr>
          <p:cNvCxnSpPr>
            <a:cxnSpLocks/>
            <a:stCxn id="54" idx="5"/>
            <a:endCxn id="118" idx="2"/>
          </p:cNvCxnSpPr>
          <p:nvPr/>
        </p:nvCxnSpPr>
        <p:spPr>
          <a:xfrm>
            <a:off x="2649784" y="4818888"/>
            <a:ext cx="6520946" cy="0"/>
          </a:xfrm>
          <a:prstGeom prst="line">
            <a:avLst/>
          </a:prstGeom>
        </p:spPr>
        <p:style>
          <a:lnRef idx="3">
            <a:schemeClr val="accent6"/>
          </a:lnRef>
          <a:fillRef idx="0">
            <a:schemeClr val="accent6"/>
          </a:fillRef>
          <a:effectRef idx="2">
            <a:schemeClr val="accent6"/>
          </a:effectRef>
          <a:fontRef idx="minor">
            <a:schemeClr val="tx1"/>
          </a:fontRef>
        </p:style>
      </p:cxnSp>
      <p:sp>
        <p:nvSpPr>
          <p:cNvPr id="2" name="Title 1">
            <a:extLst>
              <a:ext uri="{FF2B5EF4-FFF2-40B4-BE49-F238E27FC236}">
                <a16:creationId xmlns:a16="http://schemas.microsoft.com/office/drawing/2014/main" id="{C515B96F-2007-AF2A-A743-50ED67B174D9}"/>
              </a:ext>
            </a:extLst>
          </p:cNvPr>
          <p:cNvSpPr>
            <a:spLocks noGrp="1"/>
          </p:cNvSpPr>
          <p:nvPr>
            <p:ph type="title"/>
          </p:nvPr>
        </p:nvSpPr>
        <p:spPr/>
        <p:txBody>
          <a:bodyPr/>
          <a:lstStyle/>
          <a:p>
            <a:r>
              <a:rPr lang="en-US" dirty="0"/>
              <a:t>5G Architecture</a:t>
            </a:r>
          </a:p>
        </p:txBody>
      </p:sp>
      <p:grpSp>
        <p:nvGrpSpPr>
          <p:cNvPr id="144" name="Group 143">
            <a:extLst>
              <a:ext uri="{FF2B5EF4-FFF2-40B4-BE49-F238E27FC236}">
                <a16:creationId xmlns:a16="http://schemas.microsoft.com/office/drawing/2014/main" id="{584D5B58-5DF3-170B-06EF-880F39A3B1DA}"/>
              </a:ext>
            </a:extLst>
          </p:cNvPr>
          <p:cNvGrpSpPr/>
          <p:nvPr/>
        </p:nvGrpSpPr>
        <p:grpSpPr>
          <a:xfrm>
            <a:off x="3684330" y="1463649"/>
            <a:ext cx="6400800" cy="1371601"/>
            <a:chOff x="3684330" y="1847087"/>
            <a:chExt cx="6400800" cy="1371601"/>
          </a:xfrm>
        </p:grpSpPr>
        <p:sp>
          <p:nvSpPr>
            <p:cNvPr id="4" name="Rectangle 3">
              <a:extLst>
                <a:ext uri="{FF2B5EF4-FFF2-40B4-BE49-F238E27FC236}">
                  <a16:creationId xmlns:a16="http://schemas.microsoft.com/office/drawing/2014/main" id="{825AB2E9-98C8-FD7D-6BDE-C2A801DF04AE}"/>
                </a:ext>
              </a:extLst>
            </p:cNvPr>
            <p:cNvSpPr/>
            <p:nvPr/>
          </p:nvSpPr>
          <p:spPr>
            <a:xfrm>
              <a:off x="36843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AMF</a:t>
              </a:r>
            </a:p>
          </p:txBody>
        </p:sp>
        <p:sp>
          <p:nvSpPr>
            <p:cNvPr id="5" name="Rectangle 4">
              <a:extLst>
                <a:ext uri="{FF2B5EF4-FFF2-40B4-BE49-F238E27FC236}">
                  <a16:creationId xmlns:a16="http://schemas.microsoft.com/office/drawing/2014/main" id="{5D5C0439-E7F4-64F8-126D-28DDD8248581}"/>
                </a:ext>
              </a:extLst>
            </p:cNvPr>
            <p:cNvSpPr/>
            <p:nvPr/>
          </p:nvSpPr>
          <p:spPr>
            <a:xfrm>
              <a:off x="50559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SMF</a:t>
              </a:r>
            </a:p>
          </p:txBody>
        </p:sp>
        <p:sp>
          <p:nvSpPr>
            <p:cNvPr id="7" name="Rectangle 6">
              <a:extLst>
                <a:ext uri="{FF2B5EF4-FFF2-40B4-BE49-F238E27FC236}">
                  <a16:creationId xmlns:a16="http://schemas.microsoft.com/office/drawing/2014/main" id="{29F45B77-67AD-AC56-5EBF-36F85183FB8B}"/>
                </a:ext>
              </a:extLst>
            </p:cNvPr>
            <p:cNvSpPr/>
            <p:nvPr/>
          </p:nvSpPr>
          <p:spPr>
            <a:xfrm>
              <a:off x="64275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PCF</a:t>
              </a:r>
            </a:p>
          </p:txBody>
        </p:sp>
        <p:sp>
          <p:nvSpPr>
            <p:cNvPr id="9" name="Rectangle 8">
              <a:extLst>
                <a:ext uri="{FF2B5EF4-FFF2-40B4-BE49-F238E27FC236}">
                  <a16:creationId xmlns:a16="http://schemas.microsoft.com/office/drawing/2014/main" id="{0E42DCAA-D7E2-5ACB-81C0-C354DF8911BE}"/>
                </a:ext>
              </a:extLst>
            </p:cNvPr>
            <p:cNvSpPr/>
            <p:nvPr/>
          </p:nvSpPr>
          <p:spPr>
            <a:xfrm>
              <a:off x="77991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UDM</a:t>
              </a:r>
            </a:p>
          </p:txBody>
        </p:sp>
        <p:sp>
          <p:nvSpPr>
            <p:cNvPr id="10" name="Rectangle 9">
              <a:extLst>
                <a:ext uri="{FF2B5EF4-FFF2-40B4-BE49-F238E27FC236}">
                  <a16:creationId xmlns:a16="http://schemas.microsoft.com/office/drawing/2014/main" id="{81C0619A-0F13-55E3-2B6D-FAEE73990A7A}"/>
                </a:ext>
              </a:extLst>
            </p:cNvPr>
            <p:cNvSpPr/>
            <p:nvPr/>
          </p:nvSpPr>
          <p:spPr>
            <a:xfrm>
              <a:off x="91707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NEF</a:t>
              </a:r>
            </a:p>
          </p:txBody>
        </p:sp>
        <p:sp>
          <p:nvSpPr>
            <p:cNvPr id="11" name="Rectangle 10">
              <a:extLst>
                <a:ext uri="{FF2B5EF4-FFF2-40B4-BE49-F238E27FC236}">
                  <a16:creationId xmlns:a16="http://schemas.microsoft.com/office/drawing/2014/main" id="{13683DDD-A761-52FD-B9B4-91EEBA08ACE3}"/>
                </a:ext>
              </a:extLst>
            </p:cNvPr>
            <p:cNvSpPr/>
            <p:nvPr/>
          </p:nvSpPr>
          <p:spPr>
            <a:xfrm>
              <a:off x="36843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NRF</a:t>
              </a:r>
            </a:p>
          </p:txBody>
        </p:sp>
        <p:sp>
          <p:nvSpPr>
            <p:cNvPr id="12" name="Rectangle 11">
              <a:extLst>
                <a:ext uri="{FF2B5EF4-FFF2-40B4-BE49-F238E27FC236}">
                  <a16:creationId xmlns:a16="http://schemas.microsoft.com/office/drawing/2014/main" id="{0575316C-C302-258F-A0D3-290A21BA64B2}"/>
                </a:ext>
              </a:extLst>
            </p:cNvPr>
            <p:cNvSpPr/>
            <p:nvPr/>
          </p:nvSpPr>
          <p:spPr>
            <a:xfrm>
              <a:off x="50559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NSSF</a:t>
              </a:r>
            </a:p>
          </p:txBody>
        </p:sp>
        <p:sp>
          <p:nvSpPr>
            <p:cNvPr id="13" name="Rectangle 12">
              <a:extLst>
                <a:ext uri="{FF2B5EF4-FFF2-40B4-BE49-F238E27FC236}">
                  <a16:creationId xmlns:a16="http://schemas.microsoft.com/office/drawing/2014/main" id="{CBD15B6C-3840-CDF2-71AE-A097A1870C91}"/>
                </a:ext>
              </a:extLst>
            </p:cNvPr>
            <p:cNvSpPr/>
            <p:nvPr/>
          </p:nvSpPr>
          <p:spPr>
            <a:xfrm>
              <a:off x="6427530" y="1847087"/>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AUSF</a:t>
              </a:r>
            </a:p>
          </p:txBody>
        </p:sp>
        <p:cxnSp>
          <p:nvCxnSpPr>
            <p:cNvPr id="21" name="Connector: Elbow 20">
              <a:extLst>
                <a:ext uri="{FF2B5EF4-FFF2-40B4-BE49-F238E27FC236}">
                  <a16:creationId xmlns:a16="http://schemas.microsoft.com/office/drawing/2014/main" id="{1EF734F0-1300-2B29-DBC3-F974361CCBF8}"/>
                </a:ext>
              </a:extLst>
            </p:cNvPr>
            <p:cNvCxnSpPr>
              <a:stCxn id="11" idx="2"/>
              <a:endCxn id="5" idx="0"/>
            </p:cNvCxnSpPr>
            <p:nvPr/>
          </p:nvCxnSpPr>
          <p:spPr>
            <a:xfrm rot="16200000" flipH="1">
              <a:off x="4598730" y="1847088"/>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3" name="Connector: Elbow 22">
              <a:extLst>
                <a:ext uri="{FF2B5EF4-FFF2-40B4-BE49-F238E27FC236}">
                  <a16:creationId xmlns:a16="http://schemas.microsoft.com/office/drawing/2014/main" id="{C49174B6-1796-A2B5-6768-157B95DDE30B}"/>
                </a:ext>
              </a:extLst>
            </p:cNvPr>
            <p:cNvCxnSpPr>
              <a:stCxn id="4" idx="0"/>
              <a:endCxn id="9" idx="2"/>
            </p:cNvCxnSpPr>
            <p:nvPr/>
          </p:nvCxnSpPr>
          <p:spPr>
            <a:xfrm rot="5400000" flipH="1" flipV="1">
              <a:off x="5970330" y="475488"/>
              <a:ext cx="457200" cy="4114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5" name="Connector: Elbow 24">
              <a:extLst>
                <a:ext uri="{FF2B5EF4-FFF2-40B4-BE49-F238E27FC236}">
                  <a16:creationId xmlns:a16="http://schemas.microsoft.com/office/drawing/2014/main" id="{D0DBC817-A8C5-1F8D-BD81-B6D902355E38}"/>
                </a:ext>
              </a:extLst>
            </p:cNvPr>
            <p:cNvCxnSpPr>
              <a:stCxn id="10" idx="2"/>
              <a:endCxn id="7" idx="0"/>
            </p:cNvCxnSpPr>
            <p:nvPr/>
          </p:nvCxnSpPr>
          <p:spPr>
            <a:xfrm rot="5400000">
              <a:off x="8027730" y="1161288"/>
              <a:ext cx="457200" cy="27432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7" name="Connector: Elbow 26">
              <a:extLst>
                <a:ext uri="{FF2B5EF4-FFF2-40B4-BE49-F238E27FC236}">
                  <a16:creationId xmlns:a16="http://schemas.microsoft.com/office/drawing/2014/main" id="{BB6975D9-6027-E65B-43F1-8B19647359A0}"/>
                </a:ext>
              </a:extLst>
            </p:cNvPr>
            <p:cNvCxnSpPr>
              <a:stCxn id="12" idx="2"/>
              <a:endCxn id="13" idx="2"/>
            </p:cNvCxnSpPr>
            <p:nvPr/>
          </p:nvCxnSpPr>
          <p:spPr>
            <a:xfrm rot="5400000" flipH="1" flipV="1">
              <a:off x="6198929" y="1618488"/>
              <a:ext cx="1" cy="13716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cxnSp>
        <p:nvCxnSpPr>
          <p:cNvPr id="35" name="Straight Connector 34">
            <a:extLst>
              <a:ext uri="{FF2B5EF4-FFF2-40B4-BE49-F238E27FC236}">
                <a16:creationId xmlns:a16="http://schemas.microsoft.com/office/drawing/2014/main" id="{91EDD6C7-0296-CDF1-82C2-2B189C7B1F40}"/>
              </a:ext>
            </a:extLst>
          </p:cNvPr>
          <p:cNvCxnSpPr>
            <a:stCxn id="5" idx="2"/>
            <a:endCxn id="31" idx="0"/>
          </p:cNvCxnSpPr>
          <p:nvPr/>
        </p:nvCxnSpPr>
        <p:spPr>
          <a:xfrm flipH="1">
            <a:off x="4598730" y="2835250"/>
            <a:ext cx="914400" cy="1755038"/>
          </a:xfrm>
          <a:prstGeom prst="line">
            <a:avLst/>
          </a:prstGeom>
        </p:spPr>
        <p:style>
          <a:lnRef idx="3">
            <a:schemeClr val="accent5"/>
          </a:lnRef>
          <a:fillRef idx="0">
            <a:schemeClr val="accent5"/>
          </a:fillRef>
          <a:effectRef idx="2">
            <a:schemeClr val="accent5"/>
          </a:effectRef>
          <a:fontRef idx="minor">
            <a:schemeClr val="tx1"/>
          </a:fontRef>
        </p:style>
      </p:cxnSp>
      <p:cxnSp>
        <p:nvCxnSpPr>
          <p:cNvPr id="39" name="Straight Connector 38">
            <a:extLst>
              <a:ext uri="{FF2B5EF4-FFF2-40B4-BE49-F238E27FC236}">
                <a16:creationId xmlns:a16="http://schemas.microsoft.com/office/drawing/2014/main" id="{42CD1780-BF75-7D6F-0407-ED4DDE680A79}"/>
              </a:ext>
            </a:extLst>
          </p:cNvPr>
          <p:cNvCxnSpPr>
            <a:stCxn id="5" idx="2"/>
            <a:endCxn id="30" idx="0"/>
          </p:cNvCxnSpPr>
          <p:nvPr/>
        </p:nvCxnSpPr>
        <p:spPr>
          <a:xfrm>
            <a:off x="5513130" y="2835250"/>
            <a:ext cx="914400" cy="1755038"/>
          </a:xfrm>
          <a:prstGeom prst="line">
            <a:avLst/>
          </a:prstGeom>
        </p:spPr>
        <p:style>
          <a:lnRef idx="3">
            <a:schemeClr val="accent5"/>
          </a:lnRef>
          <a:fillRef idx="0">
            <a:schemeClr val="accent5"/>
          </a:fillRef>
          <a:effectRef idx="2">
            <a:schemeClr val="accent5"/>
          </a:effectRef>
          <a:fontRef idx="minor">
            <a:schemeClr val="tx1"/>
          </a:fontRef>
        </p:style>
      </p:cxnSp>
      <p:sp>
        <p:nvSpPr>
          <p:cNvPr id="30" name="Rectangle 29">
            <a:extLst>
              <a:ext uri="{FF2B5EF4-FFF2-40B4-BE49-F238E27FC236}">
                <a16:creationId xmlns:a16="http://schemas.microsoft.com/office/drawing/2014/main" id="{37ABF6F5-F126-9863-6DCC-EF611ADAA848}"/>
              </a:ext>
            </a:extLst>
          </p:cNvPr>
          <p:cNvSpPr/>
          <p:nvPr/>
        </p:nvSpPr>
        <p:spPr>
          <a:xfrm>
            <a:off x="5970330" y="4590288"/>
            <a:ext cx="914400" cy="457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UPF</a:t>
            </a:r>
          </a:p>
        </p:txBody>
      </p:sp>
      <p:sp>
        <p:nvSpPr>
          <p:cNvPr id="31" name="Rectangle 30">
            <a:extLst>
              <a:ext uri="{FF2B5EF4-FFF2-40B4-BE49-F238E27FC236}">
                <a16:creationId xmlns:a16="http://schemas.microsoft.com/office/drawing/2014/main" id="{6516311F-F458-E229-0AFA-AEFF2B6CFC9C}"/>
              </a:ext>
            </a:extLst>
          </p:cNvPr>
          <p:cNvSpPr/>
          <p:nvPr/>
        </p:nvSpPr>
        <p:spPr>
          <a:xfrm>
            <a:off x="4141530" y="4590288"/>
            <a:ext cx="914400" cy="457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UPF</a:t>
            </a:r>
          </a:p>
        </p:txBody>
      </p:sp>
      <p:grpSp>
        <p:nvGrpSpPr>
          <p:cNvPr id="99" name="Group 98">
            <a:extLst>
              <a:ext uri="{FF2B5EF4-FFF2-40B4-BE49-F238E27FC236}">
                <a16:creationId xmlns:a16="http://schemas.microsoft.com/office/drawing/2014/main" id="{FB8AAF6C-969D-439B-F087-B7E34A4CDCF8}"/>
              </a:ext>
            </a:extLst>
          </p:cNvPr>
          <p:cNvGrpSpPr/>
          <p:nvPr/>
        </p:nvGrpSpPr>
        <p:grpSpPr>
          <a:xfrm>
            <a:off x="2169724" y="3355848"/>
            <a:ext cx="643597" cy="2148840"/>
            <a:chOff x="2788920" y="3813048"/>
            <a:chExt cx="643597" cy="2148840"/>
          </a:xfrm>
        </p:grpSpPr>
        <p:sp>
          <p:nvSpPr>
            <p:cNvPr id="54" name="Isosceles Triangle 53">
              <a:extLst>
                <a:ext uri="{FF2B5EF4-FFF2-40B4-BE49-F238E27FC236}">
                  <a16:creationId xmlns:a16="http://schemas.microsoft.com/office/drawing/2014/main" id="{8BED2060-F64B-9189-43C2-E0E8D3F5228F}"/>
                </a:ext>
              </a:extLst>
            </p:cNvPr>
            <p:cNvSpPr/>
            <p:nvPr/>
          </p:nvSpPr>
          <p:spPr>
            <a:xfrm>
              <a:off x="2788920" y="4590288"/>
              <a:ext cx="640080" cy="13716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dirty="0" err="1"/>
                <a:t>gNB</a:t>
              </a:r>
              <a:endParaRPr lang="en-US" dirty="0"/>
            </a:p>
          </p:txBody>
        </p:sp>
        <p:grpSp>
          <p:nvGrpSpPr>
            <p:cNvPr id="89" name="Group 88">
              <a:extLst>
                <a:ext uri="{FF2B5EF4-FFF2-40B4-BE49-F238E27FC236}">
                  <a16:creationId xmlns:a16="http://schemas.microsoft.com/office/drawing/2014/main" id="{AA26AD22-002B-7EBB-6310-10482E79627B}"/>
                </a:ext>
              </a:extLst>
            </p:cNvPr>
            <p:cNvGrpSpPr/>
            <p:nvPr/>
          </p:nvGrpSpPr>
          <p:grpSpPr>
            <a:xfrm>
              <a:off x="2788920" y="3813048"/>
              <a:ext cx="643597" cy="777240"/>
              <a:chOff x="7540283" y="4496359"/>
              <a:chExt cx="643597" cy="777240"/>
            </a:xfrm>
          </p:grpSpPr>
          <p:cxnSp>
            <p:nvCxnSpPr>
              <p:cNvPr id="90" name="Straight Connector 89">
                <a:extLst>
                  <a:ext uri="{FF2B5EF4-FFF2-40B4-BE49-F238E27FC236}">
                    <a16:creationId xmlns:a16="http://schemas.microsoft.com/office/drawing/2014/main" id="{B7ECED83-0AF0-0B3C-700C-D862FF940A37}"/>
                  </a:ext>
                </a:extLst>
              </p:cNvPr>
              <p:cNvCxnSpPr>
                <a:stCxn id="91" idx="4"/>
              </p:cNvCxnSpPr>
              <p:nvPr/>
            </p:nvCxnSpPr>
            <p:spPr>
              <a:xfrm>
                <a:off x="7860323" y="4816399"/>
                <a:ext cx="0"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0FFDF26A-FC58-0BEC-C91A-39D624CC58C1}"/>
                  </a:ext>
                </a:extLst>
              </p:cNvPr>
              <p:cNvSpPr/>
              <p:nvPr/>
            </p:nvSpPr>
            <p:spPr>
              <a:xfrm>
                <a:off x="7768883" y="4633519"/>
                <a:ext cx="182880" cy="182880"/>
              </a:xfrm>
              <a:prstGeom prst="ellipse">
                <a:avLst/>
              </a:prstGeom>
              <a:ln w="28575">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2" name="Arc 91">
                <a:extLst>
                  <a:ext uri="{FF2B5EF4-FFF2-40B4-BE49-F238E27FC236}">
                    <a16:creationId xmlns:a16="http://schemas.microsoft.com/office/drawing/2014/main" id="{B1757A9F-F65D-8593-6BBA-23B0CD671538}"/>
                  </a:ext>
                </a:extLst>
              </p:cNvPr>
              <p:cNvSpPr/>
              <p:nvPr/>
            </p:nvSpPr>
            <p:spPr>
              <a:xfrm rot="13500000">
                <a:off x="754028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93" name="Arc 92">
                <a:extLst>
                  <a:ext uri="{FF2B5EF4-FFF2-40B4-BE49-F238E27FC236}">
                    <a16:creationId xmlns:a16="http://schemas.microsoft.com/office/drawing/2014/main" id="{2FE0191A-A95A-8784-E91D-E138ED7CBFCC}"/>
                  </a:ext>
                </a:extLst>
              </p:cNvPr>
              <p:cNvSpPr/>
              <p:nvPr/>
            </p:nvSpPr>
            <p:spPr>
              <a:xfrm rot="13500000">
                <a:off x="767744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94" name="Arc 93">
                <a:extLst>
                  <a:ext uri="{FF2B5EF4-FFF2-40B4-BE49-F238E27FC236}">
                    <a16:creationId xmlns:a16="http://schemas.microsoft.com/office/drawing/2014/main" id="{9F7720C3-C811-7BCE-830E-F58F71D15EEC}"/>
                  </a:ext>
                </a:extLst>
              </p:cNvPr>
              <p:cNvSpPr/>
              <p:nvPr/>
            </p:nvSpPr>
            <p:spPr>
              <a:xfrm rot="2700000">
                <a:off x="758952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5" name="Arc 94">
                <a:extLst>
                  <a:ext uri="{FF2B5EF4-FFF2-40B4-BE49-F238E27FC236}">
                    <a16:creationId xmlns:a16="http://schemas.microsoft.com/office/drawing/2014/main" id="{4406AF6F-6F7B-318A-7389-384531E05B70}"/>
                  </a:ext>
                </a:extLst>
              </p:cNvPr>
              <p:cNvSpPr/>
              <p:nvPr/>
            </p:nvSpPr>
            <p:spPr>
              <a:xfrm rot="2700000">
                <a:off x="772668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grpSp>
      <p:grpSp>
        <p:nvGrpSpPr>
          <p:cNvPr id="102" name="Group 101">
            <a:extLst>
              <a:ext uri="{FF2B5EF4-FFF2-40B4-BE49-F238E27FC236}">
                <a16:creationId xmlns:a16="http://schemas.microsoft.com/office/drawing/2014/main" id="{E0308D67-9BB2-7B2B-1BC0-2F74A7F8FB93}"/>
              </a:ext>
            </a:extLst>
          </p:cNvPr>
          <p:cNvGrpSpPr/>
          <p:nvPr/>
        </p:nvGrpSpPr>
        <p:grpSpPr>
          <a:xfrm>
            <a:off x="566928" y="4270248"/>
            <a:ext cx="640080" cy="1097280"/>
            <a:chOff x="1723292" y="2152357"/>
            <a:chExt cx="1371600" cy="1828800"/>
          </a:xfrm>
        </p:grpSpPr>
        <p:sp>
          <p:nvSpPr>
            <p:cNvPr id="103" name="Rectangle: Rounded Corners 102">
              <a:extLst>
                <a:ext uri="{FF2B5EF4-FFF2-40B4-BE49-F238E27FC236}">
                  <a16:creationId xmlns:a16="http://schemas.microsoft.com/office/drawing/2014/main" id="{004AA9EE-8918-CB0D-75B3-69FABD5A7783}"/>
                </a:ext>
              </a:extLst>
            </p:cNvPr>
            <p:cNvSpPr/>
            <p:nvPr/>
          </p:nvSpPr>
          <p:spPr>
            <a:xfrm>
              <a:off x="1723292" y="2152357"/>
              <a:ext cx="1371600" cy="1828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AB16B8AE-AF6F-C8C6-C950-1199BBC24E03}"/>
                </a:ext>
              </a:extLst>
            </p:cNvPr>
            <p:cNvSpPr/>
            <p:nvPr/>
          </p:nvSpPr>
          <p:spPr>
            <a:xfrm>
              <a:off x="1820008" y="2289517"/>
              <a:ext cx="1188720" cy="1463040"/>
            </a:xfrm>
            <a:prstGeom prst="round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sz="1600" dirty="0"/>
                <a:t>UE</a:t>
              </a:r>
            </a:p>
          </p:txBody>
        </p:sp>
        <p:sp>
          <p:nvSpPr>
            <p:cNvPr id="105" name="Oval 104">
              <a:extLst>
                <a:ext uri="{FF2B5EF4-FFF2-40B4-BE49-F238E27FC236}">
                  <a16:creationId xmlns:a16="http://schemas.microsoft.com/office/drawing/2014/main" id="{454BBF0E-6BEB-13C2-4CAE-6612775BFADB}"/>
                </a:ext>
              </a:extLst>
            </p:cNvPr>
            <p:cNvSpPr/>
            <p:nvPr/>
          </p:nvSpPr>
          <p:spPr>
            <a:xfrm>
              <a:off x="2317652" y="3775417"/>
              <a:ext cx="182880" cy="1828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sp>
        <p:nvSpPr>
          <p:cNvPr id="118" name="Oval 117">
            <a:extLst>
              <a:ext uri="{FF2B5EF4-FFF2-40B4-BE49-F238E27FC236}">
                <a16:creationId xmlns:a16="http://schemas.microsoft.com/office/drawing/2014/main" id="{2BEB7539-9651-5470-B75A-37AFCAEE28EE}"/>
              </a:ext>
            </a:extLst>
          </p:cNvPr>
          <p:cNvSpPr/>
          <p:nvPr/>
        </p:nvSpPr>
        <p:spPr>
          <a:xfrm>
            <a:off x="9170730" y="4590288"/>
            <a:ext cx="914400" cy="457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DN</a:t>
            </a:r>
          </a:p>
        </p:txBody>
      </p:sp>
      <p:cxnSp>
        <p:nvCxnSpPr>
          <p:cNvPr id="122" name="Connector: Elbow 121">
            <a:extLst>
              <a:ext uri="{FF2B5EF4-FFF2-40B4-BE49-F238E27FC236}">
                <a16:creationId xmlns:a16="http://schemas.microsoft.com/office/drawing/2014/main" id="{D1E8B864-4500-0A9C-6399-C4DD24C81438}"/>
              </a:ext>
            </a:extLst>
          </p:cNvPr>
          <p:cNvCxnSpPr>
            <a:cxnSpLocks/>
            <a:stCxn id="103" idx="0"/>
            <a:endCxn id="4" idx="2"/>
          </p:cNvCxnSpPr>
          <p:nvPr/>
        </p:nvCxnSpPr>
        <p:spPr>
          <a:xfrm rot="5400000" flipH="1" flipV="1">
            <a:off x="1796750" y="1925468"/>
            <a:ext cx="1434998" cy="3254562"/>
          </a:xfrm>
          <a:prstGeom prst="bentConnector3">
            <a:avLst>
              <a:gd name="adj1" fmla="val 50000"/>
            </a:avLst>
          </a:prstGeom>
        </p:spPr>
        <p:style>
          <a:lnRef idx="3">
            <a:schemeClr val="accent5"/>
          </a:lnRef>
          <a:fillRef idx="0">
            <a:schemeClr val="accent5"/>
          </a:fillRef>
          <a:effectRef idx="2">
            <a:schemeClr val="accent5"/>
          </a:effectRef>
          <a:fontRef idx="minor">
            <a:schemeClr val="tx1"/>
          </a:fontRef>
        </p:style>
      </p:cxnSp>
      <p:cxnSp>
        <p:nvCxnSpPr>
          <p:cNvPr id="125" name="Straight Connector 124">
            <a:extLst>
              <a:ext uri="{FF2B5EF4-FFF2-40B4-BE49-F238E27FC236}">
                <a16:creationId xmlns:a16="http://schemas.microsoft.com/office/drawing/2014/main" id="{CF7F139C-99A5-4676-DFD2-26096858B14B}"/>
              </a:ext>
            </a:extLst>
          </p:cNvPr>
          <p:cNvCxnSpPr>
            <a:stCxn id="103" idx="3"/>
            <a:endCxn id="54" idx="1"/>
          </p:cNvCxnSpPr>
          <p:nvPr/>
        </p:nvCxnSpPr>
        <p:spPr>
          <a:xfrm>
            <a:off x="1207008" y="4818888"/>
            <a:ext cx="1122736"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27" name="Straight Connector 126">
            <a:extLst>
              <a:ext uri="{FF2B5EF4-FFF2-40B4-BE49-F238E27FC236}">
                <a16:creationId xmlns:a16="http://schemas.microsoft.com/office/drawing/2014/main" id="{B1002BDD-0D47-99AD-D15F-2E0C0CE6ABF1}"/>
              </a:ext>
            </a:extLst>
          </p:cNvPr>
          <p:cNvCxnSpPr/>
          <p:nvPr/>
        </p:nvCxnSpPr>
        <p:spPr>
          <a:xfrm>
            <a:off x="3222172" y="1371600"/>
            <a:ext cx="0" cy="5486400"/>
          </a:xfrm>
          <a:prstGeom prst="line">
            <a:avLst/>
          </a:prstGeom>
          <a:ln>
            <a:prstDash val="dash"/>
          </a:ln>
        </p:spPr>
        <p:style>
          <a:lnRef idx="3">
            <a:schemeClr val="accent3"/>
          </a:lnRef>
          <a:fillRef idx="0">
            <a:schemeClr val="accent3"/>
          </a:fillRef>
          <a:effectRef idx="2">
            <a:schemeClr val="accent3"/>
          </a:effectRef>
          <a:fontRef idx="minor">
            <a:schemeClr val="tx1"/>
          </a:fontRef>
        </p:style>
      </p:cxnSp>
      <p:cxnSp>
        <p:nvCxnSpPr>
          <p:cNvPr id="128" name="Straight Connector 127">
            <a:extLst>
              <a:ext uri="{FF2B5EF4-FFF2-40B4-BE49-F238E27FC236}">
                <a16:creationId xmlns:a16="http://schemas.microsoft.com/office/drawing/2014/main" id="{80528071-E99A-E1FA-7ACA-15378B17FD07}"/>
              </a:ext>
            </a:extLst>
          </p:cNvPr>
          <p:cNvCxnSpPr/>
          <p:nvPr/>
        </p:nvCxnSpPr>
        <p:spPr>
          <a:xfrm>
            <a:off x="3211286" y="4133088"/>
            <a:ext cx="8229600" cy="0"/>
          </a:xfrm>
          <a:prstGeom prst="line">
            <a:avLst/>
          </a:prstGeom>
          <a:ln>
            <a:prstDash val="dash"/>
          </a:ln>
        </p:spPr>
        <p:style>
          <a:lnRef idx="3">
            <a:schemeClr val="accent3"/>
          </a:lnRef>
          <a:fillRef idx="0">
            <a:schemeClr val="accent3"/>
          </a:fillRef>
          <a:effectRef idx="2">
            <a:schemeClr val="accent3"/>
          </a:effectRef>
          <a:fontRef idx="minor">
            <a:schemeClr val="tx1"/>
          </a:fontRef>
        </p:style>
      </p:cxnSp>
      <p:sp>
        <p:nvSpPr>
          <p:cNvPr id="129" name="TextBox 128">
            <a:extLst>
              <a:ext uri="{FF2B5EF4-FFF2-40B4-BE49-F238E27FC236}">
                <a16:creationId xmlns:a16="http://schemas.microsoft.com/office/drawing/2014/main" id="{EE5796A8-6459-3A09-758F-C98E247AA8DC}"/>
              </a:ext>
            </a:extLst>
          </p:cNvPr>
          <p:cNvSpPr txBox="1"/>
          <p:nvPr/>
        </p:nvSpPr>
        <p:spPr>
          <a:xfrm>
            <a:off x="354542" y="5959659"/>
            <a:ext cx="2856744" cy="369332"/>
          </a:xfrm>
          <a:prstGeom prst="rect">
            <a:avLst/>
          </a:prstGeom>
          <a:noFill/>
        </p:spPr>
        <p:txBody>
          <a:bodyPr wrap="none" rtlCol="0">
            <a:spAutoFit/>
          </a:bodyPr>
          <a:lstStyle/>
          <a:p>
            <a:r>
              <a:rPr lang="en-US" dirty="0"/>
              <a:t>Radio Access Network (RAN)</a:t>
            </a:r>
          </a:p>
        </p:txBody>
      </p:sp>
      <p:sp>
        <p:nvSpPr>
          <p:cNvPr id="130" name="TextBox 129">
            <a:extLst>
              <a:ext uri="{FF2B5EF4-FFF2-40B4-BE49-F238E27FC236}">
                <a16:creationId xmlns:a16="http://schemas.microsoft.com/office/drawing/2014/main" id="{259C1ACF-9E50-55B0-E7EB-7854A0C7DD26}"/>
              </a:ext>
            </a:extLst>
          </p:cNvPr>
          <p:cNvSpPr txBox="1"/>
          <p:nvPr/>
        </p:nvSpPr>
        <p:spPr>
          <a:xfrm>
            <a:off x="4315518" y="5391792"/>
            <a:ext cx="3309624" cy="1200329"/>
          </a:xfrm>
          <a:prstGeom prst="rect">
            <a:avLst/>
          </a:prstGeom>
          <a:noFill/>
        </p:spPr>
        <p:txBody>
          <a:bodyPr wrap="none" rtlCol="0">
            <a:spAutoFit/>
          </a:bodyPr>
          <a:lstStyle/>
          <a:p>
            <a:r>
              <a:rPr lang="en-US" dirty="0"/>
              <a:t>Core Network – User Plane</a:t>
            </a:r>
          </a:p>
          <a:p>
            <a:pPr marL="285750" indent="-285750">
              <a:buFont typeface="Arial" panose="020B0604020202020204" pitchFamily="34" charset="0"/>
              <a:buChar char="•"/>
            </a:pPr>
            <a:r>
              <a:rPr lang="en-US" dirty="0"/>
              <a:t>packet routing and forwarding</a:t>
            </a:r>
          </a:p>
          <a:p>
            <a:pPr marL="285750" indent="-285750">
              <a:buFont typeface="Arial" panose="020B0604020202020204" pitchFamily="34" charset="0"/>
              <a:buChar char="•"/>
            </a:pPr>
            <a:r>
              <a:rPr lang="en-US" dirty="0"/>
              <a:t>traffic usage reporting</a:t>
            </a:r>
          </a:p>
          <a:p>
            <a:pPr marL="285750" indent="-285750">
              <a:buFont typeface="Arial" panose="020B0604020202020204" pitchFamily="34" charset="0"/>
              <a:buChar char="•"/>
            </a:pPr>
            <a:r>
              <a:rPr lang="en-US" dirty="0"/>
              <a:t>QoS handling</a:t>
            </a:r>
          </a:p>
        </p:txBody>
      </p:sp>
      <p:sp>
        <p:nvSpPr>
          <p:cNvPr id="131" name="TextBox 130">
            <a:extLst>
              <a:ext uri="{FF2B5EF4-FFF2-40B4-BE49-F238E27FC236}">
                <a16:creationId xmlns:a16="http://schemas.microsoft.com/office/drawing/2014/main" id="{49D2A3A1-BBC8-A182-A3BE-4C4AF5663E63}"/>
              </a:ext>
            </a:extLst>
          </p:cNvPr>
          <p:cNvSpPr txBox="1"/>
          <p:nvPr/>
        </p:nvSpPr>
        <p:spPr>
          <a:xfrm>
            <a:off x="7939302" y="2359995"/>
            <a:ext cx="2971326" cy="1477328"/>
          </a:xfrm>
          <a:prstGeom prst="rect">
            <a:avLst/>
          </a:prstGeom>
          <a:noFill/>
        </p:spPr>
        <p:txBody>
          <a:bodyPr wrap="none" rtlCol="0">
            <a:spAutoFit/>
          </a:bodyPr>
          <a:lstStyle/>
          <a:p>
            <a:r>
              <a:rPr lang="en-US" dirty="0"/>
              <a:t>Core Network – Control Plane</a:t>
            </a:r>
          </a:p>
          <a:p>
            <a:pPr marL="285750" indent="-285750">
              <a:buFont typeface="Arial" panose="020B0604020202020204" pitchFamily="34" charset="0"/>
              <a:buChar char="•"/>
            </a:pPr>
            <a:r>
              <a:rPr lang="en-US" dirty="0"/>
              <a:t>authentication</a:t>
            </a:r>
          </a:p>
          <a:p>
            <a:pPr marL="285750" indent="-285750">
              <a:buFont typeface="Arial" panose="020B0604020202020204" pitchFamily="34" charset="0"/>
              <a:buChar char="•"/>
            </a:pPr>
            <a:r>
              <a:rPr lang="en-US" dirty="0"/>
              <a:t>mobility management</a:t>
            </a:r>
          </a:p>
          <a:p>
            <a:pPr marL="285750" indent="-285750">
              <a:buFont typeface="Arial" panose="020B0604020202020204" pitchFamily="34" charset="0"/>
              <a:buChar char="•"/>
            </a:pPr>
            <a:r>
              <a:rPr lang="en-US" dirty="0"/>
              <a:t>IP address allocation</a:t>
            </a:r>
          </a:p>
          <a:p>
            <a:pPr marL="285750" indent="-285750">
              <a:buFont typeface="Arial" panose="020B0604020202020204" pitchFamily="34" charset="0"/>
              <a:buChar char="•"/>
            </a:pPr>
            <a:r>
              <a:rPr lang="en-US" dirty="0"/>
              <a:t>…</a:t>
            </a:r>
          </a:p>
        </p:txBody>
      </p:sp>
      <p:cxnSp>
        <p:nvCxnSpPr>
          <p:cNvPr id="132" name="Straight Connector 131">
            <a:extLst>
              <a:ext uri="{FF2B5EF4-FFF2-40B4-BE49-F238E27FC236}">
                <a16:creationId xmlns:a16="http://schemas.microsoft.com/office/drawing/2014/main" id="{11E72D17-FB67-46EE-5618-C3F8569ABE36}"/>
              </a:ext>
            </a:extLst>
          </p:cNvPr>
          <p:cNvCxnSpPr/>
          <p:nvPr/>
        </p:nvCxnSpPr>
        <p:spPr>
          <a:xfrm>
            <a:off x="8932912" y="4133088"/>
            <a:ext cx="0" cy="2743200"/>
          </a:xfrm>
          <a:prstGeom prst="line">
            <a:avLst/>
          </a:prstGeom>
          <a:ln>
            <a:prstDash val="dash"/>
          </a:ln>
        </p:spPr>
        <p:style>
          <a:lnRef idx="3">
            <a:schemeClr val="accent3"/>
          </a:lnRef>
          <a:fillRef idx="0">
            <a:schemeClr val="accent3"/>
          </a:fillRef>
          <a:effectRef idx="2">
            <a:schemeClr val="accent3"/>
          </a:effectRef>
          <a:fontRef idx="minor">
            <a:schemeClr val="tx1"/>
          </a:fontRef>
        </p:style>
      </p:cxnSp>
      <p:sp>
        <p:nvSpPr>
          <p:cNvPr id="133" name="TextBox 132">
            <a:extLst>
              <a:ext uri="{FF2B5EF4-FFF2-40B4-BE49-F238E27FC236}">
                <a16:creationId xmlns:a16="http://schemas.microsoft.com/office/drawing/2014/main" id="{F68529E3-F379-C4A3-015A-9225BA592766}"/>
              </a:ext>
            </a:extLst>
          </p:cNvPr>
          <p:cNvSpPr txBox="1"/>
          <p:nvPr/>
        </p:nvSpPr>
        <p:spPr>
          <a:xfrm>
            <a:off x="9106828" y="5554202"/>
            <a:ext cx="2160143" cy="646331"/>
          </a:xfrm>
          <a:prstGeom prst="rect">
            <a:avLst/>
          </a:prstGeom>
          <a:noFill/>
        </p:spPr>
        <p:txBody>
          <a:bodyPr wrap="none" rtlCol="0">
            <a:spAutoFit/>
          </a:bodyPr>
          <a:lstStyle/>
          <a:p>
            <a:r>
              <a:rPr lang="en-US" dirty="0"/>
              <a:t>Data Network</a:t>
            </a:r>
            <a:br>
              <a:rPr lang="en-US" dirty="0"/>
            </a:br>
            <a:r>
              <a:rPr lang="en-US" dirty="0"/>
              <a:t>(usually the Internet)</a:t>
            </a:r>
          </a:p>
        </p:txBody>
      </p:sp>
      <p:sp>
        <p:nvSpPr>
          <p:cNvPr id="143" name="Slide Number Placeholder 142">
            <a:extLst>
              <a:ext uri="{FF2B5EF4-FFF2-40B4-BE49-F238E27FC236}">
                <a16:creationId xmlns:a16="http://schemas.microsoft.com/office/drawing/2014/main" id="{7D43464C-7C95-8EDE-4458-5F455DF03CF3}"/>
              </a:ext>
            </a:extLst>
          </p:cNvPr>
          <p:cNvSpPr>
            <a:spLocks noGrp="1"/>
          </p:cNvSpPr>
          <p:nvPr>
            <p:ph type="sldNum" sz="quarter" idx="12"/>
          </p:nvPr>
        </p:nvSpPr>
        <p:spPr/>
        <p:txBody>
          <a:bodyPr/>
          <a:lstStyle/>
          <a:p>
            <a:fld id="{5219D1D2-AD40-42AA-A47F-9DBC53E1C098}" type="slidenum">
              <a:rPr lang="en-US" smtClean="0"/>
              <a:t>3</a:t>
            </a:fld>
            <a:endParaRPr lang="en-US"/>
          </a:p>
        </p:txBody>
      </p:sp>
      <p:sp>
        <p:nvSpPr>
          <p:cNvPr id="26" name="TextBox 25">
            <a:extLst>
              <a:ext uri="{FF2B5EF4-FFF2-40B4-BE49-F238E27FC236}">
                <a16:creationId xmlns:a16="http://schemas.microsoft.com/office/drawing/2014/main" id="{C6A79110-2C8D-884D-C541-7F1BAAAC4419}"/>
              </a:ext>
            </a:extLst>
          </p:cNvPr>
          <p:cNvSpPr txBox="1"/>
          <p:nvPr/>
        </p:nvSpPr>
        <p:spPr>
          <a:xfrm>
            <a:off x="3292187" y="3930335"/>
            <a:ext cx="1484765" cy="369332"/>
          </a:xfrm>
          <a:prstGeom prst="rect">
            <a:avLst/>
          </a:prstGeom>
          <a:noFill/>
        </p:spPr>
        <p:txBody>
          <a:bodyPr wrap="none" rtlCol="0">
            <a:spAutoFit/>
          </a:bodyPr>
          <a:lstStyle/>
          <a:p>
            <a:r>
              <a:rPr lang="en-US" dirty="0"/>
              <a:t>Core Network</a:t>
            </a:r>
          </a:p>
        </p:txBody>
      </p:sp>
    </p:spTree>
    <p:extLst>
      <p:ext uri="{BB962C8B-B14F-4D97-AF65-F5344CB8AC3E}">
        <p14:creationId xmlns:p14="http://schemas.microsoft.com/office/powerpoint/2010/main" val="91780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0"/>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118" grpId="0" animBg="1"/>
      <p:bldP spid="129" grpId="0"/>
      <p:bldP spid="130" grpId="0"/>
      <p:bldP spid="131" grpId="0"/>
      <p:bldP spid="133" grpId="0"/>
      <p:bldP spid="26" grpId="0"/>
      <p:bldP spid="26"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1A615A-001B-9CFD-D10D-E2DE0022654D}"/>
              </a:ext>
            </a:extLst>
          </p:cNvPr>
          <p:cNvSpPr>
            <a:spLocks noGrp="1"/>
          </p:cNvSpPr>
          <p:nvPr>
            <p:ph type="title"/>
          </p:nvPr>
        </p:nvSpPr>
        <p:spPr/>
        <p:txBody>
          <a:bodyPr/>
          <a:lstStyle/>
          <a:p>
            <a:r>
              <a:rPr lang="en-US" dirty="0"/>
              <a:t>Run NDN Apps over 5G</a:t>
            </a:r>
          </a:p>
        </p:txBody>
      </p:sp>
      <p:sp>
        <p:nvSpPr>
          <p:cNvPr id="5" name="Text Placeholder 4">
            <a:extLst>
              <a:ext uri="{FF2B5EF4-FFF2-40B4-BE49-F238E27FC236}">
                <a16:creationId xmlns:a16="http://schemas.microsoft.com/office/drawing/2014/main" id="{A980591C-569E-AED9-84D4-D9FAEC867FDB}"/>
              </a:ext>
            </a:extLst>
          </p:cNvPr>
          <p:cNvSpPr>
            <a:spLocks noGrp="1"/>
          </p:cNvSpPr>
          <p:nvPr>
            <p:ph type="body" idx="1"/>
          </p:nvPr>
        </p:nvSpPr>
        <p:spPr/>
        <p:txBody>
          <a:bodyPr/>
          <a:lstStyle/>
          <a:p>
            <a:endParaRPr lang="en-US" dirty="0"/>
          </a:p>
        </p:txBody>
      </p:sp>
      <p:sp>
        <p:nvSpPr>
          <p:cNvPr id="3" name="Slide Number Placeholder 2">
            <a:extLst>
              <a:ext uri="{FF2B5EF4-FFF2-40B4-BE49-F238E27FC236}">
                <a16:creationId xmlns:a16="http://schemas.microsoft.com/office/drawing/2014/main" id="{6541C51F-48A5-AA04-535B-9F1E3D050123}"/>
              </a:ext>
            </a:extLst>
          </p:cNvPr>
          <p:cNvSpPr>
            <a:spLocks noGrp="1"/>
          </p:cNvSpPr>
          <p:nvPr>
            <p:ph type="sldNum" sz="quarter" idx="12"/>
          </p:nvPr>
        </p:nvSpPr>
        <p:spPr/>
        <p:txBody>
          <a:bodyPr/>
          <a:lstStyle/>
          <a:p>
            <a:fld id="{5219D1D2-AD40-42AA-A47F-9DBC53E1C098}" type="slidenum">
              <a:rPr lang="en-US" smtClean="0"/>
              <a:t>4</a:t>
            </a:fld>
            <a:endParaRPr lang="en-US"/>
          </a:p>
        </p:txBody>
      </p:sp>
    </p:spTree>
    <p:extLst>
      <p:ext uri="{BB962C8B-B14F-4D97-AF65-F5344CB8AC3E}">
        <p14:creationId xmlns:p14="http://schemas.microsoft.com/office/powerpoint/2010/main" val="6617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65F0-36EB-00E5-C404-6A796C92B783}"/>
              </a:ext>
            </a:extLst>
          </p:cNvPr>
          <p:cNvSpPr>
            <a:spLocks noGrp="1"/>
          </p:cNvSpPr>
          <p:nvPr>
            <p:ph type="title"/>
          </p:nvPr>
        </p:nvSpPr>
        <p:spPr/>
        <p:txBody>
          <a:bodyPr/>
          <a:lstStyle/>
          <a:p>
            <a:r>
              <a:rPr lang="en-US" dirty="0"/>
              <a:t>Use Case</a:t>
            </a:r>
          </a:p>
        </p:txBody>
      </p:sp>
      <p:sp>
        <p:nvSpPr>
          <p:cNvPr id="42" name="Content Placeholder 41">
            <a:extLst>
              <a:ext uri="{FF2B5EF4-FFF2-40B4-BE49-F238E27FC236}">
                <a16:creationId xmlns:a16="http://schemas.microsoft.com/office/drawing/2014/main" id="{37785DCE-293E-F16B-BA8C-BF202C67585F}"/>
              </a:ext>
            </a:extLst>
          </p:cNvPr>
          <p:cNvSpPr>
            <a:spLocks noGrp="1"/>
          </p:cNvSpPr>
          <p:nvPr>
            <p:ph idx="1"/>
          </p:nvPr>
        </p:nvSpPr>
        <p:spPr>
          <a:xfrm>
            <a:off x="838200" y="1295399"/>
            <a:ext cx="10515600" cy="609601"/>
          </a:xfrm>
        </p:spPr>
        <p:txBody>
          <a:bodyPr/>
          <a:lstStyle/>
          <a:p>
            <a:pPr marL="0" indent="0">
              <a:buNone/>
            </a:pPr>
            <a:r>
              <a:rPr lang="en-US" dirty="0"/>
              <a:t>Live video streaming from a 5G phone to worldwide viewers.</a:t>
            </a:r>
          </a:p>
        </p:txBody>
      </p:sp>
      <p:sp>
        <p:nvSpPr>
          <p:cNvPr id="44" name="Rectangle 43">
            <a:extLst>
              <a:ext uri="{FF2B5EF4-FFF2-40B4-BE49-F238E27FC236}">
                <a16:creationId xmlns:a16="http://schemas.microsoft.com/office/drawing/2014/main" id="{CF28CC4D-15EE-4C39-DB05-F43C561AE7A7}"/>
              </a:ext>
            </a:extLst>
          </p:cNvPr>
          <p:cNvSpPr/>
          <p:nvPr/>
        </p:nvSpPr>
        <p:spPr>
          <a:xfrm>
            <a:off x="8382000" y="2514600"/>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Carrier B</a:t>
            </a:r>
          </a:p>
        </p:txBody>
      </p:sp>
      <p:sp>
        <p:nvSpPr>
          <p:cNvPr id="46" name="Rectangle 45">
            <a:extLst>
              <a:ext uri="{FF2B5EF4-FFF2-40B4-BE49-F238E27FC236}">
                <a16:creationId xmlns:a16="http://schemas.microsoft.com/office/drawing/2014/main" id="{00EF72D4-ECD3-8818-3BE4-705CA65BEF27}"/>
              </a:ext>
            </a:extLst>
          </p:cNvPr>
          <p:cNvSpPr/>
          <p:nvPr/>
        </p:nvSpPr>
        <p:spPr>
          <a:xfrm>
            <a:off x="1066800" y="2514600"/>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Carrier A</a:t>
            </a:r>
          </a:p>
        </p:txBody>
      </p:sp>
      <p:sp>
        <p:nvSpPr>
          <p:cNvPr id="47" name="Rectangle 46">
            <a:extLst>
              <a:ext uri="{FF2B5EF4-FFF2-40B4-BE49-F238E27FC236}">
                <a16:creationId xmlns:a16="http://schemas.microsoft.com/office/drawing/2014/main" id="{4FD05486-3132-5B5D-CCD0-F6B6A32EEE8B}"/>
              </a:ext>
            </a:extLst>
          </p:cNvPr>
          <p:cNvSpPr/>
          <p:nvPr/>
        </p:nvSpPr>
        <p:spPr>
          <a:xfrm>
            <a:off x="1066800" y="4038601"/>
            <a:ext cx="914400" cy="914400"/>
          </a:xfrm>
          <a:prstGeom prst="rect">
            <a:avLst/>
          </a:prstGeom>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dirty="0"/>
              <a:t>streamer</a:t>
            </a:r>
          </a:p>
        </p:txBody>
      </p:sp>
      <p:sp>
        <p:nvSpPr>
          <p:cNvPr id="48" name="Slide Number Placeholder 47">
            <a:extLst>
              <a:ext uri="{FF2B5EF4-FFF2-40B4-BE49-F238E27FC236}">
                <a16:creationId xmlns:a16="http://schemas.microsoft.com/office/drawing/2014/main" id="{7DC65F5C-E720-B26A-ACC5-73C6FE2E091F}"/>
              </a:ext>
            </a:extLst>
          </p:cNvPr>
          <p:cNvSpPr>
            <a:spLocks noGrp="1"/>
          </p:cNvSpPr>
          <p:nvPr>
            <p:ph type="sldNum" sz="quarter" idx="12"/>
          </p:nvPr>
        </p:nvSpPr>
        <p:spPr/>
        <p:txBody>
          <a:bodyPr/>
          <a:lstStyle/>
          <a:p>
            <a:fld id="{5219D1D2-AD40-42AA-A47F-9DBC53E1C098}" type="slidenum">
              <a:rPr lang="en-US" smtClean="0"/>
              <a:t>5</a:t>
            </a:fld>
            <a:endParaRPr lang="en-US"/>
          </a:p>
        </p:txBody>
      </p:sp>
      <p:sp>
        <p:nvSpPr>
          <p:cNvPr id="49" name="Rectangle 48">
            <a:extLst>
              <a:ext uri="{FF2B5EF4-FFF2-40B4-BE49-F238E27FC236}">
                <a16:creationId xmlns:a16="http://schemas.microsoft.com/office/drawing/2014/main" id="{160149EF-BE53-B4B1-3111-CA787C3383BE}"/>
              </a:ext>
            </a:extLst>
          </p:cNvPr>
          <p:cNvSpPr/>
          <p:nvPr/>
        </p:nvSpPr>
        <p:spPr>
          <a:xfrm>
            <a:off x="2895600" y="4038601"/>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50" name="Rectangle 49">
            <a:extLst>
              <a:ext uri="{FF2B5EF4-FFF2-40B4-BE49-F238E27FC236}">
                <a16:creationId xmlns:a16="http://schemas.microsoft.com/office/drawing/2014/main" id="{72193152-7022-EA33-36FA-054FBD40D0F2}"/>
              </a:ext>
            </a:extLst>
          </p:cNvPr>
          <p:cNvSpPr/>
          <p:nvPr/>
        </p:nvSpPr>
        <p:spPr>
          <a:xfrm>
            <a:off x="4724400" y="4038601"/>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51" name="Rectangle 50">
            <a:extLst>
              <a:ext uri="{FF2B5EF4-FFF2-40B4-BE49-F238E27FC236}">
                <a16:creationId xmlns:a16="http://schemas.microsoft.com/office/drawing/2014/main" id="{43997C1D-8D6D-77AF-D532-8D769CC01F2A}"/>
              </a:ext>
            </a:extLst>
          </p:cNvPr>
          <p:cNvSpPr/>
          <p:nvPr/>
        </p:nvSpPr>
        <p:spPr>
          <a:xfrm>
            <a:off x="8382000" y="4038601"/>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52" name="Rectangle 51">
            <a:extLst>
              <a:ext uri="{FF2B5EF4-FFF2-40B4-BE49-F238E27FC236}">
                <a16:creationId xmlns:a16="http://schemas.microsoft.com/office/drawing/2014/main" id="{5BD2FFA2-0690-F549-8A8E-BCB0FA88282B}"/>
              </a:ext>
            </a:extLst>
          </p:cNvPr>
          <p:cNvSpPr/>
          <p:nvPr/>
        </p:nvSpPr>
        <p:spPr>
          <a:xfrm>
            <a:off x="10145486" y="4038601"/>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53" name="Rectangle 52">
            <a:extLst>
              <a:ext uri="{FF2B5EF4-FFF2-40B4-BE49-F238E27FC236}">
                <a16:creationId xmlns:a16="http://schemas.microsoft.com/office/drawing/2014/main" id="{7E8FB351-ED19-88AF-9E62-ECD070089257}"/>
              </a:ext>
            </a:extLst>
          </p:cNvPr>
          <p:cNvSpPr/>
          <p:nvPr/>
        </p:nvSpPr>
        <p:spPr>
          <a:xfrm>
            <a:off x="6553200" y="4038601"/>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cxnSp>
        <p:nvCxnSpPr>
          <p:cNvPr id="55" name="Straight Arrow Connector 54">
            <a:extLst>
              <a:ext uri="{FF2B5EF4-FFF2-40B4-BE49-F238E27FC236}">
                <a16:creationId xmlns:a16="http://schemas.microsoft.com/office/drawing/2014/main" id="{BBB27023-3867-1BE5-8EB0-8F96512FB4F5}"/>
              </a:ext>
            </a:extLst>
          </p:cNvPr>
          <p:cNvCxnSpPr>
            <a:stCxn id="47" idx="0"/>
            <a:endCxn id="46" idx="2"/>
          </p:cNvCxnSpPr>
          <p:nvPr/>
        </p:nvCxnSpPr>
        <p:spPr>
          <a:xfrm flipV="1">
            <a:off x="1524000" y="3429000"/>
            <a:ext cx="914400"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73086A7C-235C-DEDF-0089-F1DC8956D846}"/>
              </a:ext>
            </a:extLst>
          </p:cNvPr>
          <p:cNvCxnSpPr>
            <a:stCxn id="46" idx="2"/>
            <a:endCxn id="49" idx="0"/>
          </p:cNvCxnSpPr>
          <p:nvPr/>
        </p:nvCxnSpPr>
        <p:spPr>
          <a:xfrm>
            <a:off x="2438400" y="3429000"/>
            <a:ext cx="914400"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9" name="Straight Arrow Connector 58">
            <a:extLst>
              <a:ext uri="{FF2B5EF4-FFF2-40B4-BE49-F238E27FC236}">
                <a16:creationId xmlns:a16="http://schemas.microsoft.com/office/drawing/2014/main" id="{BA59A9E6-89F6-C64F-1657-0A7665288B25}"/>
              </a:ext>
            </a:extLst>
          </p:cNvPr>
          <p:cNvCxnSpPr>
            <a:stCxn id="45" idx="2"/>
            <a:endCxn id="50" idx="0"/>
          </p:cNvCxnSpPr>
          <p:nvPr/>
        </p:nvCxnSpPr>
        <p:spPr>
          <a:xfrm flipH="1">
            <a:off x="5181600" y="3429000"/>
            <a:ext cx="914400"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Straight Arrow Connector 60">
            <a:extLst>
              <a:ext uri="{FF2B5EF4-FFF2-40B4-BE49-F238E27FC236}">
                <a16:creationId xmlns:a16="http://schemas.microsoft.com/office/drawing/2014/main" id="{47424EE5-3F06-8346-CD8B-4DDEAE475F6D}"/>
              </a:ext>
            </a:extLst>
          </p:cNvPr>
          <p:cNvCxnSpPr>
            <a:stCxn id="45" idx="2"/>
            <a:endCxn id="53" idx="0"/>
          </p:cNvCxnSpPr>
          <p:nvPr/>
        </p:nvCxnSpPr>
        <p:spPr>
          <a:xfrm>
            <a:off x="6096000" y="3429000"/>
            <a:ext cx="914400"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B4F2988D-8D89-4B9A-7F0F-B056380B8CF6}"/>
              </a:ext>
            </a:extLst>
          </p:cNvPr>
          <p:cNvCxnSpPr>
            <a:stCxn id="44" idx="2"/>
            <a:endCxn id="51" idx="0"/>
          </p:cNvCxnSpPr>
          <p:nvPr/>
        </p:nvCxnSpPr>
        <p:spPr>
          <a:xfrm flipH="1">
            <a:off x="8839200" y="3429000"/>
            <a:ext cx="914400"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5" name="Straight Arrow Connector 64">
            <a:extLst>
              <a:ext uri="{FF2B5EF4-FFF2-40B4-BE49-F238E27FC236}">
                <a16:creationId xmlns:a16="http://schemas.microsoft.com/office/drawing/2014/main" id="{9A77BB05-4A91-74B7-725C-549FCCCF3B26}"/>
              </a:ext>
            </a:extLst>
          </p:cNvPr>
          <p:cNvCxnSpPr>
            <a:stCxn id="44" idx="2"/>
            <a:endCxn id="52" idx="0"/>
          </p:cNvCxnSpPr>
          <p:nvPr/>
        </p:nvCxnSpPr>
        <p:spPr>
          <a:xfrm>
            <a:off x="9753600" y="3429000"/>
            <a:ext cx="849086" cy="6096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7" name="Straight Arrow Connector 66">
            <a:extLst>
              <a:ext uri="{FF2B5EF4-FFF2-40B4-BE49-F238E27FC236}">
                <a16:creationId xmlns:a16="http://schemas.microsoft.com/office/drawing/2014/main" id="{448DD163-F9D7-AEF9-B363-A83708EB4E8C}"/>
              </a:ext>
            </a:extLst>
          </p:cNvPr>
          <p:cNvCxnSpPr>
            <a:stCxn id="46" idx="3"/>
            <a:endCxn id="45" idx="1"/>
          </p:cNvCxnSpPr>
          <p:nvPr/>
        </p:nvCxnSpPr>
        <p:spPr>
          <a:xfrm>
            <a:off x="3810000" y="2971800"/>
            <a:ext cx="1371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Straight Arrow Connector 68">
            <a:extLst>
              <a:ext uri="{FF2B5EF4-FFF2-40B4-BE49-F238E27FC236}">
                <a16:creationId xmlns:a16="http://schemas.microsoft.com/office/drawing/2014/main" id="{1A35BBC2-193C-E8A3-2056-C041E0E77316}"/>
              </a:ext>
            </a:extLst>
          </p:cNvPr>
          <p:cNvCxnSpPr>
            <a:cxnSpLocks/>
            <a:stCxn id="46" idx="3"/>
            <a:endCxn id="44" idx="1"/>
          </p:cNvCxnSpPr>
          <p:nvPr/>
        </p:nvCxnSpPr>
        <p:spPr>
          <a:xfrm>
            <a:off x="3810000" y="2971800"/>
            <a:ext cx="4572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7" name="Right Brace 76">
            <a:extLst>
              <a:ext uri="{FF2B5EF4-FFF2-40B4-BE49-F238E27FC236}">
                <a16:creationId xmlns:a16="http://schemas.microsoft.com/office/drawing/2014/main" id="{F89F7012-66D8-0651-BC6F-4BECE56171C7}"/>
              </a:ext>
            </a:extLst>
          </p:cNvPr>
          <p:cNvSpPr/>
          <p:nvPr/>
        </p:nvSpPr>
        <p:spPr>
          <a:xfrm rot="5400000">
            <a:off x="3261360" y="4556761"/>
            <a:ext cx="182880" cy="1828800"/>
          </a:xfrm>
          <a:prstGeom prst="rightBrace">
            <a:avLst/>
          </a:prstGeom>
        </p:spPr>
        <p:style>
          <a:lnRef idx="3">
            <a:schemeClr val="accent3"/>
          </a:lnRef>
          <a:fillRef idx="0">
            <a:schemeClr val="accent3"/>
          </a:fillRef>
          <a:effectRef idx="2">
            <a:schemeClr val="accent3"/>
          </a:effectRef>
          <a:fontRef idx="minor">
            <a:schemeClr val="tx1"/>
          </a:fontRef>
        </p:style>
        <p:txBody>
          <a:bodyPr vert="vert270" wrap="none" lIns="731520" rtlCol="0" anchor="ctr"/>
          <a:lstStyle/>
          <a:p>
            <a:pPr algn="ctr"/>
            <a:r>
              <a:rPr lang="en-US" dirty="0"/>
              <a:t>viewers on the same carrier</a:t>
            </a:r>
          </a:p>
        </p:txBody>
      </p:sp>
      <p:sp>
        <p:nvSpPr>
          <p:cNvPr id="78" name="Right Brace 77">
            <a:extLst>
              <a:ext uri="{FF2B5EF4-FFF2-40B4-BE49-F238E27FC236}">
                <a16:creationId xmlns:a16="http://schemas.microsoft.com/office/drawing/2014/main" id="{CDBA4682-0F62-CC3A-44C1-A26A9B5FD369}"/>
              </a:ext>
            </a:extLst>
          </p:cNvPr>
          <p:cNvSpPr/>
          <p:nvPr/>
        </p:nvSpPr>
        <p:spPr>
          <a:xfrm rot="5400000">
            <a:off x="9662160" y="4099561"/>
            <a:ext cx="182880" cy="2743200"/>
          </a:xfrm>
          <a:prstGeom prst="rightBrace">
            <a:avLst/>
          </a:prstGeom>
        </p:spPr>
        <p:style>
          <a:lnRef idx="3">
            <a:schemeClr val="accent3"/>
          </a:lnRef>
          <a:fillRef idx="0">
            <a:schemeClr val="accent3"/>
          </a:fillRef>
          <a:effectRef idx="2">
            <a:schemeClr val="accent3"/>
          </a:effectRef>
          <a:fontRef idx="minor">
            <a:schemeClr val="tx1"/>
          </a:fontRef>
        </p:style>
        <p:txBody>
          <a:bodyPr vert="vert270" wrap="none" lIns="731520" rtlCol="0" anchor="ctr"/>
          <a:lstStyle/>
          <a:p>
            <a:pPr algn="ctr"/>
            <a:r>
              <a:rPr lang="en-US" dirty="0"/>
              <a:t>viewers on a different carrier</a:t>
            </a:r>
          </a:p>
        </p:txBody>
      </p:sp>
      <p:sp>
        <p:nvSpPr>
          <p:cNvPr id="79" name="Right Brace 78">
            <a:extLst>
              <a:ext uri="{FF2B5EF4-FFF2-40B4-BE49-F238E27FC236}">
                <a16:creationId xmlns:a16="http://schemas.microsoft.com/office/drawing/2014/main" id="{EADD2E23-E2D2-E1E7-948F-F7BFF45916FE}"/>
              </a:ext>
            </a:extLst>
          </p:cNvPr>
          <p:cNvSpPr/>
          <p:nvPr/>
        </p:nvSpPr>
        <p:spPr>
          <a:xfrm rot="5400000">
            <a:off x="6004560" y="4099561"/>
            <a:ext cx="182880" cy="2743200"/>
          </a:xfrm>
          <a:prstGeom prst="rightBrace">
            <a:avLst/>
          </a:prstGeom>
        </p:spPr>
        <p:style>
          <a:lnRef idx="3">
            <a:schemeClr val="accent3"/>
          </a:lnRef>
          <a:fillRef idx="0">
            <a:schemeClr val="accent3"/>
          </a:fillRef>
          <a:effectRef idx="2">
            <a:schemeClr val="accent3"/>
          </a:effectRef>
          <a:fontRef idx="minor">
            <a:schemeClr val="tx1"/>
          </a:fontRef>
        </p:style>
        <p:txBody>
          <a:bodyPr vert="vert270" wrap="none" lIns="731520" rtlCol="0" anchor="ctr"/>
          <a:lstStyle/>
          <a:p>
            <a:pPr algn="ctr"/>
            <a:r>
              <a:rPr lang="en-US" dirty="0"/>
              <a:t>viewers on the Internet</a:t>
            </a:r>
          </a:p>
        </p:txBody>
      </p:sp>
      <p:sp>
        <p:nvSpPr>
          <p:cNvPr id="45" name="Rectangle 44">
            <a:extLst>
              <a:ext uri="{FF2B5EF4-FFF2-40B4-BE49-F238E27FC236}">
                <a16:creationId xmlns:a16="http://schemas.microsoft.com/office/drawing/2014/main" id="{A9353AE7-9E49-857E-C3F8-1DA154828604}"/>
              </a:ext>
            </a:extLst>
          </p:cNvPr>
          <p:cNvSpPr/>
          <p:nvPr/>
        </p:nvSpPr>
        <p:spPr>
          <a:xfrm>
            <a:off x="5181600" y="2514600"/>
            <a:ext cx="1828800" cy="914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Internet</a:t>
            </a:r>
          </a:p>
        </p:txBody>
      </p:sp>
    </p:spTree>
    <p:extLst>
      <p:ext uri="{BB962C8B-B14F-4D97-AF65-F5344CB8AC3E}">
        <p14:creationId xmlns:p14="http://schemas.microsoft.com/office/powerpoint/2010/main" val="334380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9" grpId="0" animBg="1"/>
      <p:bldP spid="50" grpId="0" animBg="1"/>
      <p:bldP spid="51" grpId="0" animBg="1"/>
      <p:bldP spid="52" grpId="0" animBg="1"/>
      <p:bldP spid="53" grpId="0" animBg="1"/>
      <p:bldP spid="77" grpId="0" animBg="1"/>
      <p:bldP spid="78" grpId="0" animBg="1"/>
      <p:bldP spid="79"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EA0F47-47F8-2ACA-AAE4-92DBC8CC5DD5}"/>
              </a:ext>
            </a:extLst>
          </p:cNvPr>
          <p:cNvSpPr/>
          <p:nvPr/>
        </p:nvSpPr>
        <p:spPr>
          <a:xfrm>
            <a:off x="8382000" y="3733795"/>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Carrier B</a:t>
            </a:r>
          </a:p>
        </p:txBody>
      </p:sp>
      <p:sp>
        <p:nvSpPr>
          <p:cNvPr id="7" name="Rectangle 6">
            <a:extLst>
              <a:ext uri="{FF2B5EF4-FFF2-40B4-BE49-F238E27FC236}">
                <a16:creationId xmlns:a16="http://schemas.microsoft.com/office/drawing/2014/main" id="{6413F81B-2B68-D95C-DFF2-8E6D8D8F72B7}"/>
              </a:ext>
            </a:extLst>
          </p:cNvPr>
          <p:cNvSpPr/>
          <p:nvPr/>
        </p:nvSpPr>
        <p:spPr>
          <a:xfrm>
            <a:off x="1066800" y="3733795"/>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Carrier A</a:t>
            </a:r>
          </a:p>
        </p:txBody>
      </p:sp>
      <p:sp>
        <p:nvSpPr>
          <p:cNvPr id="2" name="Title 1">
            <a:extLst>
              <a:ext uri="{FF2B5EF4-FFF2-40B4-BE49-F238E27FC236}">
                <a16:creationId xmlns:a16="http://schemas.microsoft.com/office/drawing/2014/main" id="{9F2E5EFD-8512-DB4B-19C0-36AA4486735F}"/>
              </a:ext>
            </a:extLst>
          </p:cNvPr>
          <p:cNvSpPr>
            <a:spLocks noGrp="1"/>
          </p:cNvSpPr>
          <p:nvPr>
            <p:ph type="title"/>
          </p:nvPr>
        </p:nvSpPr>
        <p:spPr/>
        <p:txBody>
          <a:bodyPr/>
          <a:lstStyle/>
          <a:p>
            <a:r>
              <a:rPr lang="en-US" dirty="0"/>
              <a:t>Baseline: NDN Routers on the Internet</a:t>
            </a:r>
          </a:p>
        </p:txBody>
      </p:sp>
      <p:sp>
        <p:nvSpPr>
          <p:cNvPr id="3" name="Content Placeholder 2">
            <a:extLst>
              <a:ext uri="{FF2B5EF4-FFF2-40B4-BE49-F238E27FC236}">
                <a16:creationId xmlns:a16="http://schemas.microsoft.com/office/drawing/2014/main" id="{3AB7A7E1-3892-B749-EC05-FDE48096F2C7}"/>
              </a:ext>
            </a:extLst>
          </p:cNvPr>
          <p:cNvSpPr>
            <a:spLocks noGrp="1"/>
          </p:cNvSpPr>
          <p:nvPr>
            <p:ph idx="1"/>
          </p:nvPr>
        </p:nvSpPr>
        <p:spPr>
          <a:xfrm>
            <a:off x="838200" y="1295399"/>
            <a:ext cx="10515600" cy="1523996"/>
          </a:xfrm>
        </p:spPr>
        <p:txBody>
          <a:bodyPr>
            <a:normAutofit/>
          </a:bodyPr>
          <a:lstStyle/>
          <a:p>
            <a:r>
              <a:rPr lang="en-US" dirty="0"/>
              <a:t>Available today, but has drawbacks:</a:t>
            </a:r>
          </a:p>
          <a:p>
            <a:pPr lvl="1"/>
            <a:r>
              <a:rPr lang="en-US" dirty="0"/>
              <a:t>The same Data packet flows through 5G core network multiple times.</a:t>
            </a:r>
          </a:p>
          <a:p>
            <a:pPr lvl="1"/>
            <a:r>
              <a:rPr lang="en-US" dirty="0"/>
              <a:t>Limited QoS control, because 5G core network cannot see names.</a:t>
            </a:r>
          </a:p>
        </p:txBody>
      </p:sp>
      <p:sp>
        <p:nvSpPr>
          <p:cNvPr id="4" name="Slide Number Placeholder 3">
            <a:extLst>
              <a:ext uri="{FF2B5EF4-FFF2-40B4-BE49-F238E27FC236}">
                <a16:creationId xmlns:a16="http://schemas.microsoft.com/office/drawing/2014/main" id="{A5DF2091-4994-54B7-75CB-870CA1ACCC5B}"/>
              </a:ext>
            </a:extLst>
          </p:cNvPr>
          <p:cNvSpPr>
            <a:spLocks noGrp="1"/>
          </p:cNvSpPr>
          <p:nvPr>
            <p:ph type="sldNum" sz="quarter" idx="12"/>
          </p:nvPr>
        </p:nvSpPr>
        <p:spPr/>
        <p:txBody>
          <a:bodyPr/>
          <a:lstStyle/>
          <a:p>
            <a:fld id="{5219D1D2-AD40-42AA-A47F-9DBC53E1C098}" type="slidenum">
              <a:rPr lang="en-US" smtClean="0"/>
              <a:t>6</a:t>
            </a:fld>
            <a:endParaRPr lang="en-US"/>
          </a:p>
        </p:txBody>
      </p:sp>
      <p:sp>
        <p:nvSpPr>
          <p:cNvPr id="8" name="Rectangle 7">
            <a:extLst>
              <a:ext uri="{FF2B5EF4-FFF2-40B4-BE49-F238E27FC236}">
                <a16:creationId xmlns:a16="http://schemas.microsoft.com/office/drawing/2014/main" id="{BA50BFC8-3F1D-6DD9-D0E2-DC105870764E}"/>
              </a:ext>
            </a:extLst>
          </p:cNvPr>
          <p:cNvSpPr/>
          <p:nvPr/>
        </p:nvSpPr>
        <p:spPr>
          <a:xfrm>
            <a:off x="1066800" y="5257796"/>
            <a:ext cx="914400" cy="914400"/>
          </a:xfrm>
          <a:prstGeom prst="rect">
            <a:avLst/>
          </a:prstGeom>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dirty="0"/>
              <a:t>streamer</a:t>
            </a:r>
          </a:p>
        </p:txBody>
      </p:sp>
      <p:sp>
        <p:nvSpPr>
          <p:cNvPr id="9" name="Rectangle 8">
            <a:extLst>
              <a:ext uri="{FF2B5EF4-FFF2-40B4-BE49-F238E27FC236}">
                <a16:creationId xmlns:a16="http://schemas.microsoft.com/office/drawing/2014/main" id="{807488E3-7ACF-2288-B1F2-876A9774E5D7}"/>
              </a:ext>
            </a:extLst>
          </p:cNvPr>
          <p:cNvSpPr/>
          <p:nvPr/>
        </p:nvSpPr>
        <p:spPr>
          <a:xfrm>
            <a:off x="28956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0" name="Rectangle 9">
            <a:extLst>
              <a:ext uri="{FF2B5EF4-FFF2-40B4-BE49-F238E27FC236}">
                <a16:creationId xmlns:a16="http://schemas.microsoft.com/office/drawing/2014/main" id="{3B3B2142-E3CE-FC4C-7EC1-695B9FFFEB5C}"/>
              </a:ext>
            </a:extLst>
          </p:cNvPr>
          <p:cNvSpPr/>
          <p:nvPr/>
        </p:nvSpPr>
        <p:spPr>
          <a:xfrm>
            <a:off x="47244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1" name="Rectangle 10">
            <a:extLst>
              <a:ext uri="{FF2B5EF4-FFF2-40B4-BE49-F238E27FC236}">
                <a16:creationId xmlns:a16="http://schemas.microsoft.com/office/drawing/2014/main" id="{668887C8-D9E6-70AB-CBB2-9350A75CB13E}"/>
              </a:ext>
            </a:extLst>
          </p:cNvPr>
          <p:cNvSpPr/>
          <p:nvPr/>
        </p:nvSpPr>
        <p:spPr>
          <a:xfrm>
            <a:off x="83820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2" name="Rectangle 11">
            <a:extLst>
              <a:ext uri="{FF2B5EF4-FFF2-40B4-BE49-F238E27FC236}">
                <a16:creationId xmlns:a16="http://schemas.microsoft.com/office/drawing/2014/main" id="{DCE00D6E-26A9-6567-5B76-073ECB286E6C}"/>
              </a:ext>
            </a:extLst>
          </p:cNvPr>
          <p:cNvSpPr/>
          <p:nvPr/>
        </p:nvSpPr>
        <p:spPr>
          <a:xfrm>
            <a:off x="10145486"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3" name="Rectangle 12">
            <a:extLst>
              <a:ext uri="{FF2B5EF4-FFF2-40B4-BE49-F238E27FC236}">
                <a16:creationId xmlns:a16="http://schemas.microsoft.com/office/drawing/2014/main" id="{E8E24B9C-8C4F-0D6B-7F87-ED571E6262F5}"/>
              </a:ext>
            </a:extLst>
          </p:cNvPr>
          <p:cNvSpPr/>
          <p:nvPr/>
        </p:nvSpPr>
        <p:spPr>
          <a:xfrm>
            <a:off x="65532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cxnSp>
        <p:nvCxnSpPr>
          <p:cNvPr id="16" name="Straight Arrow Connector 15">
            <a:extLst>
              <a:ext uri="{FF2B5EF4-FFF2-40B4-BE49-F238E27FC236}">
                <a16:creationId xmlns:a16="http://schemas.microsoft.com/office/drawing/2014/main" id="{B03795C5-A861-FA08-2BD8-A855BE25004D}"/>
              </a:ext>
            </a:extLst>
          </p:cNvPr>
          <p:cNvCxnSpPr>
            <a:cxnSpLocks/>
            <a:stCxn id="29" idx="4"/>
            <a:endCxn id="10" idx="0"/>
          </p:cNvCxnSpPr>
          <p:nvPr/>
        </p:nvCxnSpPr>
        <p:spPr>
          <a:xfrm>
            <a:off x="5181600" y="3733795"/>
            <a:ext cx="0" cy="15240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03BBB959-887E-B72F-A74D-B06C50F9E8C0}"/>
              </a:ext>
            </a:extLst>
          </p:cNvPr>
          <p:cNvCxnSpPr>
            <a:cxnSpLocks/>
            <a:stCxn id="22" idx="4"/>
            <a:endCxn id="13" idx="0"/>
          </p:cNvCxnSpPr>
          <p:nvPr/>
        </p:nvCxnSpPr>
        <p:spPr>
          <a:xfrm>
            <a:off x="7010400" y="3733795"/>
            <a:ext cx="0" cy="15240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Oval 21">
            <a:extLst>
              <a:ext uri="{FF2B5EF4-FFF2-40B4-BE49-F238E27FC236}">
                <a16:creationId xmlns:a16="http://schemas.microsoft.com/office/drawing/2014/main" id="{F90D9A2D-3B88-D0B0-080D-CB58B822F5A3}"/>
              </a:ext>
            </a:extLst>
          </p:cNvPr>
          <p:cNvSpPr/>
          <p:nvPr/>
        </p:nvSpPr>
        <p:spPr>
          <a:xfrm>
            <a:off x="6553200" y="2819395"/>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a:t>
            </a:r>
            <a:r>
              <a:rPr lang="en-US" dirty="0" err="1"/>
              <a:t>fw</a:t>
            </a:r>
            <a:endParaRPr lang="en-US" dirty="0"/>
          </a:p>
        </p:txBody>
      </p:sp>
      <p:sp>
        <p:nvSpPr>
          <p:cNvPr id="29" name="Oval 28">
            <a:extLst>
              <a:ext uri="{FF2B5EF4-FFF2-40B4-BE49-F238E27FC236}">
                <a16:creationId xmlns:a16="http://schemas.microsoft.com/office/drawing/2014/main" id="{70553863-B958-6602-2DAB-E3878F6E1C3E}"/>
              </a:ext>
            </a:extLst>
          </p:cNvPr>
          <p:cNvSpPr/>
          <p:nvPr/>
        </p:nvSpPr>
        <p:spPr>
          <a:xfrm>
            <a:off x="4724400" y="2819395"/>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a:t>
            </a:r>
            <a:r>
              <a:rPr lang="en-US" dirty="0" err="1"/>
              <a:t>fw</a:t>
            </a:r>
            <a:endParaRPr lang="en-US" dirty="0"/>
          </a:p>
        </p:txBody>
      </p:sp>
      <p:cxnSp>
        <p:nvCxnSpPr>
          <p:cNvPr id="35" name="Connector: Elbow 34">
            <a:extLst>
              <a:ext uri="{FF2B5EF4-FFF2-40B4-BE49-F238E27FC236}">
                <a16:creationId xmlns:a16="http://schemas.microsoft.com/office/drawing/2014/main" id="{63585606-3195-0049-26CD-612AE189314D}"/>
              </a:ext>
            </a:extLst>
          </p:cNvPr>
          <p:cNvCxnSpPr>
            <a:cxnSpLocks/>
            <a:stCxn id="8" idx="0"/>
            <a:endCxn id="29" idx="2"/>
          </p:cNvCxnSpPr>
          <p:nvPr/>
        </p:nvCxnSpPr>
        <p:spPr>
          <a:xfrm rot="5400000" flipH="1" flipV="1">
            <a:off x="2133600" y="2666996"/>
            <a:ext cx="1981201" cy="3200400"/>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7" name="Connector: Elbow 36">
            <a:extLst>
              <a:ext uri="{FF2B5EF4-FFF2-40B4-BE49-F238E27FC236}">
                <a16:creationId xmlns:a16="http://schemas.microsoft.com/office/drawing/2014/main" id="{01A2AC83-02B4-105B-B33C-254807395574}"/>
              </a:ext>
            </a:extLst>
          </p:cNvPr>
          <p:cNvCxnSpPr>
            <a:cxnSpLocks/>
            <a:stCxn id="29" idx="3"/>
            <a:endCxn id="9" idx="0"/>
          </p:cNvCxnSpPr>
          <p:nvPr/>
        </p:nvCxnSpPr>
        <p:spPr>
          <a:xfrm rot="5400000">
            <a:off x="3276600" y="3676085"/>
            <a:ext cx="1657912" cy="150551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Connector: Elbow 40">
            <a:extLst>
              <a:ext uri="{FF2B5EF4-FFF2-40B4-BE49-F238E27FC236}">
                <a16:creationId xmlns:a16="http://schemas.microsoft.com/office/drawing/2014/main" id="{5D8F03CE-17F7-3DF5-A197-2C51DDD1C194}"/>
              </a:ext>
            </a:extLst>
          </p:cNvPr>
          <p:cNvCxnSpPr>
            <a:cxnSpLocks/>
            <a:stCxn id="22" idx="5"/>
            <a:endCxn id="11" idx="0"/>
          </p:cNvCxnSpPr>
          <p:nvPr/>
        </p:nvCxnSpPr>
        <p:spPr>
          <a:xfrm rot="16200000" flipH="1">
            <a:off x="7257488" y="3676084"/>
            <a:ext cx="1657912" cy="150551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Connector: Elbow 42">
            <a:extLst>
              <a:ext uri="{FF2B5EF4-FFF2-40B4-BE49-F238E27FC236}">
                <a16:creationId xmlns:a16="http://schemas.microsoft.com/office/drawing/2014/main" id="{A09019D2-A963-9916-B7D8-CA9A9BBA792C}"/>
              </a:ext>
            </a:extLst>
          </p:cNvPr>
          <p:cNvCxnSpPr>
            <a:stCxn id="22" idx="6"/>
            <a:endCxn id="12" idx="0"/>
          </p:cNvCxnSpPr>
          <p:nvPr/>
        </p:nvCxnSpPr>
        <p:spPr>
          <a:xfrm>
            <a:off x="7467600" y="3276595"/>
            <a:ext cx="3135086" cy="1981201"/>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6" name="Straight Arrow Connector 45">
            <a:extLst>
              <a:ext uri="{FF2B5EF4-FFF2-40B4-BE49-F238E27FC236}">
                <a16:creationId xmlns:a16="http://schemas.microsoft.com/office/drawing/2014/main" id="{621608EB-8316-9C30-D1FF-0444EC608639}"/>
              </a:ext>
            </a:extLst>
          </p:cNvPr>
          <p:cNvCxnSpPr>
            <a:stCxn id="29" idx="6"/>
            <a:endCxn id="22" idx="2"/>
          </p:cNvCxnSpPr>
          <p:nvPr/>
        </p:nvCxnSpPr>
        <p:spPr>
          <a:xfrm>
            <a:off x="5638800" y="3276595"/>
            <a:ext cx="9144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C2704980-7715-1B5C-B729-6C733258F970}"/>
              </a:ext>
            </a:extLst>
          </p:cNvPr>
          <p:cNvSpPr txBox="1"/>
          <p:nvPr/>
        </p:nvSpPr>
        <p:spPr>
          <a:xfrm>
            <a:off x="3333414" y="3297508"/>
            <a:ext cx="1346844" cy="369332"/>
          </a:xfrm>
          <a:prstGeom prst="rect">
            <a:avLst/>
          </a:prstGeom>
          <a:noFill/>
        </p:spPr>
        <p:txBody>
          <a:bodyPr wrap="none" rtlCol="0">
            <a:spAutoFit/>
          </a:bodyPr>
          <a:lstStyle/>
          <a:p>
            <a:r>
              <a:rPr lang="en-US" dirty="0"/>
              <a:t>UDP tunnels</a:t>
            </a:r>
          </a:p>
        </p:txBody>
      </p:sp>
    </p:spTree>
    <p:extLst>
      <p:ext uri="{BB962C8B-B14F-4D97-AF65-F5344CB8AC3E}">
        <p14:creationId xmlns:p14="http://schemas.microsoft.com/office/powerpoint/2010/main" val="82661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Straight Connector 85">
            <a:extLst>
              <a:ext uri="{FF2B5EF4-FFF2-40B4-BE49-F238E27FC236}">
                <a16:creationId xmlns:a16="http://schemas.microsoft.com/office/drawing/2014/main" id="{52A31CCC-CFF4-0175-D85E-86D423C2EA77}"/>
              </a:ext>
            </a:extLst>
          </p:cNvPr>
          <p:cNvCxnSpPr>
            <a:stCxn id="63" idx="3"/>
            <a:endCxn id="78" idx="1"/>
          </p:cNvCxnSpPr>
          <p:nvPr/>
        </p:nvCxnSpPr>
        <p:spPr>
          <a:xfrm flipV="1">
            <a:off x="1135501" y="2716211"/>
            <a:ext cx="5977136" cy="1299109"/>
          </a:xfrm>
          <a:prstGeom prst="line">
            <a:avLst/>
          </a:prstGeom>
        </p:spPr>
        <p:style>
          <a:lnRef idx="3">
            <a:schemeClr val="accent2"/>
          </a:lnRef>
          <a:fillRef idx="0">
            <a:schemeClr val="accent2"/>
          </a:fillRef>
          <a:effectRef idx="2">
            <a:schemeClr val="accent2"/>
          </a:effectRef>
          <a:fontRef idx="minor">
            <a:schemeClr val="tx1"/>
          </a:fontRef>
        </p:style>
      </p:cxnSp>
      <p:cxnSp>
        <p:nvCxnSpPr>
          <p:cNvPr id="80" name="Straight Connector 79">
            <a:extLst>
              <a:ext uri="{FF2B5EF4-FFF2-40B4-BE49-F238E27FC236}">
                <a16:creationId xmlns:a16="http://schemas.microsoft.com/office/drawing/2014/main" id="{95261436-69C5-4320-34A1-CC6D0C085A7E}"/>
              </a:ext>
            </a:extLst>
          </p:cNvPr>
          <p:cNvCxnSpPr>
            <a:stCxn id="78" idx="2"/>
            <a:endCxn id="35" idx="0"/>
          </p:cNvCxnSpPr>
          <p:nvPr/>
        </p:nvCxnSpPr>
        <p:spPr>
          <a:xfrm flipH="1">
            <a:off x="6890415" y="2944811"/>
            <a:ext cx="679422" cy="1645477"/>
          </a:xfrm>
          <a:prstGeom prst="line">
            <a:avLst/>
          </a:prstGeom>
        </p:spPr>
        <p:style>
          <a:lnRef idx="3">
            <a:schemeClr val="accent2"/>
          </a:lnRef>
          <a:fillRef idx="0">
            <a:schemeClr val="accent2"/>
          </a:fillRef>
          <a:effectRef idx="2">
            <a:schemeClr val="accent2"/>
          </a:effectRef>
          <a:fontRef idx="minor">
            <a:schemeClr val="tx1"/>
          </a:fontRef>
        </p:style>
      </p:cxnSp>
      <p:sp>
        <p:nvSpPr>
          <p:cNvPr id="2" name="Title 1">
            <a:extLst>
              <a:ext uri="{FF2B5EF4-FFF2-40B4-BE49-F238E27FC236}">
                <a16:creationId xmlns:a16="http://schemas.microsoft.com/office/drawing/2014/main" id="{7F823DBA-3DBF-4F8C-C9F0-9B6915B9B1E3}"/>
              </a:ext>
            </a:extLst>
          </p:cNvPr>
          <p:cNvSpPr>
            <a:spLocks noGrp="1"/>
          </p:cNvSpPr>
          <p:nvPr>
            <p:ph type="title"/>
          </p:nvPr>
        </p:nvSpPr>
        <p:spPr/>
        <p:txBody>
          <a:bodyPr>
            <a:normAutofit/>
          </a:bodyPr>
          <a:lstStyle/>
          <a:p>
            <a:r>
              <a:rPr lang="en-US" dirty="0"/>
              <a:t>NDN Forwarding in 5G Core</a:t>
            </a:r>
          </a:p>
        </p:txBody>
      </p:sp>
      <p:sp>
        <p:nvSpPr>
          <p:cNvPr id="4" name="Slide Number Placeholder 3">
            <a:extLst>
              <a:ext uri="{FF2B5EF4-FFF2-40B4-BE49-F238E27FC236}">
                <a16:creationId xmlns:a16="http://schemas.microsoft.com/office/drawing/2014/main" id="{833876A2-48A8-D947-F2DE-D71E75451B47}"/>
              </a:ext>
            </a:extLst>
          </p:cNvPr>
          <p:cNvSpPr>
            <a:spLocks noGrp="1"/>
          </p:cNvSpPr>
          <p:nvPr>
            <p:ph type="sldNum" sz="quarter" idx="12"/>
          </p:nvPr>
        </p:nvSpPr>
        <p:spPr/>
        <p:txBody>
          <a:bodyPr/>
          <a:lstStyle/>
          <a:p>
            <a:fld id="{5219D1D2-AD40-42AA-A47F-9DBC53E1C098}" type="slidenum">
              <a:rPr lang="en-US" smtClean="0"/>
              <a:t>7</a:t>
            </a:fld>
            <a:endParaRPr lang="en-US"/>
          </a:p>
        </p:txBody>
      </p:sp>
      <p:grpSp>
        <p:nvGrpSpPr>
          <p:cNvPr id="27" name="Group 26">
            <a:extLst>
              <a:ext uri="{FF2B5EF4-FFF2-40B4-BE49-F238E27FC236}">
                <a16:creationId xmlns:a16="http://schemas.microsoft.com/office/drawing/2014/main" id="{2CAF08CC-7D2F-C1A6-CD88-D080651161AF}"/>
              </a:ext>
            </a:extLst>
          </p:cNvPr>
          <p:cNvGrpSpPr/>
          <p:nvPr/>
        </p:nvGrpSpPr>
        <p:grpSpPr>
          <a:xfrm>
            <a:off x="4827330" y="2030410"/>
            <a:ext cx="3200400" cy="914401"/>
            <a:chOff x="6781800" y="1770887"/>
            <a:chExt cx="3200400" cy="914401"/>
          </a:xfrm>
        </p:grpSpPr>
        <p:sp>
          <p:nvSpPr>
            <p:cNvPr id="5" name="Rectangle 4">
              <a:extLst>
                <a:ext uri="{FF2B5EF4-FFF2-40B4-BE49-F238E27FC236}">
                  <a16:creationId xmlns:a16="http://schemas.microsoft.com/office/drawing/2014/main" id="{CE5DEF84-5415-53A1-2781-0E2DD265F49F}"/>
                </a:ext>
              </a:extLst>
            </p:cNvPr>
            <p:cNvSpPr/>
            <p:nvPr/>
          </p:nvSpPr>
          <p:spPr>
            <a:xfrm>
              <a:off x="6781800" y="24566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9F03A14A-4799-C98E-5D20-CD521689340B}"/>
                </a:ext>
              </a:extLst>
            </p:cNvPr>
            <p:cNvSpPr/>
            <p:nvPr/>
          </p:nvSpPr>
          <p:spPr>
            <a:xfrm>
              <a:off x="7467600" y="24566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5B9890D9-BD1B-F786-8FEE-4E937C5DF61E}"/>
                </a:ext>
              </a:extLst>
            </p:cNvPr>
            <p:cNvSpPr/>
            <p:nvPr/>
          </p:nvSpPr>
          <p:spPr>
            <a:xfrm>
              <a:off x="8153400" y="24566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3C274F4A-11CA-A278-FABF-5BD6CE06856E}"/>
                </a:ext>
              </a:extLst>
            </p:cNvPr>
            <p:cNvSpPr/>
            <p:nvPr/>
          </p:nvSpPr>
          <p:spPr>
            <a:xfrm>
              <a:off x="8839200" y="17708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1B3DBA36-327F-3DF2-29B6-4EF04A4FDB43}"/>
                </a:ext>
              </a:extLst>
            </p:cNvPr>
            <p:cNvSpPr/>
            <p:nvPr/>
          </p:nvSpPr>
          <p:spPr>
            <a:xfrm>
              <a:off x="9525000" y="17708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84423F-8CDC-9B8E-27AF-10655BBB9853}"/>
                </a:ext>
              </a:extLst>
            </p:cNvPr>
            <p:cNvSpPr/>
            <p:nvPr/>
          </p:nvSpPr>
          <p:spPr>
            <a:xfrm>
              <a:off x="6781800" y="17708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D3435DA-C8E7-F95D-07CB-83154564DF99}"/>
                </a:ext>
              </a:extLst>
            </p:cNvPr>
            <p:cNvSpPr/>
            <p:nvPr/>
          </p:nvSpPr>
          <p:spPr>
            <a:xfrm>
              <a:off x="7467600" y="1770888"/>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5CC032D-E828-E6C3-DD54-2F2B34313D97}"/>
                </a:ext>
              </a:extLst>
            </p:cNvPr>
            <p:cNvSpPr/>
            <p:nvPr/>
          </p:nvSpPr>
          <p:spPr>
            <a:xfrm>
              <a:off x="8153400" y="1770887"/>
              <a:ext cx="457200" cy="228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cxnSp>
          <p:nvCxnSpPr>
            <p:cNvPr id="13" name="Connector: Elbow 12">
              <a:extLst>
                <a:ext uri="{FF2B5EF4-FFF2-40B4-BE49-F238E27FC236}">
                  <a16:creationId xmlns:a16="http://schemas.microsoft.com/office/drawing/2014/main" id="{A1D5B4A4-5E19-06CC-DB02-5A0F504709A1}"/>
                </a:ext>
              </a:extLst>
            </p:cNvPr>
            <p:cNvCxnSpPr>
              <a:stCxn id="10" idx="2"/>
              <a:endCxn id="6" idx="0"/>
            </p:cNvCxnSpPr>
            <p:nvPr/>
          </p:nvCxnSpPr>
          <p:spPr>
            <a:xfrm rot="16200000" flipH="1">
              <a:off x="7124700" y="1885188"/>
              <a:ext cx="457200" cy="685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4" name="Connector: Elbow 13">
              <a:extLst>
                <a:ext uri="{FF2B5EF4-FFF2-40B4-BE49-F238E27FC236}">
                  <a16:creationId xmlns:a16="http://schemas.microsoft.com/office/drawing/2014/main" id="{C7D216D5-A4B3-9278-493B-58D48889EAB3}"/>
                </a:ext>
              </a:extLst>
            </p:cNvPr>
            <p:cNvCxnSpPr>
              <a:stCxn id="5" idx="0"/>
              <a:endCxn id="8" idx="2"/>
            </p:cNvCxnSpPr>
            <p:nvPr/>
          </p:nvCxnSpPr>
          <p:spPr>
            <a:xfrm rot="5400000" flipH="1" flipV="1">
              <a:off x="7810500" y="1199388"/>
              <a:ext cx="457200" cy="20574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5" name="Connector: Elbow 14">
              <a:extLst>
                <a:ext uri="{FF2B5EF4-FFF2-40B4-BE49-F238E27FC236}">
                  <a16:creationId xmlns:a16="http://schemas.microsoft.com/office/drawing/2014/main" id="{49E53299-826A-D8BE-45FC-0D6FEE5B133E}"/>
                </a:ext>
              </a:extLst>
            </p:cNvPr>
            <p:cNvCxnSpPr>
              <a:stCxn id="9" idx="2"/>
              <a:endCxn id="7" idx="0"/>
            </p:cNvCxnSpPr>
            <p:nvPr/>
          </p:nvCxnSpPr>
          <p:spPr>
            <a:xfrm rot="5400000">
              <a:off x="8839200" y="1542288"/>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6" name="Connector: Elbow 15">
              <a:extLst>
                <a:ext uri="{FF2B5EF4-FFF2-40B4-BE49-F238E27FC236}">
                  <a16:creationId xmlns:a16="http://schemas.microsoft.com/office/drawing/2014/main" id="{0B2758E5-AFC2-D805-C9FE-E4B32B78E2DF}"/>
                </a:ext>
              </a:extLst>
            </p:cNvPr>
            <p:cNvCxnSpPr>
              <a:stCxn id="11" idx="2"/>
              <a:endCxn id="12" idx="2"/>
            </p:cNvCxnSpPr>
            <p:nvPr/>
          </p:nvCxnSpPr>
          <p:spPr>
            <a:xfrm rot="5400000" flipH="1" flipV="1">
              <a:off x="8039099" y="1656588"/>
              <a:ext cx="1" cy="6858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cxnSp>
        <p:nvCxnSpPr>
          <p:cNvPr id="28" name="Straight Connector 27">
            <a:extLst>
              <a:ext uri="{FF2B5EF4-FFF2-40B4-BE49-F238E27FC236}">
                <a16:creationId xmlns:a16="http://schemas.microsoft.com/office/drawing/2014/main" id="{CCBF73E3-DCCF-3C00-CC9F-77F9F52194F1}"/>
              </a:ext>
            </a:extLst>
          </p:cNvPr>
          <p:cNvCxnSpPr>
            <a:cxnSpLocks/>
            <a:stCxn id="6" idx="2"/>
            <a:endCxn id="33" idx="0"/>
          </p:cNvCxnSpPr>
          <p:nvPr/>
        </p:nvCxnSpPr>
        <p:spPr>
          <a:xfrm flipH="1">
            <a:off x="5284530" y="2944811"/>
            <a:ext cx="457200" cy="2567279"/>
          </a:xfrm>
          <a:prstGeom prst="line">
            <a:avLst/>
          </a:prstGeom>
        </p:spPr>
        <p:style>
          <a:lnRef idx="3">
            <a:schemeClr val="accent5"/>
          </a:lnRef>
          <a:fillRef idx="0">
            <a:schemeClr val="accent5"/>
          </a:fillRef>
          <a:effectRef idx="2">
            <a:schemeClr val="accent5"/>
          </a:effectRef>
          <a:fontRef idx="minor">
            <a:schemeClr val="tx1"/>
          </a:fontRef>
        </p:style>
      </p:cxnSp>
      <p:cxnSp>
        <p:nvCxnSpPr>
          <p:cNvPr id="31" name="Straight Connector 30">
            <a:extLst>
              <a:ext uri="{FF2B5EF4-FFF2-40B4-BE49-F238E27FC236}">
                <a16:creationId xmlns:a16="http://schemas.microsoft.com/office/drawing/2014/main" id="{C2DB2665-ACE8-244D-AF12-26984B981F82}"/>
              </a:ext>
            </a:extLst>
          </p:cNvPr>
          <p:cNvCxnSpPr>
            <a:cxnSpLocks/>
            <a:stCxn id="6" idx="2"/>
            <a:endCxn id="35" idx="0"/>
          </p:cNvCxnSpPr>
          <p:nvPr/>
        </p:nvCxnSpPr>
        <p:spPr>
          <a:xfrm>
            <a:off x="5741730" y="2944811"/>
            <a:ext cx="1148685" cy="1645477"/>
          </a:xfrm>
          <a:prstGeom prst="line">
            <a:avLst/>
          </a:prstGeom>
        </p:spPr>
        <p:style>
          <a:lnRef idx="3">
            <a:schemeClr val="accent5"/>
          </a:lnRef>
          <a:fillRef idx="0">
            <a:schemeClr val="accent5"/>
          </a:fillRef>
          <a:effectRef idx="2">
            <a:schemeClr val="accent5"/>
          </a:effectRef>
          <a:fontRef idx="minor">
            <a:schemeClr val="tx1"/>
          </a:fontRef>
        </p:style>
      </p:cxnSp>
      <p:sp>
        <p:nvSpPr>
          <p:cNvPr id="33" name="Rectangle 32">
            <a:extLst>
              <a:ext uri="{FF2B5EF4-FFF2-40B4-BE49-F238E27FC236}">
                <a16:creationId xmlns:a16="http://schemas.microsoft.com/office/drawing/2014/main" id="{65B22243-BC12-A34B-4CB6-A28833E80B25}"/>
              </a:ext>
            </a:extLst>
          </p:cNvPr>
          <p:cNvSpPr/>
          <p:nvPr/>
        </p:nvSpPr>
        <p:spPr>
          <a:xfrm>
            <a:off x="4598730" y="5512090"/>
            <a:ext cx="1371600" cy="457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IP UPF</a:t>
            </a:r>
          </a:p>
        </p:txBody>
      </p:sp>
      <p:sp>
        <p:nvSpPr>
          <p:cNvPr id="35" name="Rectangle 34">
            <a:extLst>
              <a:ext uri="{FF2B5EF4-FFF2-40B4-BE49-F238E27FC236}">
                <a16:creationId xmlns:a16="http://schemas.microsoft.com/office/drawing/2014/main" id="{71A0CF5D-DDA4-5AF5-CD4B-844972F64720}"/>
              </a:ext>
            </a:extLst>
          </p:cNvPr>
          <p:cNvSpPr/>
          <p:nvPr/>
        </p:nvSpPr>
        <p:spPr>
          <a:xfrm>
            <a:off x="6204615" y="4590288"/>
            <a:ext cx="1371600" cy="4572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UPF</a:t>
            </a:r>
          </a:p>
        </p:txBody>
      </p:sp>
      <p:cxnSp>
        <p:nvCxnSpPr>
          <p:cNvPr id="36" name="Straight Connector 35">
            <a:extLst>
              <a:ext uri="{FF2B5EF4-FFF2-40B4-BE49-F238E27FC236}">
                <a16:creationId xmlns:a16="http://schemas.microsoft.com/office/drawing/2014/main" id="{402F1BB3-40C7-D5C6-91E2-0FD29E984C24}"/>
              </a:ext>
            </a:extLst>
          </p:cNvPr>
          <p:cNvCxnSpPr>
            <a:cxnSpLocks/>
            <a:stCxn id="33" idx="3"/>
            <a:endCxn id="44" idx="2"/>
          </p:cNvCxnSpPr>
          <p:nvPr/>
        </p:nvCxnSpPr>
        <p:spPr>
          <a:xfrm flipV="1">
            <a:off x="5970330" y="5733288"/>
            <a:ext cx="3097470" cy="7402"/>
          </a:xfrm>
          <a:prstGeom prst="line">
            <a:avLst/>
          </a:prstGeom>
        </p:spPr>
        <p:style>
          <a:lnRef idx="3">
            <a:schemeClr val="accent6"/>
          </a:lnRef>
          <a:fillRef idx="0">
            <a:schemeClr val="accent6"/>
          </a:fillRef>
          <a:effectRef idx="2">
            <a:schemeClr val="accent6"/>
          </a:effectRef>
          <a:fontRef idx="minor">
            <a:schemeClr val="tx1"/>
          </a:fontRef>
        </p:style>
      </p:cxnSp>
      <p:sp>
        <p:nvSpPr>
          <p:cNvPr id="44" name="Oval 43">
            <a:extLst>
              <a:ext uri="{FF2B5EF4-FFF2-40B4-BE49-F238E27FC236}">
                <a16:creationId xmlns:a16="http://schemas.microsoft.com/office/drawing/2014/main" id="{34DC0A07-E931-CA9D-4E54-F7E3FFA0D8DF}"/>
              </a:ext>
            </a:extLst>
          </p:cNvPr>
          <p:cNvSpPr/>
          <p:nvPr/>
        </p:nvSpPr>
        <p:spPr>
          <a:xfrm>
            <a:off x="9067800" y="5504688"/>
            <a:ext cx="1828800" cy="457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dirty="0"/>
              <a:t>IP Internet</a:t>
            </a:r>
          </a:p>
        </p:txBody>
      </p:sp>
      <p:sp>
        <p:nvSpPr>
          <p:cNvPr id="45" name="Oval 44">
            <a:extLst>
              <a:ext uri="{FF2B5EF4-FFF2-40B4-BE49-F238E27FC236}">
                <a16:creationId xmlns:a16="http://schemas.microsoft.com/office/drawing/2014/main" id="{C768AC23-DE8B-A5F4-FBF0-66D7C7BB8097}"/>
              </a:ext>
            </a:extLst>
          </p:cNvPr>
          <p:cNvSpPr/>
          <p:nvPr/>
        </p:nvSpPr>
        <p:spPr>
          <a:xfrm>
            <a:off x="9067800" y="4590288"/>
            <a:ext cx="1828800" cy="457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dirty="0"/>
              <a:t>NDN Internet</a:t>
            </a:r>
          </a:p>
        </p:txBody>
      </p:sp>
      <p:cxnSp>
        <p:nvCxnSpPr>
          <p:cNvPr id="49" name="Straight Connector 48">
            <a:extLst>
              <a:ext uri="{FF2B5EF4-FFF2-40B4-BE49-F238E27FC236}">
                <a16:creationId xmlns:a16="http://schemas.microsoft.com/office/drawing/2014/main" id="{9681308C-5C19-760C-2A81-B065DF0B0222}"/>
              </a:ext>
            </a:extLst>
          </p:cNvPr>
          <p:cNvCxnSpPr>
            <a:stCxn id="35" idx="3"/>
            <a:endCxn id="45" idx="2"/>
          </p:cNvCxnSpPr>
          <p:nvPr/>
        </p:nvCxnSpPr>
        <p:spPr>
          <a:xfrm>
            <a:off x="7576215" y="4818888"/>
            <a:ext cx="1491585" cy="0"/>
          </a:xfrm>
          <a:prstGeom prst="line">
            <a:avLst/>
          </a:prstGeom>
        </p:spPr>
        <p:style>
          <a:lnRef idx="3">
            <a:schemeClr val="accent2"/>
          </a:lnRef>
          <a:fillRef idx="0">
            <a:schemeClr val="accent2"/>
          </a:fillRef>
          <a:effectRef idx="2">
            <a:schemeClr val="accent2"/>
          </a:effectRef>
          <a:fontRef idx="minor">
            <a:schemeClr val="tx1"/>
          </a:fontRef>
        </p:style>
      </p:cxnSp>
      <p:sp>
        <p:nvSpPr>
          <p:cNvPr id="50" name="TextBox 49">
            <a:extLst>
              <a:ext uri="{FF2B5EF4-FFF2-40B4-BE49-F238E27FC236}">
                <a16:creationId xmlns:a16="http://schemas.microsoft.com/office/drawing/2014/main" id="{74E1371C-608E-FF39-6C3D-9139748D72CD}"/>
              </a:ext>
            </a:extLst>
          </p:cNvPr>
          <p:cNvSpPr txBox="1"/>
          <p:nvPr/>
        </p:nvSpPr>
        <p:spPr>
          <a:xfrm>
            <a:off x="6656130" y="1679884"/>
            <a:ext cx="1425647" cy="369332"/>
          </a:xfrm>
          <a:prstGeom prst="rect">
            <a:avLst/>
          </a:prstGeom>
          <a:noFill/>
        </p:spPr>
        <p:txBody>
          <a:bodyPr wrap="none" rtlCol="0">
            <a:spAutoFit/>
          </a:bodyPr>
          <a:lstStyle/>
          <a:p>
            <a:r>
              <a:rPr lang="en-US" dirty="0"/>
              <a:t>control plane</a:t>
            </a:r>
          </a:p>
        </p:txBody>
      </p:sp>
      <p:grpSp>
        <p:nvGrpSpPr>
          <p:cNvPr id="53" name="Group 52">
            <a:extLst>
              <a:ext uri="{FF2B5EF4-FFF2-40B4-BE49-F238E27FC236}">
                <a16:creationId xmlns:a16="http://schemas.microsoft.com/office/drawing/2014/main" id="{C1562A63-B2DB-428F-82F7-A5AD2FA3A548}"/>
              </a:ext>
            </a:extLst>
          </p:cNvPr>
          <p:cNvGrpSpPr/>
          <p:nvPr/>
        </p:nvGrpSpPr>
        <p:grpSpPr>
          <a:xfrm>
            <a:off x="2169724" y="3355848"/>
            <a:ext cx="643597" cy="2148840"/>
            <a:chOff x="2788920" y="3813048"/>
            <a:chExt cx="643597" cy="2148840"/>
          </a:xfrm>
        </p:grpSpPr>
        <p:sp>
          <p:nvSpPr>
            <p:cNvPr id="54" name="Isosceles Triangle 53">
              <a:extLst>
                <a:ext uri="{FF2B5EF4-FFF2-40B4-BE49-F238E27FC236}">
                  <a16:creationId xmlns:a16="http://schemas.microsoft.com/office/drawing/2014/main" id="{45AE30FC-6207-623E-FB4E-96C1CE3B4E85}"/>
                </a:ext>
              </a:extLst>
            </p:cNvPr>
            <p:cNvSpPr/>
            <p:nvPr/>
          </p:nvSpPr>
          <p:spPr>
            <a:xfrm>
              <a:off x="2788920" y="4590288"/>
              <a:ext cx="640080" cy="13716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dirty="0" err="1"/>
                <a:t>gNB</a:t>
              </a:r>
              <a:endParaRPr lang="en-US" dirty="0"/>
            </a:p>
          </p:txBody>
        </p:sp>
        <p:grpSp>
          <p:nvGrpSpPr>
            <p:cNvPr id="55" name="Group 54">
              <a:extLst>
                <a:ext uri="{FF2B5EF4-FFF2-40B4-BE49-F238E27FC236}">
                  <a16:creationId xmlns:a16="http://schemas.microsoft.com/office/drawing/2014/main" id="{5B20243E-754A-95ED-5EBF-ACDC85164484}"/>
                </a:ext>
              </a:extLst>
            </p:cNvPr>
            <p:cNvGrpSpPr/>
            <p:nvPr/>
          </p:nvGrpSpPr>
          <p:grpSpPr>
            <a:xfrm>
              <a:off x="2788920" y="3813048"/>
              <a:ext cx="643597" cy="777240"/>
              <a:chOff x="7540283" y="4496359"/>
              <a:chExt cx="643597" cy="777240"/>
            </a:xfrm>
          </p:grpSpPr>
          <p:cxnSp>
            <p:nvCxnSpPr>
              <p:cNvPr id="56" name="Straight Connector 55">
                <a:extLst>
                  <a:ext uri="{FF2B5EF4-FFF2-40B4-BE49-F238E27FC236}">
                    <a16:creationId xmlns:a16="http://schemas.microsoft.com/office/drawing/2014/main" id="{CF09B22E-1026-0939-4115-E03EB9D2B2BB}"/>
                  </a:ext>
                </a:extLst>
              </p:cNvPr>
              <p:cNvCxnSpPr>
                <a:stCxn id="57" idx="4"/>
              </p:cNvCxnSpPr>
              <p:nvPr/>
            </p:nvCxnSpPr>
            <p:spPr>
              <a:xfrm>
                <a:off x="7860323" y="4816399"/>
                <a:ext cx="0"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C9208E1E-5FF5-8409-583E-1E5DB925EC69}"/>
                  </a:ext>
                </a:extLst>
              </p:cNvPr>
              <p:cNvSpPr/>
              <p:nvPr/>
            </p:nvSpPr>
            <p:spPr>
              <a:xfrm>
                <a:off x="7768883" y="4633519"/>
                <a:ext cx="182880" cy="182880"/>
              </a:xfrm>
              <a:prstGeom prst="ellipse">
                <a:avLst/>
              </a:prstGeom>
              <a:ln w="28575">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8" name="Arc 57">
                <a:extLst>
                  <a:ext uri="{FF2B5EF4-FFF2-40B4-BE49-F238E27FC236}">
                    <a16:creationId xmlns:a16="http://schemas.microsoft.com/office/drawing/2014/main" id="{2EC33D47-F9CC-A4BA-6E69-D639A6FFE3E2}"/>
                  </a:ext>
                </a:extLst>
              </p:cNvPr>
              <p:cNvSpPr/>
              <p:nvPr/>
            </p:nvSpPr>
            <p:spPr>
              <a:xfrm rot="13500000">
                <a:off x="754028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59" name="Arc 58">
                <a:extLst>
                  <a:ext uri="{FF2B5EF4-FFF2-40B4-BE49-F238E27FC236}">
                    <a16:creationId xmlns:a16="http://schemas.microsoft.com/office/drawing/2014/main" id="{6AC78AEA-E7F6-88BA-DEB0-BF814E76C0D9}"/>
                  </a:ext>
                </a:extLst>
              </p:cNvPr>
              <p:cNvSpPr/>
              <p:nvPr/>
            </p:nvSpPr>
            <p:spPr>
              <a:xfrm rot="13500000">
                <a:off x="767744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60" name="Arc 59">
                <a:extLst>
                  <a:ext uri="{FF2B5EF4-FFF2-40B4-BE49-F238E27FC236}">
                    <a16:creationId xmlns:a16="http://schemas.microsoft.com/office/drawing/2014/main" id="{3958B6B8-00E3-A889-48A6-C936DF2608D0}"/>
                  </a:ext>
                </a:extLst>
              </p:cNvPr>
              <p:cNvSpPr/>
              <p:nvPr/>
            </p:nvSpPr>
            <p:spPr>
              <a:xfrm rot="2700000">
                <a:off x="758952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1" name="Arc 60">
                <a:extLst>
                  <a:ext uri="{FF2B5EF4-FFF2-40B4-BE49-F238E27FC236}">
                    <a16:creationId xmlns:a16="http://schemas.microsoft.com/office/drawing/2014/main" id="{55F59DAC-43E9-E77A-AEEC-E561430E5DFD}"/>
                  </a:ext>
                </a:extLst>
              </p:cNvPr>
              <p:cNvSpPr/>
              <p:nvPr/>
            </p:nvSpPr>
            <p:spPr>
              <a:xfrm rot="2700000">
                <a:off x="772668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grpSp>
      <p:grpSp>
        <p:nvGrpSpPr>
          <p:cNvPr id="62" name="Group 61">
            <a:extLst>
              <a:ext uri="{FF2B5EF4-FFF2-40B4-BE49-F238E27FC236}">
                <a16:creationId xmlns:a16="http://schemas.microsoft.com/office/drawing/2014/main" id="{BB881A18-BADE-F6A3-1FD6-1442A90B8307}"/>
              </a:ext>
            </a:extLst>
          </p:cNvPr>
          <p:cNvGrpSpPr/>
          <p:nvPr/>
        </p:nvGrpSpPr>
        <p:grpSpPr>
          <a:xfrm>
            <a:off x="495421" y="3466680"/>
            <a:ext cx="640080" cy="1097280"/>
            <a:chOff x="1723292" y="2152357"/>
            <a:chExt cx="1371600" cy="1828800"/>
          </a:xfrm>
        </p:grpSpPr>
        <p:sp>
          <p:nvSpPr>
            <p:cNvPr id="63" name="Rectangle: Rounded Corners 62">
              <a:extLst>
                <a:ext uri="{FF2B5EF4-FFF2-40B4-BE49-F238E27FC236}">
                  <a16:creationId xmlns:a16="http://schemas.microsoft.com/office/drawing/2014/main" id="{D4B0F7EB-B87A-6338-A38A-551E50ACCC5A}"/>
                </a:ext>
              </a:extLst>
            </p:cNvPr>
            <p:cNvSpPr/>
            <p:nvPr/>
          </p:nvSpPr>
          <p:spPr>
            <a:xfrm>
              <a:off x="1723292" y="2152357"/>
              <a:ext cx="1371600" cy="1828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A0FDC853-6FE8-52B2-9197-8E8E9DF8EFBD}"/>
                </a:ext>
              </a:extLst>
            </p:cNvPr>
            <p:cNvSpPr/>
            <p:nvPr/>
          </p:nvSpPr>
          <p:spPr>
            <a:xfrm>
              <a:off x="1820008" y="2289517"/>
              <a:ext cx="1188720" cy="1463040"/>
            </a:xfrm>
            <a:prstGeom prst="roundRect">
              <a:avLst/>
            </a:prstGeom>
          </p:spPr>
          <p:style>
            <a:lnRef idx="1">
              <a:schemeClr val="accent2"/>
            </a:lnRef>
            <a:fillRef idx="2">
              <a:schemeClr val="accent2"/>
            </a:fillRef>
            <a:effectRef idx="1">
              <a:schemeClr val="accent2"/>
            </a:effectRef>
            <a:fontRef idx="minor">
              <a:schemeClr val="dk1"/>
            </a:fontRef>
          </p:style>
          <p:txBody>
            <a:bodyPr wrap="none" rtlCol="0" anchor="ctr"/>
            <a:lstStyle/>
            <a:p>
              <a:pPr algn="ctr"/>
              <a:r>
                <a:rPr lang="en-US" sz="1600" dirty="0"/>
                <a:t>NDN</a:t>
              </a:r>
            </a:p>
            <a:p>
              <a:pPr algn="ctr"/>
              <a:r>
                <a:rPr lang="en-US" sz="1600" dirty="0"/>
                <a:t>UE</a:t>
              </a:r>
            </a:p>
          </p:txBody>
        </p:sp>
        <p:sp>
          <p:nvSpPr>
            <p:cNvPr id="65" name="Oval 64">
              <a:extLst>
                <a:ext uri="{FF2B5EF4-FFF2-40B4-BE49-F238E27FC236}">
                  <a16:creationId xmlns:a16="http://schemas.microsoft.com/office/drawing/2014/main" id="{6D9DF1BB-02E4-C934-DF64-36C8E46BA055}"/>
                </a:ext>
              </a:extLst>
            </p:cNvPr>
            <p:cNvSpPr/>
            <p:nvPr/>
          </p:nvSpPr>
          <p:spPr>
            <a:xfrm>
              <a:off x="2317652" y="3775417"/>
              <a:ext cx="182880" cy="1828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grpSp>
        <p:nvGrpSpPr>
          <p:cNvPr id="66" name="Group 65">
            <a:extLst>
              <a:ext uri="{FF2B5EF4-FFF2-40B4-BE49-F238E27FC236}">
                <a16:creationId xmlns:a16="http://schemas.microsoft.com/office/drawing/2014/main" id="{C8A4593B-7531-46A1-3844-7A38C3194CAC}"/>
              </a:ext>
            </a:extLst>
          </p:cNvPr>
          <p:cNvGrpSpPr/>
          <p:nvPr/>
        </p:nvGrpSpPr>
        <p:grpSpPr>
          <a:xfrm>
            <a:off x="475956" y="5184648"/>
            <a:ext cx="640080" cy="1097280"/>
            <a:chOff x="1723292" y="2152357"/>
            <a:chExt cx="1371600" cy="1828800"/>
          </a:xfrm>
        </p:grpSpPr>
        <p:sp>
          <p:nvSpPr>
            <p:cNvPr id="67" name="Rectangle: Rounded Corners 66">
              <a:extLst>
                <a:ext uri="{FF2B5EF4-FFF2-40B4-BE49-F238E27FC236}">
                  <a16:creationId xmlns:a16="http://schemas.microsoft.com/office/drawing/2014/main" id="{A03D17EB-5111-FCC8-CF1F-7CBD2BF3D4FE}"/>
                </a:ext>
              </a:extLst>
            </p:cNvPr>
            <p:cNvSpPr/>
            <p:nvPr/>
          </p:nvSpPr>
          <p:spPr>
            <a:xfrm>
              <a:off x="1723292" y="2152357"/>
              <a:ext cx="1371600" cy="1828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A5F84D6C-5AAE-D372-E7E6-68FCD706C27B}"/>
                </a:ext>
              </a:extLst>
            </p:cNvPr>
            <p:cNvSpPr/>
            <p:nvPr/>
          </p:nvSpPr>
          <p:spPr>
            <a:xfrm>
              <a:off x="1820008" y="2289517"/>
              <a:ext cx="1188720" cy="1463040"/>
            </a:xfrm>
            <a:prstGeom prst="roundRect">
              <a:avLst/>
            </a:prstGeom>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1600" dirty="0"/>
                <a:t>IP</a:t>
              </a:r>
            </a:p>
            <a:p>
              <a:pPr algn="ctr"/>
              <a:r>
                <a:rPr lang="en-US" sz="1600" dirty="0"/>
                <a:t>UE</a:t>
              </a:r>
            </a:p>
          </p:txBody>
        </p:sp>
        <p:sp>
          <p:nvSpPr>
            <p:cNvPr id="69" name="Oval 68">
              <a:extLst>
                <a:ext uri="{FF2B5EF4-FFF2-40B4-BE49-F238E27FC236}">
                  <a16:creationId xmlns:a16="http://schemas.microsoft.com/office/drawing/2014/main" id="{5FDA773E-D464-EEC1-D75F-34814C5DCC45}"/>
                </a:ext>
              </a:extLst>
            </p:cNvPr>
            <p:cNvSpPr/>
            <p:nvPr/>
          </p:nvSpPr>
          <p:spPr>
            <a:xfrm>
              <a:off x="2317652" y="3775417"/>
              <a:ext cx="182880" cy="1828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cxnSp>
        <p:nvCxnSpPr>
          <p:cNvPr id="71" name="Straight Connector 70">
            <a:extLst>
              <a:ext uri="{FF2B5EF4-FFF2-40B4-BE49-F238E27FC236}">
                <a16:creationId xmlns:a16="http://schemas.microsoft.com/office/drawing/2014/main" id="{EE0C350C-F823-81A3-F925-5AC16FE06E06}"/>
              </a:ext>
            </a:extLst>
          </p:cNvPr>
          <p:cNvCxnSpPr>
            <a:cxnSpLocks/>
            <a:stCxn id="67" idx="3"/>
            <a:endCxn id="54" idx="1"/>
          </p:cNvCxnSpPr>
          <p:nvPr/>
        </p:nvCxnSpPr>
        <p:spPr>
          <a:xfrm flipV="1">
            <a:off x="1116036" y="4818888"/>
            <a:ext cx="1213708" cy="914400"/>
          </a:xfrm>
          <a:prstGeom prst="line">
            <a:avLst/>
          </a:prstGeom>
        </p:spPr>
        <p:style>
          <a:lnRef idx="3">
            <a:schemeClr val="accent6"/>
          </a:lnRef>
          <a:fillRef idx="0">
            <a:schemeClr val="accent6"/>
          </a:fillRef>
          <a:effectRef idx="2">
            <a:schemeClr val="accent6"/>
          </a:effectRef>
          <a:fontRef idx="minor">
            <a:schemeClr val="tx1"/>
          </a:fontRef>
        </p:style>
      </p:cxnSp>
      <p:cxnSp>
        <p:nvCxnSpPr>
          <p:cNvPr id="73" name="Straight Connector 72">
            <a:extLst>
              <a:ext uri="{FF2B5EF4-FFF2-40B4-BE49-F238E27FC236}">
                <a16:creationId xmlns:a16="http://schemas.microsoft.com/office/drawing/2014/main" id="{4ABFB369-9428-C4F1-34DA-44E914BCF953}"/>
              </a:ext>
            </a:extLst>
          </p:cNvPr>
          <p:cNvCxnSpPr>
            <a:stCxn id="63" idx="3"/>
            <a:endCxn id="54" idx="1"/>
          </p:cNvCxnSpPr>
          <p:nvPr/>
        </p:nvCxnSpPr>
        <p:spPr>
          <a:xfrm>
            <a:off x="1135501" y="4015320"/>
            <a:ext cx="1194243" cy="803568"/>
          </a:xfrm>
          <a:prstGeom prst="line">
            <a:avLst/>
          </a:prstGeom>
        </p:spPr>
        <p:style>
          <a:lnRef idx="3">
            <a:schemeClr val="accent2"/>
          </a:lnRef>
          <a:fillRef idx="0">
            <a:schemeClr val="accent2"/>
          </a:fillRef>
          <a:effectRef idx="2">
            <a:schemeClr val="accent2"/>
          </a:effectRef>
          <a:fontRef idx="minor">
            <a:schemeClr val="tx1"/>
          </a:fontRef>
        </p:style>
      </p:cxnSp>
      <p:cxnSp>
        <p:nvCxnSpPr>
          <p:cNvPr id="75" name="Straight Connector 74">
            <a:extLst>
              <a:ext uri="{FF2B5EF4-FFF2-40B4-BE49-F238E27FC236}">
                <a16:creationId xmlns:a16="http://schemas.microsoft.com/office/drawing/2014/main" id="{B6E44797-D569-E2DE-5143-4967A6A9109D}"/>
              </a:ext>
            </a:extLst>
          </p:cNvPr>
          <p:cNvCxnSpPr>
            <a:stCxn id="54" idx="5"/>
            <a:endCxn id="33" idx="1"/>
          </p:cNvCxnSpPr>
          <p:nvPr/>
        </p:nvCxnSpPr>
        <p:spPr>
          <a:xfrm>
            <a:off x="2649784" y="4818888"/>
            <a:ext cx="1948946" cy="921802"/>
          </a:xfrm>
          <a:prstGeom prst="line">
            <a:avLst/>
          </a:prstGeom>
        </p:spPr>
        <p:style>
          <a:lnRef idx="3">
            <a:schemeClr val="accent6"/>
          </a:lnRef>
          <a:fillRef idx="0">
            <a:schemeClr val="accent6"/>
          </a:fillRef>
          <a:effectRef idx="2">
            <a:schemeClr val="accent6"/>
          </a:effectRef>
          <a:fontRef idx="minor">
            <a:schemeClr val="tx1"/>
          </a:fontRef>
        </p:style>
      </p:cxnSp>
      <p:cxnSp>
        <p:nvCxnSpPr>
          <p:cNvPr id="77" name="Straight Connector 76">
            <a:extLst>
              <a:ext uri="{FF2B5EF4-FFF2-40B4-BE49-F238E27FC236}">
                <a16:creationId xmlns:a16="http://schemas.microsoft.com/office/drawing/2014/main" id="{729FCE78-5851-5B9C-F8C9-99CBF0141E09}"/>
              </a:ext>
            </a:extLst>
          </p:cNvPr>
          <p:cNvCxnSpPr>
            <a:stCxn id="54" idx="5"/>
            <a:endCxn id="35" idx="1"/>
          </p:cNvCxnSpPr>
          <p:nvPr/>
        </p:nvCxnSpPr>
        <p:spPr>
          <a:xfrm>
            <a:off x="2649784" y="4818888"/>
            <a:ext cx="3554831" cy="0"/>
          </a:xfrm>
          <a:prstGeom prst="line">
            <a:avLst/>
          </a:prstGeom>
        </p:spPr>
        <p:style>
          <a:lnRef idx="3">
            <a:schemeClr val="accent2"/>
          </a:lnRef>
          <a:fillRef idx="0">
            <a:schemeClr val="accent2"/>
          </a:fillRef>
          <a:effectRef idx="2">
            <a:schemeClr val="accent2"/>
          </a:effectRef>
          <a:fontRef idx="minor">
            <a:schemeClr val="tx1"/>
          </a:fontRef>
        </p:style>
      </p:cxnSp>
      <p:sp>
        <p:nvSpPr>
          <p:cNvPr id="78" name="Rectangle 77">
            <a:extLst>
              <a:ext uri="{FF2B5EF4-FFF2-40B4-BE49-F238E27FC236}">
                <a16:creationId xmlns:a16="http://schemas.microsoft.com/office/drawing/2014/main" id="{2E464A60-921A-B35F-EC50-6CAE4A3A586F}"/>
              </a:ext>
            </a:extLst>
          </p:cNvPr>
          <p:cNvSpPr/>
          <p:nvPr/>
        </p:nvSpPr>
        <p:spPr>
          <a:xfrm>
            <a:off x="7112637" y="2487611"/>
            <a:ext cx="914400" cy="4572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AF</a:t>
            </a:r>
          </a:p>
        </p:txBody>
      </p:sp>
      <p:sp>
        <p:nvSpPr>
          <p:cNvPr id="83" name="Speech Bubble: Rectangle 82">
            <a:extLst>
              <a:ext uri="{FF2B5EF4-FFF2-40B4-BE49-F238E27FC236}">
                <a16:creationId xmlns:a16="http://schemas.microsoft.com/office/drawing/2014/main" id="{1A932B0B-E3F1-3A2B-5A7E-82B2A84D7D29}"/>
              </a:ext>
            </a:extLst>
          </p:cNvPr>
          <p:cNvSpPr/>
          <p:nvPr/>
        </p:nvSpPr>
        <p:spPr>
          <a:xfrm>
            <a:off x="408334" y="1811064"/>
            <a:ext cx="2743200" cy="914400"/>
          </a:xfrm>
          <a:prstGeom prst="wedgeRectCallout">
            <a:avLst>
              <a:gd name="adj1" fmla="val -43849"/>
              <a:gd name="adj2" fmla="val 117262"/>
            </a:avLst>
          </a:prstGeom>
        </p:spPr>
        <p:style>
          <a:lnRef idx="2">
            <a:schemeClr val="accent3"/>
          </a:lnRef>
          <a:fillRef idx="1">
            <a:schemeClr val="lt1"/>
          </a:fillRef>
          <a:effectRef idx="0">
            <a:schemeClr val="accent3"/>
          </a:effectRef>
          <a:fontRef idx="minor">
            <a:schemeClr val="dk1"/>
          </a:fontRef>
        </p:style>
        <p:txBody>
          <a:bodyPr rtlCol="0" anchor="t"/>
          <a:lstStyle/>
          <a:p>
            <a:r>
              <a:rPr lang="en-US" dirty="0"/>
              <a:t>UE can connect to NDN, IP, or both data networks.</a:t>
            </a:r>
          </a:p>
        </p:txBody>
      </p:sp>
      <p:sp>
        <p:nvSpPr>
          <p:cNvPr id="84" name="Speech Bubble: Rectangle 83">
            <a:extLst>
              <a:ext uri="{FF2B5EF4-FFF2-40B4-BE49-F238E27FC236}">
                <a16:creationId xmlns:a16="http://schemas.microsoft.com/office/drawing/2014/main" id="{49D0D2A0-A327-7955-A289-005BAA89CBBF}"/>
              </a:ext>
            </a:extLst>
          </p:cNvPr>
          <p:cNvSpPr/>
          <p:nvPr/>
        </p:nvSpPr>
        <p:spPr>
          <a:xfrm>
            <a:off x="8501935" y="1116010"/>
            <a:ext cx="3657600" cy="1371600"/>
          </a:xfrm>
          <a:prstGeom prst="wedgeRectCallout">
            <a:avLst>
              <a:gd name="adj1" fmla="val -62330"/>
              <a:gd name="adj2" fmla="val 53316"/>
            </a:avLst>
          </a:prstGeom>
        </p:spPr>
        <p:style>
          <a:lnRef idx="2">
            <a:schemeClr val="accent3"/>
          </a:lnRef>
          <a:fillRef idx="1">
            <a:schemeClr val="lt1"/>
          </a:fillRef>
          <a:effectRef idx="0">
            <a:schemeClr val="accent3"/>
          </a:effectRef>
          <a:fontRef idx="minor">
            <a:schemeClr val="dk1"/>
          </a:fontRef>
        </p:style>
        <p:txBody>
          <a:bodyPr rtlCol="0" anchor="t"/>
          <a:lstStyle/>
          <a:p>
            <a:r>
              <a:rPr lang="en-US" dirty="0"/>
              <a:t>NDN Application Function</a:t>
            </a:r>
          </a:p>
          <a:p>
            <a:pPr marL="285750" indent="-285750">
              <a:buFont typeface="Arial" panose="020B0604020202020204" pitchFamily="34" charset="0"/>
              <a:buChar char="•"/>
            </a:pPr>
            <a:r>
              <a:rPr lang="en-US" dirty="0"/>
              <a:t>prefix registration</a:t>
            </a:r>
          </a:p>
          <a:p>
            <a:pPr marL="285750" indent="-285750">
              <a:buFont typeface="Arial" panose="020B0604020202020204" pitchFamily="34" charset="0"/>
              <a:buChar char="•"/>
            </a:pPr>
            <a:r>
              <a:rPr lang="en-US" dirty="0"/>
              <a:t>producer mobility support</a:t>
            </a:r>
          </a:p>
          <a:p>
            <a:pPr marL="285750" indent="-285750">
              <a:buFont typeface="Arial" panose="020B0604020202020204" pitchFamily="34" charset="0"/>
              <a:buChar char="•"/>
            </a:pPr>
            <a:r>
              <a:rPr lang="en-US" dirty="0"/>
              <a:t>centralized routing</a:t>
            </a:r>
          </a:p>
        </p:txBody>
      </p:sp>
      <p:sp>
        <p:nvSpPr>
          <p:cNvPr id="110" name="Speech Bubble: Rectangle 109">
            <a:extLst>
              <a:ext uri="{FF2B5EF4-FFF2-40B4-BE49-F238E27FC236}">
                <a16:creationId xmlns:a16="http://schemas.microsoft.com/office/drawing/2014/main" id="{801F060C-5033-E9C8-DB1F-574A2B0A15D8}"/>
              </a:ext>
            </a:extLst>
          </p:cNvPr>
          <p:cNvSpPr/>
          <p:nvPr/>
        </p:nvSpPr>
        <p:spPr>
          <a:xfrm>
            <a:off x="8501935" y="2898648"/>
            <a:ext cx="3657600" cy="1371600"/>
          </a:xfrm>
          <a:prstGeom prst="wedgeRectCallout">
            <a:avLst>
              <a:gd name="adj1" fmla="val -76574"/>
              <a:gd name="adj2" fmla="val 70324"/>
            </a:avLst>
          </a:prstGeom>
        </p:spPr>
        <p:style>
          <a:lnRef idx="2">
            <a:schemeClr val="accent3"/>
          </a:lnRef>
          <a:fillRef idx="1">
            <a:schemeClr val="lt1"/>
          </a:fillRef>
          <a:effectRef idx="0">
            <a:schemeClr val="accent3"/>
          </a:effectRef>
          <a:fontRef idx="minor">
            <a:schemeClr val="dk1"/>
          </a:fontRef>
        </p:style>
        <p:txBody>
          <a:bodyPr rtlCol="0" anchor="t"/>
          <a:lstStyle/>
          <a:p>
            <a:r>
              <a:rPr lang="en-US" dirty="0"/>
              <a:t>NDN User Plane Function</a:t>
            </a:r>
          </a:p>
          <a:p>
            <a:pPr marL="285750" indent="-285750">
              <a:buFont typeface="Arial" panose="020B0604020202020204" pitchFamily="34" charset="0"/>
              <a:buChar char="•"/>
            </a:pPr>
            <a:r>
              <a:rPr lang="en-US" dirty="0"/>
              <a:t>stateful forwarding &amp; caching</a:t>
            </a:r>
          </a:p>
          <a:p>
            <a:pPr marL="285750" indent="-285750">
              <a:buFont typeface="Arial" panose="020B0604020202020204" pitchFamily="34" charset="0"/>
              <a:buChar char="•"/>
            </a:pPr>
            <a:r>
              <a:rPr lang="en-US" dirty="0"/>
              <a:t>traffic usage reporting</a:t>
            </a:r>
          </a:p>
          <a:p>
            <a:pPr marL="285750" indent="-285750">
              <a:buFont typeface="Arial" panose="020B0604020202020204" pitchFamily="34" charset="0"/>
              <a:buChar char="•"/>
            </a:pPr>
            <a:r>
              <a:rPr lang="en-US" dirty="0"/>
              <a:t>QoS handling</a:t>
            </a:r>
          </a:p>
        </p:txBody>
      </p:sp>
    </p:spTree>
    <p:extLst>
      <p:ext uri="{BB962C8B-B14F-4D97-AF65-F5344CB8AC3E}">
        <p14:creationId xmlns:p14="http://schemas.microsoft.com/office/powerpoint/2010/main" val="409145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78" grpId="0" animBg="1"/>
      <p:bldP spid="83" grpId="0" animBg="1"/>
      <p:bldP spid="84" grpId="0" animBg="1"/>
      <p:bldP spid="1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5DDC-5944-6002-9C2B-EA2897EBF50B}"/>
              </a:ext>
            </a:extLst>
          </p:cNvPr>
          <p:cNvSpPr>
            <a:spLocks noGrp="1"/>
          </p:cNvSpPr>
          <p:nvPr>
            <p:ph type="title"/>
          </p:nvPr>
        </p:nvSpPr>
        <p:spPr/>
        <p:txBody>
          <a:bodyPr/>
          <a:lstStyle/>
          <a:p>
            <a:r>
              <a:rPr lang="en-US" dirty="0"/>
              <a:t>Enhanced: NDN UPF in 5G Core</a:t>
            </a:r>
          </a:p>
        </p:txBody>
      </p:sp>
      <p:sp>
        <p:nvSpPr>
          <p:cNvPr id="52" name="Content Placeholder 51">
            <a:extLst>
              <a:ext uri="{FF2B5EF4-FFF2-40B4-BE49-F238E27FC236}">
                <a16:creationId xmlns:a16="http://schemas.microsoft.com/office/drawing/2014/main" id="{1B9F2795-260A-530A-CBE2-B907FD8F31E4}"/>
              </a:ext>
            </a:extLst>
          </p:cNvPr>
          <p:cNvSpPr>
            <a:spLocks noGrp="1"/>
          </p:cNvSpPr>
          <p:nvPr>
            <p:ph idx="1"/>
          </p:nvPr>
        </p:nvSpPr>
        <p:spPr>
          <a:xfrm>
            <a:off x="838200" y="1295400"/>
            <a:ext cx="10515600" cy="1520186"/>
          </a:xfrm>
        </p:spPr>
        <p:txBody>
          <a:bodyPr>
            <a:normAutofit/>
          </a:bodyPr>
          <a:lstStyle/>
          <a:p>
            <a:r>
              <a:rPr lang="en-US" dirty="0"/>
              <a:t>Benefits:</a:t>
            </a:r>
          </a:p>
          <a:p>
            <a:pPr lvl="1"/>
            <a:r>
              <a:rPr lang="en-US" dirty="0"/>
              <a:t>Interest aggregation and in-network caching available.</a:t>
            </a:r>
          </a:p>
          <a:p>
            <a:pPr lvl="1"/>
            <a:r>
              <a:rPr lang="en-US" dirty="0"/>
              <a:t>Name-based QoS possible.</a:t>
            </a:r>
          </a:p>
        </p:txBody>
      </p:sp>
      <p:sp>
        <p:nvSpPr>
          <p:cNvPr id="4" name="Slide Number Placeholder 3">
            <a:extLst>
              <a:ext uri="{FF2B5EF4-FFF2-40B4-BE49-F238E27FC236}">
                <a16:creationId xmlns:a16="http://schemas.microsoft.com/office/drawing/2014/main" id="{CC5D7383-1D9C-DB11-01F4-17DB861C56B5}"/>
              </a:ext>
            </a:extLst>
          </p:cNvPr>
          <p:cNvSpPr>
            <a:spLocks noGrp="1"/>
          </p:cNvSpPr>
          <p:nvPr>
            <p:ph type="sldNum" sz="quarter" idx="12"/>
          </p:nvPr>
        </p:nvSpPr>
        <p:spPr/>
        <p:txBody>
          <a:bodyPr/>
          <a:lstStyle/>
          <a:p>
            <a:fld id="{5219D1D2-AD40-42AA-A47F-9DBC53E1C098}" type="slidenum">
              <a:rPr lang="en-US" smtClean="0"/>
              <a:t>8</a:t>
            </a:fld>
            <a:endParaRPr lang="en-US"/>
          </a:p>
        </p:txBody>
      </p:sp>
      <p:sp>
        <p:nvSpPr>
          <p:cNvPr id="5" name="Rectangle 4">
            <a:extLst>
              <a:ext uri="{FF2B5EF4-FFF2-40B4-BE49-F238E27FC236}">
                <a16:creationId xmlns:a16="http://schemas.microsoft.com/office/drawing/2014/main" id="{E562A343-3DC7-2C42-2E09-65F88FC65CFE}"/>
              </a:ext>
            </a:extLst>
          </p:cNvPr>
          <p:cNvSpPr/>
          <p:nvPr/>
        </p:nvSpPr>
        <p:spPr>
          <a:xfrm>
            <a:off x="8382000" y="3158490"/>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en-US" dirty="0"/>
              <a:t>Carrier B</a:t>
            </a:r>
          </a:p>
        </p:txBody>
      </p:sp>
      <p:sp>
        <p:nvSpPr>
          <p:cNvPr id="6" name="Rectangle 5">
            <a:extLst>
              <a:ext uri="{FF2B5EF4-FFF2-40B4-BE49-F238E27FC236}">
                <a16:creationId xmlns:a16="http://schemas.microsoft.com/office/drawing/2014/main" id="{B1BC1EDD-24B0-68DE-A002-60D9B54A84DD}"/>
              </a:ext>
            </a:extLst>
          </p:cNvPr>
          <p:cNvSpPr/>
          <p:nvPr/>
        </p:nvSpPr>
        <p:spPr>
          <a:xfrm>
            <a:off x="1066800" y="3158490"/>
            <a:ext cx="2743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en-US" dirty="0"/>
              <a:t>Carrier A</a:t>
            </a:r>
          </a:p>
        </p:txBody>
      </p:sp>
      <p:sp>
        <p:nvSpPr>
          <p:cNvPr id="7" name="Rectangle 6">
            <a:extLst>
              <a:ext uri="{FF2B5EF4-FFF2-40B4-BE49-F238E27FC236}">
                <a16:creationId xmlns:a16="http://schemas.microsoft.com/office/drawing/2014/main" id="{34098929-991F-035B-1F37-DCE044D1291C}"/>
              </a:ext>
            </a:extLst>
          </p:cNvPr>
          <p:cNvSpPr/>
          <p:nvPr/>
        </p:nvSpPr>
        <p:spPr>
          <a:xfrm>
            <a:off x="1066800" y="5257796"/>
            <a:ext cx="914400" cy="914400"/>
          </a:xfrm>
          <a:prstGeom prst="rect">
            <a:avLst/>
          </a:prstGeom>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dirty="0"/>
              <a:t>streamer</a:t>
            </a:r>
          </a:p>
        </p:txBody>
      </p:sp>
      <p:sp>
        <p:nvSpPr>
          <p:cNvPr id="8" name="Rectangle 7">
            <a:extLst>
              <a:ext uri="{FF2B5EF4-FFF2-40B4-BE49-F238E27FC236}">
                <a16:creationId xmlns:a16="http://schemas.microsoft.com/office/drawing/2014/main" id="{53072DE6-332F-C1D7-4602-5676814506A1}"/>
              </a:ext>
            </a:extLst>
          </p:cNvPr>
          <p:cNvSpPr/>
          <p:nvPr/>
        </p:nvSpPr>
        <p:spPr>
          <a:xfrm>
            <a:off x="28956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9" name="Rectangle 8">
            <a:extLst>
              <a:ext uri="{FF2B5EF4-FFF2-40B4-BE49-F238E27FC236}">
                <a16:creationId xmlns:a16="http://schemas.microsoft.com/office/drawing/2014/main" id="{183F7245-4E88-9DA1-B8A0-D9FB8D1E35AE}"/>
              </a:ext>
            </a:extLst>
          </p:cNvPr>
          <p:cNvSpPr/>
          <p:nvPr/>
        </p:nvSpPr>
        <p:spPr>
          <a:xfrm>
            <a:off x="47244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0" name="Rectangle 9">
            <a:extLst>
              <a:ext uri="{FF2B5EF4-FFF2-40B4-BE49-F238E27FC236}">
                <a16:creationId xmlns:a16="http://schemas.microsoft.com/office/drawing/2014/main" id="{9756E51A-B73F-DC34-0701-75AA11227756}"/>
              </a:ext>
            </a:extLst>
          </p:cNvPr>
          <p:cNvSpPr/>
          <p:nvPr/>
        </p:nvSpPr>
        <p:spPr>
          <a:xfrm>
            <a:off x="8382000" y="5228913"/>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1" name="Rectangle 10">
            <a:extLst>
              <a:ext uri="{FF2B5EF4-FFF2-40B4-BE49-F238E27FC236}">
                <a16:creationId xmlns:a16="http://schemas.microsoft.com/office/drawing/2014/main" id="{9244FA36-85E0-EDE3-1651-7B331C5C4B6A}"/>
              </a:ext>
            </a:extLst>
          </p:cNvPr>
          <p:cNvSpPr/>
          <p:nvPr/>
        </p:nvSpPr>
        <p:spPr>
          <a:xfrm>
            <a:off x="10243456"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sp>
        <p:nvSpPr>
          <p:cNvPr id="12" name="Rectangle 11">
            <a:extLst>
              <a:ext uri="{FF2B5EF4-FFF2-40B4-BE49-F238E27FC236}">
                <a16:creationId xmlns:a16="http://schemas.microsoft.com/office/drawing/2014/main" id="{A0B09190-057A-1BFA-444B-D67E29A3D751}"/>
              </a:ext>
            </a:extLst>
          </p:cNvPr>
          <p:cNvSpPr/>
          <p:nvPr/>
        </p:nvSpPr>
        <p:spPr>
          <a:xfrm>
            <a:off x="6553200" y="5257796"/>
            <a:ext cx="91440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viewer</a:t>
            </a:r>
          </a:p>
        </p:txBody>
      </p:sp>
      <p:cxnSp>
        <p:nvCxnSpPr>
          <p:cNvPr id="13" name="Straight Arrow Connector 12">
            <a:extLst>
              <a:ext uri="{FF2B5EF4-FFF2-40B4-BE49-F238E27FC236}">
                <a16:creationId xmlns:a16="http://schemas.microsoft.com/office/drawing/2014/main" id="{FDA51EAE-EC28-7220-9C06-0C090699A422}"/>
              </a:ext>
            </a:extLst>
          </p:cNvPr>
          <p:cNvCxnSpPr>
            <a:cxnSpLocks/>
            <a:stCxn id="16" idx="4"/>
            <a:endCxn id="9" idx="0"/>
          </p:cNvCxnSpPr>
          <p:nvPr/>
        </p:nvCxnSpPr>
        <p:spPr>
          <a:xfrm>
            <a:off x="5181600" y="3733795"/>
            <a:ext cx="0" cy="15240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A556A569-617D-9726-BF0C-6E888B094ECA}"/>
              </a:ext>
            </a:extLst>
          </p:cNvPr>
          <p:cNvCxnSpPr>
            <a:cxnSpLocks/>
            <a:stCxn id="15" idx="4"/>
            <a:endCxn id="12" idx="0"/>
          </p:cNvCxnSpPr>
          <p:nvPr/>
        </p:nvCxnSpPr>
        <p:spPr>
          <a:xfrm>
            <a:off x="7010400" y="3733795"/>
            <a:ext cx="0" cy="15240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Oval 14">
            <a:extLst>
              <a:ext uri="{FF2B5EF4-FFF2-40B4-BE49-F238E27FC236}">
                <a16:creationId xmlns:a16="http://schemas.microsoft.com/office/drawing/2014/main" id="{E91264F0-DE51-66C6-9C59-B14EB8D4DC43}"/>
              </a:ext>
            </a:extLst>
          </p:cNvPr>
          <p:cNvSpPr/>
          <p:nvPr/>
        </p:nvSpPr>
        <p:spPr>
          <a:xfrm>
            <a:off x="6553200" y="2819395"/>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a:t>
            </a:r>
            <a:r>
              <a:rPr lang="en-US" dirty="0" err="1"/>
              <a:t>fw</a:t>
            </a:r>
            <a:endParaRPr lang="en-US" dirty="0"/>
          </a:p>
        </p:txBody>
      </p:sp>
      <p:sp>
        <p:nvSpPr>
          <p:cNvPr id="16" name="Oval 15">
            <a:extLst>
              <a:ext uri="{FF2B5EF4-FFF2-40B4-BE49-F238E27FC236}">
                <a16:creationId xmlns:a16="http://schemas.microsoft.com/office/drawing/2014/main" id="{42B49E6C-9EB0-4244-E1B9-9F5E8C1EE26B}"/>
              </a:ext>
            </a:extLst>
          </p:cNvPr>
          <p:cNvSpPr/>
          <p:nvPr/>
        </p:nvSpPr>
        <p:spPr>
          <a:xfrm>
            <a:off x="4724400" y="2819395"/>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a:t>
            </a:r>
            <a:r>
              <a:rPr lang="en-US" dirty="0" err="1"/>
              <a:t>fw</a:t>
            </a:r>
            <a:endParaRPr lang="en-US" dirty="0"/>
          </a:p>
        </p:txBody>
      </p:sp>
      <p:cxnSp>
        <p:nvCxnSpPr>
          <p:cNvPr id="17" name="Connector: Elbow 16">
            <a:extLst>
              <a:ext uri="{FF2B5EF4-FFF2-40B4-BE49-F238E27FC236}">
                <a16:creationId xmlns:a16="http://schemas.microsoft.com/office/drawing/2014/main" id="{B326B390-F75A-F280-A241-8BD354E2A4B7}"/>
              </a:ext>
            </a:extLst>
          </p:cNvPr>
          <p:cNvCxnSpPr>
            <a:cxnSpLocks/>
            <a:stCxn id="7" idx="0"/>
            <a:endCxn id="26" idx="2"/>
          </p:cNvCxnSpPr>
          <p:nvPr/>
        </p:nvCxnSpPr>
        <p:spPr>
          <a:xfrm rot="5400000" flipH="1" flipV="1">
            <a:off x="1388747" y="4665343"/>
            <a:ext cx="727706" cy="457200"/>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Connector: Elbow 17">
            <a:extLst>
              <a:ext uri="{FF2B5EF4-FFF2-40B4-BE49-F238E27FC236}">
                <a16:creationId xmlns:a16="http://schemas.microsoft.com/office/drawing/2014/main" id="{CEFDEB8C-7572-56A7-42B8-6441C618C758}"/>
              </a:ext>
            </a:extLst>
          </p:cNvPr>
          <p:cNvCxnSpPr>
            <a:cxnSpLocks/>
            <a:stCxn id="26" idx="6"/>
            <a:endCxn id="8" idx="0"/>
          </p:cNvCxnSpPr>
          <p:nvPr/>
        </p:nvCxnSpPr>
        <p:spPr>
          <a:xfrm>
            <a:off x="2895600" y="4530090"/>
            <a:ext cx="457200" cy="727706"/>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Connector: Elbow 18">
            <a:extLst>
              <a:ext uri="{FF2B5EF4-FFF2-40B4-BE49-F238E27FC236}">
                <a16:creationId xmlns:a16="http://schemas.microsoft.com/office/drawing/2014/main" id="{167543B7-BECC-8EB7-BD11-868DB31D2242}"/>
              </a:ext>
            </a:extLst>
          </p:cNvPr>
          <p:cNvCxnSpPr>
            <a:cxnSpLocks/>
            <a:stCxn id="31" idx="2"/>
            <a:endCxn id="10" idx="0"/>
          </p:cNvCxnSpPr>
          <p:nvPr/>
        </p:nvCxnSpPr>
        <p:spPr>
          <a:xfrm rot="10800000" flipV="1">
            <a:off x="8839200" y="4533895"/>
            <a:ext cx="457200" cy="695017"/>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0" name="Connector: Elbow 19">
            <a:extLst>
              <a:ext uri="{FF2B5EF4-FFF2-40B4-BE49-F238E27FC236}">
                <a16:creationId xmlns:a16="http://schemas.microsoft.com/office/drawing/2014/main" id="{86EAB534-3C80-4AAD-0CE0-D280FB6E6F5A}"/>
              </a:ext>
            </a:extLst>
          </p:cNvPr>
          <p:cNvCxnSpPr>
            <a:cxnSpLocks/>
            <a:stCxn id="31" idx="6"/>
            <a:endCxn id="11" idx="0"/>
          </p:cNvCxnSpPr>
          <p:nvPr/>
        </p:nvCxnSpPr>
        <p:spPr>
          <a:xfrm>
            <a:off x="10210800" y="4533896"/>
            <a:ext cx="489856" cy="723900"/>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Straight Arrow Connector 20">
            <a:extLst>
              <a:ext uri="{FF2B5EF4-FFF2-40B4-BE49-F238E27FC236}">
                <a16:creationId xmlns:a16="http://schemas.microsoft.com/office/drawing/2014/main" id="{CC0F3F79-F802-2A60-B4CB-62FF725E7293}"/>
              </a:ext>
            </a:extLst>
          </p:cNvPr>
          <p:cNvCxnSpPr>
            <a:stCxn id="16" idx="6"/>
            <a:endCxn id="15" idx="2"/>
          </p:cNvCxnSpPr>
          <p:nvPr/>
        </p:nvCxnSpPr>
        <p:spPr>
          <a:xfrm>
            <a:off x="5638800" y="3276595"/>
            <a:ext cx="9144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Oval 25">
            <a:extLst>
              <a:ext uri="{FF2B5EF4-FFF2-40B4-BE49-F238E27FC236}">
                <a16:creationId xmlns:a16="http://schemas.microsoft.com/office/drawing/2014/main" id="{740527D5-5D43-B833-965E-8A4330906ED3}"/>
              </a:ext>
            </a:extLst>
          </p:cNvPr>
          <p:cNvSpPr/>
          <p:nvPr/>
        </p:nvSpPr>
        <p:spPr>
          <a:xfrm>
            <a:off x="1981200" y="4072890"/>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UPF</a:t>
            </a:r>
          </a:p>
        </p:txBody>
      </p:sp>
      <p:sp>
        <p:nvSpPr>
          <p:cNvPr id="31" name="Oval 30">
            <a:extLst>
              <a:ext uri="{FF2B5EF4-FFF2-40B4-BE49-F238E27FC236}">
                <a16:creationId xmlns:a16="http://schemas.microsoft.com/office/drawing/2014/main" id="{8CB3412B-814F-B8A5-4D8D-305836659117}"/>
              </a:ext>
            </a:extLst>
          </p:cNvPr>
          <p:cNvSpPr/>
          <p:nvPr/>
        </p:nvSpPr>
        <p:spPr>
          <a:xfrm>
            <a:off x="9296400" y="4076696"/>
            <a:ext cx="914400" cy="914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UPF</a:t>
            </a:r>
          </a:p>
        </p:txBody>
      </p:sp>
      <p:cxnSp>
        <p:nvCxnSpPr>
          <p:cNvPr id="36" name="Connector: Elbow 35">
            <a:extLst>
              <a:ext uri="{FF2B5EF4-FFF2-40B4-BE49-F238E27FC236}">
                <a16:creationId xmlns:a16="http://schemas.microsoft.com/office/drawing/2014/main" id="{6283202B-DCED-56B9-7BBD-166C92AD6DF7}"/>
              </a:ext>
            </a:extLst>
          </p:cNvPr>
          <p:cNvCxnSpPr>
            <a:cxnSpLocks/>
            <a:stCxn id="15" idx="6"/>
            <a:endCxn id="31" idx="0"/>
          </p:cNvCxnSpPr>
          <p:nvPr/>
        </p:nvCxnSpPr>
        <p:spPr>
          <a:xfrm>
            <a:off x="7467600" y="3276595"/>
            <a:ext cx="2286000" cy="800101"/>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Connector: Elbow 38">
            <a:extLst>
              <a:ext uri="{FF2B5EF4-FFF2-40B4-BE49-F238E27FC236}">
                <a16:creationId xmlns:a16="http://schemas.microsoft.com/office/drawing/2014/main" id="{A3AF5806-733B-6868-9F29-6C739F9D00BB}"/>
              </a:ext>
            </a:extLst>
          </p:cNvPr>
          <p:cNvCxnSpPr>
            <a:cxnSpLocks/>
            <a:stCxn id="26" idx="0"/>
            <a:endCxn id="16" idx="2"/>
          </p:cNvCxnSpPr>
          <p:nvPr/>
        </p:nvCxnSpPr>
        <p:spPr>
          <a:xfrm rot="5400000" flipH="1" flipV="1">
            <a:off x="3183253" y="2531743"/>
            <a:ext cx="796295" cy="2286000"/>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0136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36CCB3-3263-3055-949D-48A4892E003A}"/>
              </a:ext>
            </a:extLst>
          </p:cNvPr>
          <p:cNvSpPr>
            <a:spLocks noGrp="1"/>
          </p:cNvSpPr>
          <p:nvPr>
            <p:ph type="title"/>
          </p:nvPr>
        </p:nvSpPr>
        <p:spPr/>
        <p:txBody>
          <a:bodyPr/>
          <a:lstStyle/>
          <a:p>
            <a:r>
              <a:rPr lang="en-US" dirty="0"/>
              <a:t>Simplify 5G/6G Core Architecture with NDN</a:t>
            </a:r>
          </a:p>
        </p:txBody>
      </p:sp>
      <p:sp>
        <p:nvSpPr>
          <p:cNvPr id="6" name="Text Placeholder 5">
            <a:extLst>
              <a:ext uri="{FF2B5EF4-FFF2-40B4-BE49-F238E27FC236}">
                <a16:creationId xmlns:a16="http://schemas.microsoft.com/office/drawing/2014/main" id="{268085EC-9EF9-C499-FD2A-4E9882151E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DB6A83-4D93-6A15-FE3A-75909C8A537D}"/>
              </a:ext>
            </a:extLst>
          </p:cNvPr>
          <p:cNvSpPr>
            <a:spLocks noGrp="1"/>
          </p:cNvSpPr>
          <p:nvPr>
            <p:ph type="sldNum" sz="quarter" idx="12"/>
          </p:nvPr>
        </p:nvSpPr>
        <p:spPr/>
        <p:txBody>
          <a:bodyPr/>
          <a:lstStyle/>
          <a:p>
            <a:fld id="{5219D1D2-AD40-42AA-A47F-9DBC53E1C098}" type="slidenum">
              <a:rPr lang="en-US" smtClean="0"/>
              <a:t>9</a:t>
            </a:fld>
            <a:endParaRPr lang="en-US"/>
          </a:p>
        </p:txBody>
      </p:sp>
    </p:spTree>
    <p:extLst>
      <p:ext uri="{BB962C8B-B14F-4D97-AF65-F5344CB8AC3E}">
        <p14:creationId xmlns:p14="http://schemas.microsoft.com/office/powerpoint/2010/main" val="1202202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7" name="Straight Connector 96">
            <a:extLst>
              <a:ext uri="{FF2B5EF4-FFF2-40B4-BE49-F238E27FC236}">
                <a16:creationId xmlns:a16="http://schemas.microsoft.com/office/drawing/2014/main" id="{B60000B1-C2CF-C64B-DA06-60B3E1AA686B}"/>
              </a:ext>
            </a:extLst>
          </p:cNvPr>
          <p:cNvCxnSpPr>
            <a:cxnSpLocks/>
            <a:stCxn id="54" idx="5"/>
            <a:endCxn id="118" idx="2"/>
          </p:cNvCxnSpPr>
          <p:nvPr/>
        </p:nvCxnSpPr>
        <p:spPr>
          <a:xfrm>
            <a:off x="2649784" y="4818888"/>
            <a:ext cx="6520946" cy="0"/>
          </a:xfrm>
          <a:prstGeom prst="line">
            <a:avLst/>
          </a:prstGeom>
        </p:spPr>
        <p:style>
          <a:lnRef idx="3">
            <a:schemeClr val="accent6"/>
          </a:lnRef>
          <a:fillRef idx="0">
            <a:schemeClr val="accent6"/>
          </a:fillRef>
          <a:effectRef idx="2">
            <a:schemeClr val="accent6"/>
          </a:effectRef>
          <a:fontRef idx="minor">
            <a:schemeClr val="tx1"/>
          </a:fontRef>
        </p:style>
      </p:cxnSp>
      <p:sp>
        <p:nvSpPr>
          <p:cNvPr id="2" name="Title 1">
            <a:extLst>
              <a:ext uri="{FF2B5EF4-FFF2-40B4-BE49-F238E27FC236}">
                <a16:creationId xmlns:a16="http://schemas.microsoft.com/office/drawing/2014/main" id="{C515B96F-2007-AF2A-A743-50ED67B174D9}"/>
              </a:ext>
            </a:extLst>
          </p:cNvPr>
          <p:cNvSpPr>
            <a:spLocks noGrp="1"/>
          </p:cNvSpPr>
          <p:nvPr>
            <p:ph type="title"/>
          </p:nvPr>
        </p:nvSpPr>
        <p:spPr/>
        <p:txBody>
          <a:bodyPr>
            <a:normAutofit/>
          </a:bodyPr>
          <a:lstStyle/>
          <a:p>
            <a:r>
              <a:rPr lang="en-US" dirty="0"/>
              <a:t>Focus on the Control Plane</a:t>
            </a:r>
          </a:p>
        </p:txBody>
      </p:sp>
      <p:grpSp>
        <p:nvGrpSpPr>
          <p:cNvPr id="144" name="Group 143">
            <a:extLst>
              <a:ext uri="{FF2B5EF4-FFF2-40B4-BE49-F238E27FC236}">
                <a16:creationId xmlns:a16="http://schemas.microsoft.com/office/drawing/2014/main" id="{584D5B58-5DF3-170B-06EF-880F39A3B1DA}"/>
              </a:ext>
            </a:extLst>
          </p:cNvPr>
          <p:cNvGrpSpPr/>
          <p:nvPr/>
        </p:nvGrpSpPr>
        <p:grpSpPr>
          <a:xfrm>
            <a:off x="3684330" y="1463649"/>
            <a:ext cx="6400800" cy="1371601"/>
            <a:chOff x="3684330" y="1847087"/>
            <a:chExt cx="6400800" cy="1371601"/>
          </a:xfrm>
        </p:grpSpPr>
        <p:sp>
          <p:nvSpPr>
            <p:cNvPr id="4" name="Rectangle 3">
              <a:extLst>
                <a:ext uri="{FF2B5EF4-FFF2-40B4-BE49-F238E27FC236}">
                  <a16:creationId xmlns:a16="http://schemas.microsoft.com/office/drawing/2014/main" id="{825AB2E9-98C8-FD7D-6BDE-C2A801DF04AE}"/>
                </a:ext>
              </a:extLst>
            </p:cNvPr>
            <p:cNvSpPr/>
            <p:nvPr/>
          </p:nvSpPr>
          <p:spPr>
            <a:xfrm>
              <a:off x="36843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AMF</a:t>
              </a:r>
            </a:p>
          </p:txBody>
        </p:sp>
        <p:sp>
          <p:nvSpPr>
            <p:cNvPr id="5" name="Rectangle 4">
              <a:extLst>
                <a:ext uri="{FF2B5EF4-FFF2-40B4-BE49-F238E27FC236}">
                  <a16:creationId xmlns:a16="http://schemas.microsoft.com/office/drawing/2014/main" id="{5D5C0439-E7F4-64F8-126D-28DDD8248581}"/>
                </a:ext>
              </a:extLst>
            </p:cNvPr>
            <p:cNvSpPr/>
            <p:nvPr/>
          </p:nvSpPr>
          <p:spPr>
            <a:xfrm>
              <a:off x="50559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SMF</a:t>
              </a:r>
            </a:p>
          </p:txBody>
        </p:sp>
        <p:sp>
          <p:nvSpPr>
            <p:cNvPr id="7" name="Rectangle 6">
              <a:extLst>
                <a:ext uri="{FF2B5EF4-FFF2-40B4-BE49-F238E27FC236}">
                  <a16:creationId xmlns:a16="http://schemas.microsoft.com/office/drawing/2014/main" id="{29F45B77-67AD-AC56-5EBF-36F85183FB8B}"/>
                </a:ext>
              </a:extLst>
            </p:cNvPr>
            <p:cNvSpPr/>
            <p:nvPr/>
          </p:nvSpPr>
          <p:spPr>
            <a:xfrm>
              <a:off x="64275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PCF</a:t>
              </a:r>
            </a:p>
          </p:txBody>
        </p:sp>
        <p:sp>
          <p:nvSpPr>
            <p:cNvPr id="9" name="Rectangle 8">
              <a:extLst>
                <a:ext uri="{FF2B5EF4-FFF2-40B4-BE49-F238E27FC236}">
                  <a16:creationId xmlns:a16="http://schemas.microsoft.com/office/drawing/2014/main" id="{0E42DCAA-D7E2-5ACB-81C0-C354DF8911BE}"/>
                </a:ext>
              </a:extLst>
            </p:cNvPr>
            <p:cNvSpPr/>
            <p:nvPr/>
          </p:nvSpPr>
          <p:spPr>
            <a:xfrm>
              <a:off x="77991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UDM</a:t>
              </a:r>
            </a:p>
          </p:txBody>
        </p:sp>
        <p:sp>
          <p:nvSpPr>
            <p:cNvPr id="10" name="Rectangle 9">
              <a:extLst>
                <a:ext uri="{FF2B5EF4-FFF2-40B4-BE49-F238E27FC236}">
                  <a16:creationId xmlns:a16="http://schemas.microsoft.com/office/drawing/2014/main" id="{81C0619A-0F13-55E3-2B6D-FAEE73990A7A}"/>
                </a:ext>
              </a:extLst>
            </p:cNvPr>
            <p:cNvSpPr/>
            <p:nvPr/>
          </p:nvSpPr>
          <p:spPr>
            <a:xfrm>
              <a:off x="91707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NEF</a:t>
              </a:r>
            </a:p>
          </p:txBody>
        </p:sp>
        <p:sp>
          <p:nvSpPr>
            <p:cNvPr id="11" name="Rectangle 10">
              <a:extLst>
                <a:ext uri="{FF2B5EF4-FFF2-40B4-BE49-F238E27FC236}">
                  <a16:creationId xmlns:a16="http://schemas.microsoft.com/office/drawing/2014/main" id="{13683DDD-A761-52FD-B9B4-91EEBA08ACE3}"/>
                </a:ext>
              </a:extLst>
            </p:cNvPr>
            <p:cNvSpPr/>
            <p:nvPr/>
          </p:nvSpPr>
          <p:spPr>
            <a:xfrm>
              <a:off x="36843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NRF</a:t>
              </a:r>
            </a:p>
          </p:txBody>
        </p:sp>
        <p:sp>
          <p:nvSpPr>
            <p:cNvPr id="12" name="Rectangle 11">
              <a:extLst>
                <a:ext uri="{FF2B5EF4-FFF2-40B4-BE49-F238E27FC236}">
                  <a16:creationId xmlns:a16="http://schemas.microsoft.com/office/drawing/2014/main" id="{0575316C-C302-258F-A0D3-290A21BA64B2}"/>
                </a:ext>
              </a:extLst>
            </p:cNvPr>
            <p:cNvSpPr/>
            <p:nvPr/>
          </p:nvSpPr>
          <p:spPr>
            <a:xfrm>
              <a:off x="50559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NSSF</a:t>
              </a:r>
            </a:p>
          </p:txBody>
        </p:sp>
        <p:sp>
          <p:nvSpPr>
            <p:cNvPr id="13" name="Rectangle 12">
              <a:extLst>
                <a:ext uri="{FF2B5EF4-FFF2-40B4-BE49-F238E27FC236}">
                  <a16:creationId xmlns:a16="http://schemas.microsoft.com/office/drawing/2014/main" id="{CBD15B6C-3840-CDF2-71AE-A097A1870C91}"/>
                </a:ext>
              </a:extLst>
            </p:cNvPr>
            <p:cNvSpPr/>
            <p:nvPr/>
          </p:nvSpPr>
          <p:spPr>
            <a:xfrm>
              <a:off x="6427530" y="1847087"/>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AUSF</a:t>
              </a:r>
            </a:p>
          </p:txBody>
        </p:sp>
        <p:cxnSp>
          <p:nvCxnSpPr>
            <p:cNvPr id="21" name="Connector: Elbow 20">
              <a:extLst>
                <a:ext uri="{FF2B5EF4-FFF2-40B4-BE49-F238E27FC236}">
                  <a16:creationId xmlns:a16="http://schemas.microsoft.com/office/drawing/2014/main" id="{1EF734F0-1300-2B29-DBC3-F974361CCBF8}"/>
                </a:ext>
              </a:extLst>
            </p:cNvPr>
            <p:cNvCxnSpPr>
              <a:stCxn id="11" idx="2"/>
              <a:endCxn id="5" idx="0"/>
            </p:cNvCxnSpPr>
            <p:nvPr/>
          </p:nvCxnSpPr>
          <p:spPr>
            <a:xfrm rot="16200000" flipH="1">
              <a:off x="4598730" y="1847088"/>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3" name="Connector: Elbow 22">
              <a:extLst>
                <a:ext uri="{FF2B5EF4-FFF2-40B4-BE49-F238E27FC236}">
                  <a16:creationId xmlns:a16="http://schemas.microsoft.com/office/drawing/2014/main" id="{C49174B6-1796-A2B5-6768-157B95DDE30B}"/>
                </a:ext>
              </a:extLst>
            </p:cNvPr>
            <p:cNvCxnSpPr>
              <a:stCxn id="4" idx="0"/>
              <a:endCxn id="9" idx="2"/>
            </p:cNvCxnSpPr>
            <p:nvPr/>
          </p:nvCxnSpPr>
          <p:spPr>
            <a:xfrm rot="5400000" flipH="1" flipV="1">
              <a:off x="5970330" y="475488"/>
              <a:ext cx="457200" cy="4114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5" name="Connector: Elbow 24">
              <a:extLst>
                <a:ext uri="{FF2B5EF4-FFF2-40B4-BE49-F238E27FC236}">
                  <a16:creationId xmlns:a16="http://schemas.microsoft.com/office/drawing/2014/main" id="{D0DBC817-A8C5-1F8D-BD81-B6D902355E38}"/>
                </a:ext>
              </a:extLst>
            </p:cNvPr>
            <p:cNvCxnSpPr>
              <a:stCxn id="10" idx="2"/>
              <a:endCxn id="7" idx="0"/>
            </p:cNvCxnSpPr>
            <p:nvPr/>
          </p:nvCxnSpPr>
          <p:spPr>
            <a:xfrm rot="5400000">
              <a:off x="8027730" y="1161288"/>
              <a:ext cx="457200" cy="27432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27" name="Connector: Elbow 26">
              <a:extLst>
                <a:ext uri="{FF2B5EF4-FFF2-40B4-BE49-F238E27FC236}">
                  <a16:creationId xmlns:a16="http://schemas.microsoft.com/office/drawing/2014/main" id="{BB6975D9-6027-E65B-43F1-8B19647359A0}"/>
                </a:ext>
              </a:extLst>
            </p:cNvPr>
            <p:cNvCxnSpPr>
              <a:stCxn id="12" idx="2"/>
              <a:endCxn id="13" idx="2"/>
            </p:cNvCxnSpPr>
            <p:nvPr/>
          </p:nvCxnSpPr>
          <p:spPr>
            <a:xfrm rot="5400000" flipH="1" flipV="1">
              <a:off x="6198929" y="1618488"/>
              <a:ext cx="1" cy="13716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cxnSp>
        <p:nvCxnSpPr>
          <p:cNvPr id="35" name="Straight Connector 34">
            <a:extLst>
              <a:ext uri="{FF2B5EF4-FFF2-40B4-BE49-F238E27FC236}">
                <a16:creationId xmlns:a16="http://schemas.microsoft.com/office/drawing/2014/main" id="{91EDD6C7-0296-CDF1-82C2-2B189C7B1F40}"/>
              </a:ext>
            </a:extLst>
          </p:cNvPr>
          <p:cNvCxnSpPr>
            <a:stCxn id="5" idx="2"/>
            <a:endCxn id="31" idx="0"/>
          </p:cNvCxnSpPr>
          <p:nvPr/>
        </p:nvCxnSpPr>
        <p:spPr>
          <a:xfrm flipH="1">
            <a:off x="4370130" y="2835250"/>
            <a:ext cx="1143000" cy="1755038"/>
          </a:xfrm>
          <a:prstGeom prst="line">
            <a:avLst/>
          </a:prstGeom>
        </p:spPr>
        <p:style>
          <a:lnRef idx="3">
            <a:schemeClr val="accent5"/>
          </a:lnRef>
          <a:fillRef idx="0">
            <a:schemeClr val="accent5"/>
          </a:fillRef>
          <a:effectRef idx="2">
            <a:schemeClr val="accent5"/>
          </a:effectRef>
          <a:fontRef idx="minor">
            <a:schemeClr val="tx1"/>
          </a:fontRef>
        </p:style>
      </p:cxnSp>
      <p:cxnSp>
        <p:nvCxnSpPr>
          <p:cNvPr id="39" name="Straight Connector 38">
            <a:extLst>
              <a:ext uri="{FF2B5EF4-FFF2-40B4-BE49-F238E27FC236}">
                <a16:creationId xmlns:a16="http://schemas.microsoft.com/office/drawing/2014/main" id="{42CD1780-BF75-7D6F-0407-ED4DDE680A79}"/>
              </a:ext>
            </a:extLst>
          </p:cNvPr>
          <p:cNvCxnSpPr>
            <a:stCxn id="5" idx="2"/>
            <a:endCxn id="30" idx="0"/>
          </p:cNvCxnSpPr>
          <p:nvPr/>
        </p:nvCxnSpPr>
        <p:spPr>
          <a:xfrm>
            <a:off x="5513130" y="2835250"/>
            <a:ext cx="1143000" cy="1755038"/>
          </a:xfrm>
          <a:prstGeom prst="line">
            <a:avLst/>
          </a:prstGeom>
        </p:spPr>
        <p:style>
          <a:lnRef idx="3">
            <a:schemeClr val="accent5"/>
          </a:lnRef>
          <a:fillRef idx="0">
            <a:schemeClr val="accent5"/>
          </a:fillRef>
          <a:effectRef idx="2">
            <a:schemeClr val="accent5"/>
          </a:effectRef>
          <a:fontRef idx="minor">
            <a:schemeClr val="tx1"/>
          </a:fontRef>
        </p:style>
      </p:cxnSp>
      <p:sp>
        <p:nvSpPr>
          <p:cNvPr id="30" name="Rectangle 29">
            <a:extLst>
              <a:ext uri="{FF2B5EF4-FFF2-40B4-BE49-F238E27FC236}">
                <a16:creationId xmlns:a16="http://schemas.microsoft.com/office/drawing/2014/main" id="{37ABF6F5-F126-9863-6DCC-EF611ADAA848}"/>
              </a:ext>
            </a:extLst>
          </p:cNvPr>
          <p:cNvSpPr/>
          <p:nvPr/>
        </p:nvSpPr>
        <p:spPr>
          <a:xfrm>
            <a:off x="5970330" y="4590288"/>
            <a:ext cx="1371600" cy="457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IP UPF</a:t>
            </a:r>
          </a:p>
        </p:txBody>
      </p:sp>
      <p:sp>
        <p:nvSpPr>
          <p:cNvPr id="31" name="Rectangle 30">
            <a:extLst>
              <a:ext uri="{FF2B5EF4-FFF2-40B4-BE49-F238E27FC236}">
                <a16:creationId xmlns:a16="http://schemas.microsoft.com/office/drawing/2014/main" id="{6516311F-F458-E229-0AFA-AEFF2B6CFC9C}"/>
              </a:ext>
            </a:extLst>
          </p:cNvPr>
          <p:cNvSpPr/>
          <p:nvPr/>
        </p:nvSpPr>
        <p:spPr>
          <a:xfrm>
            <a:off x="3684330" y="4590288"/>
            <a:ext cx="1371600" cy="457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IP UPF</a:t>
            </a:r>
          </a:p>
        </p:txBody>
      </p:sp>
      <p:grpSp>
        <p:nvGrpSpPr>
          <p:cNvPr id="99" name="Group 98">
            <a:extLst>
              <a:ext uri="{FF2B5EF4-FFF2-40B4-BE49-F238E27FC236}">
                <a16:creationId xmlns:a16="http://schemas.microsoft.com/office/drawing/2014/main" id="{FB8AAF6C-969D-439B-F087-B7E34A4CDCF8}"/>
              </a:ext>
            </a:extLst>
          </p:cNvPr>
          <p:cNvGrpSpPr/>
          <p:nvPr/>
        </p:nvGrpSpPr>
        <p:grpSpPr>
          <a:xfrm>
            <a:off x="2169724" y="3355848"/>
            <a:ext cx="643597" cy="2148840"/>
            <a:chOff x="2788920" y="3813048"/>
            <a:chExt cx="643597" cy="2148840"/>
          </a:xfrm>
        </p:grpSpPr>
        <p:sp>
          <p:nvSpPr>
            <p:cNvPr id="54" name="Isosceles Triangle 53">
              <a:extLst>
                <a:ext uri="{FF2B5EF4-FFF2-40B4-BE49-F238E27FC236}">
                  <a16:creationId xmlns:a16="http://schemas.microsoft.com/office/drawing/2014/main" id="{8BED2060-F64B-9189-43C2-E0E8D3F5228F}"/>
                </a:ext>
              </a:extLst>
            </p:cNvPr>
            <p:cNvSpPr/>
            <p:nvPr/>
          </p:nvSpPr>
          <p:spPr>
            <a:xfrm>
              <a:off x="2788920" y="4590288"/>
              <a:ext cx="640080" cy="13716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dirty="0" err="1"/>
                <a:t>gNB</a:t>
              </a:r>
              <a:endParaRPr lang="en-US" dirty="0"/>
            </a:p>
          </p:txBody>
        </p:sp>
        <p:grpSp>
          <p:nvGrpSpPr>
            <p:cNvPr id="89" name="Group 88">
              <a:extLst>
                <a:ext uri="{FF2B5EF4-FFF2-40B4-BE49-F238E27FC236}">
                  <a16:creationId xmlns:a16="http://schemas.microsoft.com/office/drawing/2014/main" id="{AA26AD22-002B-7EBB-6310-10482E79627B}"/>
                </a:ext>
              </a:extLst>
            </p:cNvPr>
            <p:cNvGrpSpPr/>
            <p:nvPr/>
          </p:nvGrpSpPr>
          <p:grpSpPr>
            <a:xfrm>
              <a:off x="2788920" y="3813048"/>
              <a:ext cx="643597" cy="777240"/>
              <a:chOff x="7540283" y="4496359"/>
              <a:chExt cx="643597" cy="777240"/>
            </a:xfrm>
          </p:grpSpPr>
          <p:cxnSp>
            <p:nvCxnSpPr>
              <p:cNvPr id="90" name="Straight Connector 89">
                <a:extLst>
                  <a:ext uri="{FF2B5EF4-FFF2-40B4-BE49-F238E27FC236}">
                    <a16:creationId xmlns:a16="http://schemas.microsoft.com/office/drawing/2014/main" id="{B7ECED83-0AF0-0B3C-700C-D862FF940A37}"/>
                  </a:ext>
                </a:extLst>
              </p:cNvPr>
              <p:cNvCxnSpPr>
                <a:stCxn id="91" idx="4"/>
              </p:cNvCxnSpPr>
              <p:nvPr/>
            </p:nvCxnSpPr>
            <p:spPr>
              <a:xfrm>
                <a:off x="7860323" y="4816399"/>
                <a:ext cx="0"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0FFDF26A-FC58-0BEC-C91A-39D624CC58C1}"/>
                  </a:ext>
                </a:extLst>
              </p:cNvPr>
              <p:cNvSpPr/>
              <p:nvPr/>
            </p:nvSpPr>
            <p:spPr>
              <a:xfrm>
                <a:off x="7768883" y="4633519"/>
                <a:ext cx="182880" cy="182880"/>
              </a:xfrm>
              <a:prstGeom prst="ellipse">
                <a:avLst/>
              </a:prstGeom>
              <a:ln w="28575">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2" name="Arc 91">
                <a:extLst>
                  <a:ext uri="{FF2B5EF4-FFF2-40B4-BE49-F238E27FC236}">
                    <a16:creationId xmlns:a16="http://schemas.microsoft.com/office/drawing/2014/main" id="{B1757A9F-F65D-8593-6BBA-23B0CD671538}"/>
                  </a:ext>
                </a:extLst>
              </p:cNvPr>
              <p:cNvSpPr/>
              <p:nvPr/>
            </p:nvSpPr>
            <p:spPr>
              <a:xfrm rot="13500000">
                <a:off x="754028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93" name="Arc 92">
                <a:extLst>
                  <a:ext uri="{FF2B5EF4-FFF2-40B4-BE49-F238E27FC236}">
                    <a16:creationId xmlns:a16="http://schemas.microsoft.com/office/drawing/2014/main" id="{2FE0191A-A95A-8784-E91D-E138ED7CBFCC}"/>
                  </a:ext>
                </a:extLst>
              </p:cNvPr>
              <p:cNvSpPr/>
              <p:nvPr/>
            </p:nvSpPr>
            <p:spPr>
              <a:xfrm rot="13500000">
                <a:off x="7677443"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94" name="Arc 93">
                <a:extLst>
                  <a:ext uri="{FF2B5EF4-FFF2-40B4-BE49-F238E27FC236}">
                    <a16:creationId xmlns:a16="http://schemas.microsoft.com/office/drawing/2014/main" id="{9F7720C3-C811-7BCE-830E-F58F71D15EEC}"/>
                  </a:ext>
                </a:extLst>
              </p:cNvPr>
              <p:cNvSpPr/>
              <p:nvPr/>
            </p:nvSpPr>
            <p:spPr>
              <a:xfrm rot="2700000">
                <a:off x="758952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5" name="Arc 94">
                <a:extLst>
                  <a:ext uri="{FF2B5EF4-FFF2-40B4-BE49-F238E27FC236}">
                    <a16:creationId xmlns:a16="http://schemas.microsoft.com/office/drawing/2014/main" id="{4406AF6F-6F7B-318A-7389-384531E05B70}"/>
                  </a:ext>
                </a:extLst>
              </p:cNvPr>
              <p:cNvSpPr/>
              <p:nvPr/>
            </p:nvSpPr>
            <p:spPr>
              <a:xfrm rot="2700000">
                <a:off x="7726680" y="4496359"/>
                <a:ext cx="457200" cy="457200"/>
              </a:xfrm>
              <a:prstGeom prst="arc">
                <a:avLst/>
              </a:prstGeom>
              <a:ln w="28575">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grpSp>
      <p:grpSp>
        <p:nvGrpSpPr>
          <p:cNvPr id="102" name="Group 101">
            <a:extLst>
              <a:ext uri="{FF2B5EF4-FFF2-40B4-BE49-F238E27FC236}">
                <a16:creationId xmlns:a16="http://schemas.microsoft.com/office/drawing/2014/main" id="{E0308D67-9BB2-7B2B-1BC0-2F74A7F8FB93}"/>
              </a:ext>
            </a:extLst>
          </p:cNvPr>
          <p:cNvGrpSpPr/>
          <p:nvPr/>
        </p:nvGrpSpPr>
        <p:grpSpPr>
          <a:xfrm>
            <a:off x="566928" y="4270248"/>
            <a:ext cx="640080" cy="1097280"/>
            <a:chOff x="1723292" y="2152357"/>
            <a:chExt cx="1371600" cy="1828800"/>
          </a:xfrm>
        </p:grpSpPr>
        <p:sp>
          <p:nvSpPr>
            <p:cNvPr id="103" name="Rectangle: Rounded Corners 102">
              <a:extLst>
                <a:ext uri="{FF2B5EF4-FFF2-40B4-BE49-F238E27FC236}">
                  <a16:creationId xmlns:a16="http://schemas.microsoft.com/office/drawing/2014/main" id="{004AA9EE-8918-CB0D-75B3-69FABD5A7783}"/>
                </a:ext>
              </a:extLst>
            </p:cNvPr>
            <p:cNvSpPr/>
            <p:nvPr/>
          </p:nvSpPr>
          <p:spPr>
            <a:xfrm>
              <a:off x="1723292" y="2152357"/>
              <a:ext cx="1371600" cy="1828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AB16B8AE-AF6F-C8C6-C950-1199BBC24E03}"/>
                </a:ext>
              </a:extLst>
            </p:cNvPr>
            <p:cNvSpPr/>
            <p:nvPr/>
          </p:nvSpPr>
          <p:spPr>
            <a:xfrm>
              <a:off x="1820008" y="2289517"/>
              <a:ext cx="1188720" cy="1463040"/>
            </a:xfrm>
            <a:prstGeom prst="round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sz="1600" dirty="0"/>
                <a:t>UE</a:t>
              </a:r>
            </a:p>
          </p:txBody>
        </p:sp>
        <p:sp>
          <p:nvSpPr>
            <p:cNvPr id="105" name="Oval 104">
              <a:extLst>
                <a:ext uri="{FF2B5EF4-FFF2-40B4-BE49-F238E27FC236}">
                  <a16:creationId xmlns:a16="http://schemas.microsoft.com/office/drawing/2014/main" id="{454BBF0E-6BEB-13C2-4CAE-6612775BFADB}"/>
                </a:ext>
              </a:extLst>
            </p:cNvPr>
            <p:cNvSpPr/>
            <p:nvPr/>
          </p:nvSpPr>
          <p:spPr>
            <a:xfrm>
              <a:off x="2317652" y="3775417"/>
              <a:ext cx="182880" cy="1828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sp>
        <p:nvSpPr>
          <p:cNvPr id="118" name="Oval 117">
            <a:extLst>
              <a:ext uri="{FF2B5EF4-FFF2-40B4-BE49-F238E27FC236}">
                <a16:creationId xmlns:a16="http://schemas.microsoft.com/office/drawing/2014/main" id="{2BEB7539-9651-5470-B75A-37AFCAEE28EE}"/>
              </a:ext>
            </a:extLst>
          </p:cNvPr>
          <p:cNvSpPr/>
          <p:nvPr/>
        </p:nvSpPr>
        <p:spPr>
          <a:xfrm>
            <a:off x="9170730" y="4590288"/>
            <a:ext cx="914400" cy="457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IP</a:t>
            </a:r>
          </a:p>
        </p:txBody>
      </p:sp>
      <p:cxnSp>
        <p:nvCxnSpPr>
          <p:cNvPr id="122" name="Connector: Elbow 121">
            <a:extLst>
              <a:ext uri="{FF2B5EF4-FFF2-40B4-BE49-F238E27FC236}">
                <a16:creationId xmlns:a16="http://schemas.microsoft.com/office/drawing/2014/main" id="{D1E8B864-4500-0A9C-6399-C4DD24C81438}"/>
              </a:ext>
            </a:extLst>
          </p:cNvPr>
          <p:cNvCxnSpPr>
            <a:cxnSpLocks/>
            <a:stCxn id="103" idx="0"/>
            <a:endCxn id="4" idx="2"/>
          </p:cNvCxnSpPr>
          <p:nvPr/>
        </p:nvCxnSpPr>
        <p:spPr>
          <a:xfrm rot="5400000" flipH="1" flipV="1">
            <a:off x="1796750" y="1925468"/>
            <a:ext cx="1434998" cy="3254562"/>
          </a:xfrm>
          <a:prstGeom prst="bentConnector3">
            <a:avLst>
              <a:gd name="adj1" fmla="val 50000"/>
            </a:avLst>
          </a:prstGeom>
        </p:spPr>
        <p:style>
          <a:lnRef idx="3">
            <a:schemeClr val="accent5"/>
          </a:lnRef>
          <a:fillRef idx="0">
            <a:schemeClr val="accent5"/>
          </a:fillRef>
          <a:effectRef idx="2">
            <a:schemeClr val="accent5"/>
          </a:effectRef>
          <a:fontRef idx="minor">
            <a:schemeClr val="tx1"/>
          </a:fontRef>
        </p:style>
      </p:cxnSp>
      <p:cxnSp>
        <p:nvCxnSpPr>
          <p:cNvPr id="125" name="Straight Connector 124">
            <a:extLst>
              <a:ext uri="{FF2B5EF4-FFF2-40B4-BE49-F238E27FC236}">
                <a16:creationId xmlns:a16="http://schemas.microsoft.com/office/drawing/2014/main" id="{CF7F139C-99A5-4676-DFD2-26096858B14B}"/>
              </a:ext>
            </a:extLst>
          </p:cNvPr>
          <p:cNvCxnSpPr>
            <a:stCxn id="103" idx="3"/>
            <a:endCxn id="54" idx="1"/>
          </p:cNvCxnSpPr>
          <p:nvPr/>
        </p:nvCxnSpPr>
        <p:spPr>
          <a:xfrm>
            <a:off x="1207008" y="4818888"/>
            <a:ext cx="1122736"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27" name="Straight Connector 126">
            <a:extLst>
              <a:ext uri="{FF2B5EF4-FFF2-40B4-BE49-F238E27FC236}">
                <a16:creationId xmlns:a16="http://schemas.microsoft.com/office/drawing/2014/main" id="{B1002BDD-0D47-99AD-D15F-2E0C0CE6ABF1}"/>
              </a:ext>
            </a:extLst>
          </p:cNvPr>
          <p:cNvCxnSpPr/>
          <p:nvPr/>
        </p:nvCxnSpPr>
        <p:spPr>
          <a:xfrm>
            <a:off x="3222172" y="1371600"/>
            <a:ext cx="0" cy="5486400"/>
          </a:xfrm>
          <a:prstGeom prst="line">
            <a:avLst/>
          </a:prstGeom>
          <a:ln>
            <a:prstDash val="dash"/>
          </a:ln>
        </p:spPr>
        <p:style>
          <a:lnRef idx="3">
            <a:schemeClr val="accent3"/>
          </a:lnRef>
          <a:fillRef idx="0">
            <a:schemeClr val="accent3"/>
          </a:fillRef>
          <a:effectRef idx="2">
            <a:schemeClr val="accent3"/>
          </a:effectRef>
          <a:fontRef idx="minor">
            <a:schemeClr val="tx1"/>
          </a:fontRef>
        </p:style>
      </p:cxnSp>
      <p:cxnSp>
        <p:nvCxnSpPr>
          <p:cNvPr id="128" name="Straight Connector 127">
            <a:extLst>
              <a:ext uri="{FF2B5EF4-FFF2-40B4-BE49-F238E27FC236}">
                <a16:creationId xmlns:a16="http://schemas.microsoft.com/office/drawing/2014/main" id="{80528071-E99A-E1FA-7ACA-15378B17FD07}"/>
              </a:ext>
            </a:extLst>
          </p:cNvPr>
          <p:cNvCxnSpPr/>
          <p:nvPr/>
        </p:nvCxnSpPr>
        <p:spPr>
          <a:xfrm>
            <a:off x="3211286" y="4133088"/>
            <a:ext cx="8229600" cy="0"/>
          </a:xfrm>
          <a:prstGeom prst="line">
            <a:avLst/>
          </a:prstGeom>
          <a:ln>
            <a:prstDash val="dash"/>
          </a:ln>
        </p:spPr>
        <p:style>
          <a:lnRef idx="3">
            <a:schemeClr val="accent3"/>
          </a:lnRef>
          <a:fillRef idx="0">
            <a:schemeClr val="accent3"/>
          </a:fillRef>
          <a:effectRef idx="2">
            <a:schemeClr val="accent3"/>
          </a:effectRef>
          <a:fontRef idx="minor">
            <a:schemeClr val="tx1"/>
          </a:fontRef>
        </p:style>
      </p:cxnSp>
      <p:sp>
        <p:nvSpPr>
          <p:cNvPr id="129" name="TextBox 128">
            <a:extLst>
              <a:ext uri="{FF2B5EF4-FFF2-40B4-BE49-F238E27FC236}">
                <a16:creationId xmlns:a16="http://schemas.microsoft.com/office/drawing/2014/main" id="{EE5796A8-6459-3A09-758F-C98E247AA8DC}"/>
              </a:ext>
            </a:extLst>
          </p:cNvPr>
          <p:cNvSpPr txBox="1"/>
          <p:nvPr/>
        </p:nvSpPr>
        <p:spPr>
          <a:xfrm>
            <a:off x="354542" y="5959659"/>
            <a:ext cx="2856744" cy="369332"/>
          </a:xfrm>
          <a:prstGeom prst="rect">
            <a:avLst/>
          </a:prstGeom>
          <a:noFill/>
        </p:spPr>
        <p:txBody>
          <a:bodyPr wrap="none" rtlCol="0">
            <a:spAutoFit/>
          </a:bodyPr>
          <a:lstStyle/>
          <a:p>
            <a:r>
              <a:rPr lang="en-US" dirty="0"/>
              <a:t>Radio Access Network (RAN)</a:t>
            </a:r>
          </a:p>
        </p:txBody>
      </p:sp>
      <p:sp>
        <p:nvSpPr>
          <p:cNvPr id="130" name="TextBox 129">
            <a:extLst>
              <a:ext uri="{FF2B5EF4-FFF2-40B4-BE49-F238E27FC236}">
                <a16:creationId xmlns:a16="http://schemas.microsoft.com/office/drawing/2014/main" id="{259C1ACF-9E50-55B0-E7EB-7854A0C7DD26}"/>
              </a:ext>
            </a:extLst>
          </p:cNvPr>
          <p:cNvSpPr txBox="1"/>
          <p:nvPr/>
        </p:nvSpPr>
        <p:spPr>
          <a:xfrm>
            <a:off x="4315518" y="6015867"/>
            <a:ext cx="2711063" cy="369332"/>
          </a:xfrm>
          <a:prstGeom prst="rect">
            <a:avLst/>
          </a:prstGeom>
          <a:noFill/>
        </p:spPr>
        <p:txBody>
          <a:bodyPr wrap="none" rtlCol="0">
            <a:spAutoFit/>
          </a:bodyPr>
          <a:lstStyle/>
          <a:p>
            <a:r>
              <a:rPr lang="en-US" dirty="0"/>
              <a:t>Core Network – User Plane</a:t>
            </a:r>
          </a:p>
        </p:txBody>
      </p:sp>
      <p:sp>
        <p:nvSpPr>
          <p:cNvPr id="131" name="TextBox 130">
            <a:extLst>
              <a:ext uri="{FF2B5EF4-FFF2-40B4-BE49-F238E27FC236}">
                <a16:creationId xmlns:a16="http://schemas.microsoft.com/office/drawing/2014/main" id="{49D2A3A1-BBC8-A182-A3BE-4C4AF5663E63}"/>
              </a:ext>
            </a:extLst>
          </p:cNvPr>
          <p:cNvSpPr txBox="1"/>
          <p:nvPr/>
        </p:nvSpPr>
        <p:spPr>
          <a:xfrm>
            <a:off x="8068269" y="3202704"/>
            <a:ext cx="2971326" cy="369332"/>
          </a:xfrm>
          <a:prstGeom prst="rect">
            <a:avLst/>
          </a:prstGeom>
          <a:noFill/>
        </p:spPr>
        <p:txBody>
          <a:bodyPr wrap="none" rtlCol="0">
            <a:spAutoFit/>
          </a:bodyPr>
          <a:lstStyle/>
          <a:p>
            <a:r>
              <a:rPr lang="en-US" dirty="0"/>
              <a:t>Core Network – Control Plane</a:t>
            </a:r>
          </a:p>
        </p:txBody>
      </p:sp>
      <p:cxnSp>
        <p:nvCxnSpPr>
          <p:cNvPr id="132" name="Straight Connector 131">
            <a:extLst>
              <a:ext uri="{FF2B5EF4-FFF2-40B4-BE49-F238E27FC236}">
                <a16:creationId xmlns:a16="http://schemas.microsoft.com/office/drawing/2014/main" id="{11E72D17-FB67-46EE-5618-C3F8569ABE36}"/>
              </a:ext>
            </a:extLst>
          </p:cNvPr>
          <p:cNvCxnSpPr/>
          <p:nvPr/>
        </p:nvCxnSpPr>
        <p:spPr>
          <a:xfrm>
            <a:off x="8932912" y="4133088"/>
            <a:ext cx="0" cy="2743200"/>
          </a:xfrm>
          <a:prstGeom prst="line">
            <a:avLst/>
          </a:prstGeom>
          <a:ln>
            <a:prstDash val="dash"/>
          </a:ln>
        </p:spPr>
        <p:style>
          <a:lnRef idx="3">
            <a:schemeClr val="accent3"/>
          </a:lnRef>
          <a:fillRef idx="0">
            <a:schemeClr val="accent3"/>
          </a:fillRef>
          <a:effectRef idx="2">
            <a:schemeClr val="accent3"/>
          </a:effectRef>
          <a:fontRef idx="minor">
            <a:schemeClr val="tx1"/>
          </a:fontRef>
        </p:style>
      </p:cxnSp>
      <p:sp>
        <p:nvSpPr>
          <p:cNvPr id="133" name="TextBox 132">
            <a:extLst>
              <a:ext uri="{FF2B5EF4-FFF2-40B4-BE49-F238E27FC236}">
                <a16:creationId xmlns:a16="http://schemas.microsoft.com/office/drawing/2014/main" id="{F68529E3-F379-C4A3-015A-9225BA592766}"/>
              </a:ext>
            </a:extLst>
          </p:cNvPr>
          <p:cNvSpPr txBox="1"/>
          <p:nvPr/>
        </p:nvSpPr>
        <p:spPr>
          <a:xfrm>
            <a:off x="10184053" y="5135355"/>
            <a:ext cx="1482842" cy="369332"/>
          </a:xfrm>
          <a:prstGeom prst="rect">
            <a:avLst/>
          </a:prstGeom>
          <a:noFill/>
        </p:spPr>
        <p:txBody>
          <a:bodyPr wrap="none" rtlCol="0">
            <a:spAutoFit/>
          </a:bodyPr>
          <a:lstStyle/>
          <a:p>
            <a:r>
              <a:rPr lang="en-US" dirty="0"/>
              <a:t>Data Network</a:t>
            </a:r>
          </a:p>
        </p:txBody>
      </p:sp>
      <p:sp>
        <p:nvSpPr>
          <p:cNvPr id="143" name="Slide Number Placeholder 142">
            <a:extLst>
              <a:ext uri="{FF2B5EF4-FFF2-40B4-BE49-F238E27FC236}">
                <a16:creationId xmlns:a16="http://schemas.microsoft.com/office/drawing/2014/main" id="{7D43464C-7C95-8EDE-4458-5F455DF03CF3}"/>
              </a:ext>
            </a:extLst>
          </p:cNvPr>
          <p:cNvSpPr>
            <a:spLocks noGrp="1"/>
          </p:cNvSpPr>
          <p:nvPr>
            <p:ph type="sldNum" sz="quarter" idx="12"/>
          </p:nvPr>
        </p:nvSpPr>
        <p:spPr/>
        <p:txBody>
          <a:bodyPr/>
          <a:lstStyle/>
          <a:p>
            <a:fld id="{5219D1D2-AD40-42AA-A47F-9DBC53E1C098}" type="slidenum">
              <a:rPr lang="en-US" smtClean="0"/>
              <a:t>10</a:t>
            </a:fld>
            <a:endParaRPr lang="en-US"/>
          </a:p>
        </p:txBody>
      </p:sp>
      <p:sp>
        <p:nvSpPr>
          <p:cNvPr id="20" name="Rectangle: Rounded Corners 19">
            <a:extLst>
              <a:ext uri="{FF2B5EF4-FFF2-40B4-BE49-F238E27FC236}">
                <a16:creationId xmlns:a16="http://schemas.microsoft.com/office/drawing/2014/main" id="{0AAB73F8-5E9D-38F1-A9CE-92AF09B76D10}"/>
              </a:ext>
            </a:extLst>
          </p:cNvPr>
          <p:cNvSpPr/>
          <p:nvPr/>
        </p:nvSpPr>
        <p:spPr>
          <a:xfrm>
            <a:off x="3536334" y="1248598"/>
            <a:ext cx="8229600" cy="1828800"/>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5BD4ADCE-90F5-03A7-3B6E-546F0D54F474}"/>
              </a:ext>
            </a:extLst>
          </p:cNvPr>
          <p:cNvSpPr/>
          <p:nvPr/>
        </p:nvSpPr>
        <p:spPr>
          <a:xfrm>
            <a:off x="4827330" y="5504687"/>
            <a:ext cx="1371600" cy="4572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NDN UPF</a:t>
            </a:r>
          </a:p>
        </p:txBody>
      </p:sp>
      <p:cxnSp>
        <p:nvCxnSpPr>
          <p:cNvPr id="28" name="Straight Connector 27">
            <a:extLst>
              <a:ext uri="{FF2B5EF4-FFF2-40B4-BE49-F238E27FC236}">
                <a16:creationId xmlns:a16="http://schemas.microsoft.com/office/drawing/2014/main" id="{748BE99C-FC41-E00D-F9F2-40AE205FCDF7}"/>
              </a:ext>
            </a:extLst>
          </p:cNvPr>
          <p:cNvCxnSpPr>
            <a:stCxn id="54" idx="5"/>
            <a:endCxn id="6" idx="1"/>
          </p:cNvCxnSpPr>
          <p:nvPr/>
        </p:nvCxnSpPr>
        <p:spPr>
          <a:xfrm>
            <a:off x="2649784" y="4818888"/>
            <a:ext cx="2177546" cy="914399"/>
          </a:xfrm>
          <a:prstGeom prst="line">
            <a:avLst/>
          </a:prstGeom>
        </p:spPr>
        <p:style>
          <a:lnRef idx="3">
            <a:schemeClr val="accent2"/>
          </a:lnRef>
          <a:fillRef idx="0">
            <a:schemeClr val="accent2"/>
          </a:fillRef>
          <a:effectRef idx="2">
            <a:schemeClr val="accent2"/>
          </a:effectRef>
          <a:fontRef idx="minor">
            <a:schemeClr val="tx1"/>
          </a:fontRef>
        </p:style>
      </p:cxnSp>
      <p:sp>
        <p:nvSpPr>
          <p:cNvPr id="32" name="Oval 31">
            <a:extLst>
              <a:ext uri="{FF2B5EF4-FFF2-40B4-BE49-F238E27FC236}">
                <a16:creationId xmlns:a16="http://schemas.microsoft.com/office/drawing/2014/main" id="{E6EE58C2-9BF8-D8A8-67BB-62B6140131C3}"/>
              </a:ext>
            </a:extLst>
          </p:cNvPr>
          <p:cNvSpPr/>
          <p:nvPr/>
        </p:nvSpPr>
        <p:spPr>
          <a:xfrm>
            <a:off x="9170730" y="5504687"/>
            <a:ext cx="914400" cy="457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NDN</a:t>
            </a:r>
          </a:p>
        </p:txBody>
      </p:sp>
      <p:cxnSp>
        <p:nvCxnSpPr>
          <p:cNvPr id="34" name="Straight Connector 33">
            <a:extLst>
              <a:ext uri="{FF2B5EF4-FFF2-40B4-BE49-F238E27FC236}">
                <a16:creationId xmlns:a16="http://schemas.microsoft.com/office/drawing/2014/main" id="{35361E76-DDD4-A8F8-D71A-35BC2461505E}"/>
              </a:ext>
            </a:extLst>
          </p:cNvPr>
          <p:cNvCxnSpPr>
            <a:stCxn id="6" idx="3"/>
            <a:endCxn id="32" idx="2"/>
          </p:cNvCxnSpPr>
          <p:nvPr/>
        </p:nvCxnSpPr>
        <p:spPr>
          <a:xfrm>
            <a:off x="6198930" y="5733287"/>
            <a:ext cx="29718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3729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48B5-8ACC-CDFC-2966-2B38364E0CAB}"/>
              </a:ext>
            </a:extLst>
          </p:cNvPr>
          <p:cNvSpPr>
            <a:spLocks noGrp="1"/>
          </p:cNvSpPr>
          <p:nvPr>
            <p:ph type="title"/>
          </p:nvPr>
        </p:nvSpPr>
        <p:spPr/>
        <p:txBody>
          <a:bodyPr>
            <a:normAutofit/>
          </a:bodyPr>
          <a:lstStyle/>
          <a:p>
            <a:r>
              <a:rPr lang="en-US" dirty="0"/>
              <a:t>Service Based Architecture</a:t>
            </a:r>
          </a:p>
        </p:txBody>
      </p:sp>
      <p:sp>
        <p:nvSpPr>
          <p:cNvPr id="3" name="Content Placeholder 2">
            <a:extLst>
              <a:ext uri="{FF2B5EF4-FFF2-40B4-BE49-F238E27FC236}">
                <a16:creationId xmlns:a16="http://schemas.microsoft.com/office/drawing/2014/main" id="{3491EFCD-378E-1C62-B9D4-B9D10EE5E668}"/>
              </a:ext>
            </a:extLst>
          </p:cNvPr>
          <p:cNvSpPr>
            <a:spLocks noGrp="1"/>
          </p:cNvSpPr>
          <p:nvPr>
            <p:ph idx="1"/>
          </p:nvPr>
        </p:nvSpPr>
        <p:spPr/>
        <p:txBody>
          <a:bodyPr>
            <a:normAutofit/>
          </a:bodyPr>
          <a:lstStyle/>
          <a:p>
            <a:r>
              <a:rPr lang="en-US" dirty="0"/>
              <a:t>Control plane follows "micro-services approach":</a:t>
            </a:r>
          </a:p>
          <a:p>
            <a:pPr lvl="1"/>
            <a:r>
              <a:rPr lang="en-US" dirty="0"/>
              <a:t>All control plane functions are connected to a "virtual bus" (IP subnet).</a:t>
            </a:r>
          </a:p>
          <a:p>
            <a:pPr lvl="1"/>
            <a:r>
              <a:rPr lang="en-US" dirty="0"/>
              <a:t>Unified protocol stack: HTTP2/JSON.</a:t>
            </a:r>
          </a:p>
          <a:p>
            <a:endParaRPr lang="en-US" dirty="0"/>
          </a:p>
          <a:p>
            <a:endParaRPr lang="en-US" dirty="0"/>
          </a:p>
          <a:p>
            <a:endParaRPr lang="en-US" dirty="0"/>
          </a:p>
          <a:p>
            <a:endParaRPr lang="en-US" dirty="0"/>
          </a:p>
          <a:p>
            <a:endParaRPr lang="en-US" dirty="0"/>
          </a:p>
          <a:p>
            <a:r>
              <a:rPr lang="en-US" dirty="0"/>
              <a:t>Benefits: less complexity, </a:t>
            </a:r>
            <a:r>
              <a:rPr lang="en-US"/>
              <a:t>better scalability.</a:t>
            </a:r>
            <a:endParaRPr lang="en-US" dirty="0"/>
          </a:p>
        </p:txBody>
      </p:sp>
      <p:sp>
        <p:nvSpPr>
          <p:cNvPr id="66" name="Slide Number Placeholder 65">
            <a:extLst>
              <a:ext uri="{FF2B5EF4-FFF2-40B4-BE49-F238E27FC236}">
                <a16:creationId xmlns:a16="http://schemas.microsoft.com/office/drawing/2014/main" id="{E32C3348-4154-3995-8A5A-14AA612173C2}"/>
              </a:ext>
            </a:extLst>
          </p:cNvPr>
          <p:cNvSpPr>
            <a:spLocks noGrp="1"/>
          </p:cNvSpPr>
          <p:nvPr>
            <p:ph type="sldNum" sz="quarter" idx="12"/>
          </p:nvPr>
        </p:nvSpPr>
        <p:spPr/>
        <p:txBody>
          <a:bodyPr/>
          <a:lstStyle/>
          <a:p>
            <a:fld id="{5219D1D2-AD40-42AA-A47F-9DBC53E1C098}" type="slidenum">
              <a:rPr lang="en-US" smtClean="0"/>
              <a:pPr/>
              <a:t>11</a:t>
            </a:fld>
            <a:endParaRPr lang="en-US"/>
          </a:p>
        </p:txBody>
      </p:sp>
      <p:grpSp>
        <p:nvGrpSpPr>
          <p:cNvPr id="7" name="Group 6">
            <a:extLst>
              <a:ext uri="{FF2B5EF4-FFF2-40B4-BE49-F238E27FC236}">
                <a16:creationId xmlns:a16="http://schemas.microsoft.com/office/drawing/2014/main" id="{586CF64E-85E6-4B2A-2802-29D420425529}"/>
              </a:ext>
            </a:extLst>
          </p:cNvPr>
          <p:cNvGrpSpPr/>
          <p:nvPr/>
        </p:nvGrpSpPr>
        <p:grpSpPr>
          <a:xfrm>
            <a:off x="2895600" y="3050379"/>
            <a:ext cx="6400800" cy="1371601"/>
            <a:chOff x="3684330" y="1847087"/>
            <a:chExt cx="6400800" cy="1371601"/>
          </a:xfrm>
        </p:grpSpPr>
        <p:sp>
          <p:nvSpPr>
            <p:cNvPr id="8" name="Rectangle 7">
              <a:extLst>
                <a:ext uri="{FF2B5EF4-FFF2-40B4-BE49-F238E27FC236}">
                  <a16:creationId xmlns:a16="http://schemas.microsoft.com/office/drawing/2014/main" id="{2CD517E3-80DD-78AE-9C47-CB383C835F1A}"/>
                </a:ext>
              </a:extLst>
            </p:cNvPr>
            <p:cNvSpPr/>
            <p:nvPr/>
          </p:nvSpPr>
          <p:spPr>
            <a:xfrm>
              <a:off x="36843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AMF</a:t>
              </a:r>
            </a:p>
          </p:txBody>
        </p:sp>
        <p:sp>
          <p:nvSpPr>
            <p:cNvPr id="9" name="Rectangle 8">
              <a:extLst>
                <a:ext uri="{FF2B5EF4-FFF2-40B4-BE49-F238E27FC236}">
                  <a16:creationId xmlns:a16="http://schemas.microsoft.com/office/drawing/2014/main" id="{189A316B-53C9-0820-5FFC-30652E23C914}"/>
                </a:ext>
              </a:extLst>
            </p:cNvPr>
            <p:cNvSpPr/>
            <p:nvPr/>
          </p:nvSpPr>
          <p:spPr>
            <a:xfrm>
              <a:off x="50559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SMF</a:t>
              </a:r>
            </a:p>
          </p:txBody>
        </p:sp>
        <p:sp>
          <p:nvSpPr>
            <p:cNvPr id="10" name="Rectangle 9">
              <a:extLst>
                <a:ext uri="{FF2B5EF4-FFF2-40B4-BE49-F238E27FC236}">
                  <a16:creationId xmlns:a16="http://schemas.microsoft.com/office/drawing/2014/main" id="{03B0C078-8A0E-46E4-0A0F-A09E2D9207E6}"/>
                </a:ext>
              </a:extLst>
            </p:cNvPr>
            <p:cNvSpPr/>
            <p:nvPr/>
          </p:nvSpPr>
          <p:spPr>
            <a:xfrm>
              <a:off x="6427530" y="27614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PCF</a:t>
              </a:r>
            </a:p>
          </p:txBody>
        </p:sp>
        <p:sp>
          <p:nvSpPr>
            <p:cNvPr id="11" name="Rectangle 10">
              <a:extLst>
                <a:ext uri="{FF2B5EF4-FFF2-40B4-BE49-F238E27FC236}">
                  <a16:creationId xmlns:a16="http://schemas.microsoft.com/office/drawing/2014/main" id="{742B8F43-A7D0-D58D-50D1-8C5A1DAD6C88}"/>
                </a:ext>
              </a:extLst>
            </p:cNvPr>
            <p:cNvSpPr/>
            <p:nvPr/>
          </p:nvSpPr>
          <p:spPr>
            <a:xfrm>
              <a:off x="77991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UDM</a:t>
              </a:r>
            </a:p>
          </p:txBody>
        </p:sp>
        <p:sp>
          <p:nvSpPr>
            <p:cNvPr id="12" name="Rectangle 11">
              <a:extLst>
                <a:ext uri="{FF2B5EF4-FFF2-40B4-BE49-F238E27FC236}">
                  <a16:creationId xmlns:a16="http://schemas.microsoft.com/office/drawing/2014/main" id="{34EE8F05-7E61-59EC-8467-9641633BEF7C}"/>
                </a:ext>
              </a:extLst>
            </p:cNvPr>
            <p:cNvSpPr/>
            <p:nvPr/>
          </p:nvSpPr>
          <p:spPr>
            <a:xfrm>
              <a:off x="91707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NEF</a:t>
              </a:r>
            </a:p>
          </p:txBody>
        </p:sp>
        <p:sp>
          <p:nvSpPr>
            <p:cNvPr id="13" name="Rectangle 12">
              <a:extLst>
                <a:ext uri="{FF2B5EF4-FFF2-40B4-BE49-F238E27FC236}">
                  <a16:creationId xmlns:a16="http://schemas.microsoft.com/office/drawing/2014/main" id="{842D2B47-215E-CC0C-F288-B439A31D2299}"/>
                </a:ext>
              </a:extLst>
            </p:cNvPr>
            <p:cNvSpPr/>
            <p:nvPr/>
          </p:nvSpPr>
          <p:spPr>
            <a:xfrm>
              <a:off x="36843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NRF</a:t>
              </a:r>
            </a:p>
          </p:txBody>
        </p:sp>
        <p:sp>
          <p:nvSpPr>
            <p:cNvPr id="14" name="Rectangle 13">
              <a:extLst>
                <a:ext uri="{FF2B5EF4-FFF2-40B4-BE49-F238E27FC236}">
                  <a16:creationId xmlns:a16="http://schemas.microsoft.com/office/drawing/2014/main" id="{B83B8631-B8BE-4956-DD05-5D7569D2D0CB}"/>
                </a:ext>
              </a:extLst>
            </p:cNvPr>
            <p:cNvSpPr/>
            <p:nvPr/>
          </p:nvSpPr>
          <p:spPr>
            <a:xfrm>
              <a:off x="5055930" y="1847088"/>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NSSF</a:t>
              </a:r>
            </a:p>
          </p:txBody>
        </p:sp>
        <p:sp>
          <p:nvSpPr>
            <p:cNvPr id="15" name="Rectangle 14">
              <a:extLst>
                <a:ext uri="{FF2B5EF4-FFF2-40B4-BE49-F238E27FC236}">
                  <a16:creationId xmlns:a16="http://schemas.microsoft.com/office/drawing/2014/main" id="{63E38B8A-0656-1B01-FEC1-577E6D272468}"/>
                </a:ext>
              </a:extLst>
            </p:cNvPr>
            <p:cNvSpPr/>
            <p:nvPr/>
          </p:nvSpPr>
          <p:spPr>
            <a:xfrm>
              <a:off x="6427530" y="1847087"/>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AUSF</a:t>
              </a:r>
            </a:p>
          </p:txBody>
        </p:sp>
        <p:cxnSp>
          <p:nvCxnSpPr>
            <p:cNvPr id="16" name="Connector: Elbow 15">
              <a:extLst>
                <a:ext uri="{FF2B5EF4-FFF2-40B4-BE49-F238E27FC236}">
                  <a16:creationId xmlns:a16="http://schemas.microsoft.com/office/drawing/2014/main" id="{2193AEB9-7786-ACED-258A-A23C1B9E8C1C}"/>
                </a:ext>
              </a:extLst>
            </p:cNvPr>
            <p:cNvCxnSpPr>
              <a:stCxn id="13" idx="2"/>
              <a:endCxn id="9" idx="0"/>
            </p:cNvCxnSpPr>
            <p:nvPr/>
          </p:nvCxnSpPr>
          <p:spPr>
            <a:xfrm rot="16200000" flipH="1">
              <a:off x="4598730" y="1847088"/>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7" name="Connector: Elbow 16">
              <a:extLst>
                <a:ext uri="{FF2B5EF4-FFF2-40B4-BE49-F238E27FC236}">
                  <a16:creationId xmlns:a16="http://schemas.microsoft.com/office/drawing/2014/main" id="{627801A0-AE33-71E0-886F-9A0BD53FFC5E}"/>
                </a:ext>
              </a:extLst>
            </p:cNvPr>
            <p:cNvCxnSpPr>
              <a:stCxn id="8" idx="0"/>
              <a:endCxn id="11" idx="2"/>
            </p:cNvCxnSpPr>
            <p:nvPr/>
          </p:nvCxnSpPr>
          <p:spPr>
            <a:xfrm rot="5400000" flipH="1" flipV="1">
              <a:off x="5970330" y="475488"/>
              <a:ext cx="457200" cy="4114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8" name="Connector: Elbow 17">
              <a:extLst>
                <a:ext uri="{FF2B5EF4-FFF2-40B4-BE49-F238E27FC236}">
                  <a16:creationId xmlns:a16="http://schemas.microsoft.com/office/drawing/2014/main" id="{BBB8BD3E-964B-AF4F-B749-62149055A5ED}"/>
                </a:ext>
              </a:extLst>
            </p:cNvPr>
            <p:cNvCxnSpPr>
              <a:stCxn id="12" idx="2"/>
              <a:endCxn id="10" idx="0"/>
            </p:cNvCxnSpPr>
            <p:nvPr/>
          </p:nvCxnSpPr>
          <p:spPr>
            <a:xfrm rot="5400000">
              <a:off x="8027730" y="1161288"/>
              <a:ext cx="457200" cy="27432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19" name="Connector: Elbow 18">
              <a:extLst>
                <a:ext uri="{FF2B5EF4-FFF2-40B4-BE49-F238E27FC236}">
                  <a16:creationId xmlns:a16="http://schemas.microsoft.com/office/drawing/2014/main" id="{2EF11098-8E93-B792-0FA7-A6F62A48F708}"/>
                </a:ext>
              </a:extLst>
            </p:cNvPr>
            <p:cNvCxnSpPr>
              <a:stCxn id="14" idx="2"/>
              <a:endCxn id="15" idx="2"/>
            </p:cNvCxnSpPr>
            <p:nvPr/>
          </p:nvCxnSpPr>
          <p:spPr>
            <a:xfrm rot="5400000" flipH="1" flipV="1">
              <a:off x="6198929" y="1618488"/>
              <a:ext cx="1" cy="13716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26787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48B5-8ACC-CDFC-2966-2B38364E0CAB}"/>
              </a:ext>
            </a:extLst>
          </p:cNvPr>
          <p:cNvSpPr>
            <a:spLocks noGrp="1"/>
          </p:cNvSpPr>
          <p:nvPr>
            <p:ph type="title"/>
          </p:nvPr>
        </p:nvSpPr>
        <p:spPr/>
        <p:txBody>
          <a:bodyPr>
            <a:normAutofit/>
          </a:bodyPr>
          <a:lstStyle/>
          <a:p>
            <a:r>
              <a:rPr lang="en-US" dirty="0"/>
              <a:t>NF Repository Function (NRF)</a:t>
            </a:r>
          </a:p>
        </p:txBody>
      </p:sp>
      <p:sp>
        <p:nvSpPr>
          <p:cNvPr id="3" name="Content Placeholder 2">
            <a:extLst>
              <a:ext uri="{FF2B5EF4-FFF2-40B4-BE49-F238E27FC236}">
                <a16:creationId xmlns:a16="http://schemas.microsoft.com/office/drawing/2014/main" id="{3491EFCD-378E-1C62-B9D4-B9D10EE5E668}"/>
              </a:ext>
            </a:extLst>
          </p:cNvPr>
          <p:cNvSpPr>
            <a:spLocks noGrp="1"/>
          </p:cNvSpPr>
          <p:nvPr>
            <p:ph idx="1"/>
          </p:nvPr>
        </p:nvSpPr>
        <p:spPr>
          <a:xfrm>
            <a:off x="838200" y="1295399"/>
            <a:ext cx="10515600" cy="2257039"/>
          </a:xfrm>
        </p:spPr>
        <p:txBody>
          <a:bodyPr>
            <a:normAutofit/>
          </a:bodyPr>
          <a:lstStyle/>
          <a:p>
            <a:r>
              <a:rPr lang="en-US" dirty="0"/>
              <a:t>NRF supports service discovery function.</a:t>
            </a:r>
          </a:p>
          <a:p>
            <a:pPr marL="914400" lvl="1" indent="-457200">
              <a:buFont typeface="+mj-lt"/>
              <a:buAutoNum type="arabicPeriod"/>
            </a:pPr>
            <a:r>
              <a:rPr lang="en-US" dirty="0"/>
              <a:t>Every NF knows where is NRF.</a:t>
            </a:r>
          </a:p>
          <a:p>
            <a:pPr marL="914400" lvl="1" indent="-457200">
              <a:buFont typeface="+mj-lt"/>
              <a:buAutoNum type="arabicPeriod"/>
            </a:pPr>
            <a:r>
              <a:rPr lang="en-US" dirty="0"/>
              <a:t>Every NF registers itself with the NRF.</a:t>
            </a:r>
          </a:p>
          <a:p>
            <a:pPr marL="914400" lvl="1" indent="-457200">
              <a:buFont typeface="+mj-lt"/>
              <a:buAutoNum type="arabicPeriod"/>
            </a:pPr>
            <a:r>
              <a:rPr lang="en-US" dirty="0"/>
              <a:t>To talk to another NF, ask the NRF where it is.</a:t>
            </a:r>
          </a:p>
        </p:txBody>
      </p:sp>
      <p:sp>
        <p:nvSpPr>
          <p:cNvPr id="66" name="Slide Number Placeholder 65">
            <a:extLst>
              <a:ext uri="{FF2B5EF4-FFF2-40B4-BE49-F238E27FC236}">
                <a16:creationId xmlns:a16="http://schemas.microsoft.com/office/drawing/2014/main" id="{E32C3348-4154-3995-8A5A-14AA612173C2}"/>
              </a:ext>
            </a:extLst>
          </p:cNvPr>
          <p:cNvSpPr>
            <a:spLocks noGrp="1"/>
          </p:cNvSpPr>
          <p:nvPr>
            <p:ph type="sldNum" sz="quarter" idx="12"/>
          </p:nvPr>
        </p:nvSpPr>
        <p:spPr/>
        <p:txBody>
          <a:bodyPr/>
          <a:lstStyle/>
          <a:p>
            <a:fld id="{5219D1D2-AD40-42AA-A47F-9DBC53E1C098}" type="slidenum">
              <a:rPr lang="en-US" smtClean="0"/>
              <a:pPr/>
              <a:t>12</a:t>
            </a:fld>
            <a:endParaRPr lang="en-US"/>
          </a:p>
        </p:txBody>
      </p:sp>
      <p:grpSp>
        <p:nvGrpSpPr>
          <p:cNvPr id="92" name="Group 91">
            <a:extLst>
              <a:ext uri="{FF2B5EF4-FFF2-40B4-BE49-F238E27FC236}">
                <a16:creationId xmlns:a16="http://schemas.microsoft.com/office/drawing/2014/main" id="{4160EB52-D634-982C-DB0A-9AF887F57747}"/>
              </a:ext>
            </a:extLst>
          </p:cNvPr>
          <p:cNvGrpSpPr/>
          <p:nvPr/>
        </p:nvGrpSpPr>
        <p:grpSpPr>
          <a:xfrm>
            <a:off x="4953000" y="4228419"/>
            <a:ext cx="6400800" cy="1371601"/>
            <a:chOff x="4953000" y="4228419"/>
            <a:chExt cx="6400800" cy="1371601"/>
          </a:xfrm>
        </p:grpSpPr>
        <p:sp>
          <p:nvSpPr>
            <p:cNvPr id="67" name="Rectangle 66">
              <a:extLst>
                <a:ext uri="{FF2B5EF4-FFF2-40B4-BE49-F238E27FC236}">
                  <a16:creationId xmlns:a16="http://schemas.microsoft.com/office/drawing/2014/main" id="{12CAC561-EFF7-9EE6-109B-16E4F151CF85}"/>
                </a:ext>
              </a:extLst>
            </p:cNvPr>
            <p:cNvSpPr/>
            <p:nvPr/>
          </p:nvSpPr>
          <p:spPr>
            <a:xfrm>
              <a:off x="49530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AMF</a:t>
              </a:r>
            </a:p>
          </p:txBody>
        </p:sp>
        <p:sp>
          <p:nvSpPr>
            <p:cNvPr id="68" name="Rectangle 67">
              <a:extLst>
                <a:ext uri="{FF2B5EF4-FFF2-40B4-BE49-F238E27FC236}">
                  <a16:creationId xmlns:a16="http://schemas.microsoft.com/office/drawing/2014/main" id="{57B577CE-D78F-E2CB-CB73-44E57119C59A}"/>
                </a:ext>
              </a:extLst>
            </p:cNvPr>
            <p:cNvSpPr/>
            <p:nvPr/>
          </p:nvSpPr>
          <p:spPr>
            <a:xfrm>
              <a:off x="63246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8620D80E-9061-3F71-6F8B-3CA1C1A3FE55}"/>
                </a:ext>
              </a:extLst>
            </p:cNvPr>
            <p:cNvSpPr/>
            <p:nvPr/>
          </p:nvSpPr>
          <p:spPr>
            <a:xfrm>
              <a:off x="76962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4A9721E-4EB2-E273-56B2-D63A6B50A058}"/>
                </a:ext>
              </a:extLst>
            </p:cNvPr>
            <p:cNvSpPr/>
            <p:nvPr/>
          </p:nvSpPr>
          <p:spPr>
            <a:xfrm>
              <a:off x="90678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4D7D8693-53F2-15D6-D7ED-3F1DE3D4BF57}"/>
                </a:ext>
              </a:extLst>
            </p:cNvPr>
            <p:cNvSpPr/>
            <p:nvPr/>
          </p:nvSpPr>
          <p:spPr>
            <a:xfrm>
              <a:off x="104394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4FE29FA1-A899-DDB7-FBCF-63DA6F3D1A67}"/>
                </a:ext>
              </a:extLst>
            </p:cNvPr>
            <p:cNvSpPr/>
            <p:nvPr/>
          </p:nvSpPr>
          <p:spPr>
            <a:xfrm>
              <a:off x="49530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NRF</a:t>
              </a:r>
            </a:p>
          </p:txBody>
        </p:sp>
        <p:sp>
          <p:nvSpPr>
            <p:cNvPr id="73" name="Rectangle 72">
              <a:extLst>
                <a:ext uri="{FF2B5EF4-FFF2-40B4-BE49-F238E27FC236}">
                  <a16:creationId xmlns:a16="http://schemas.microsoft.com/office/drawing/2014/main" id="{DDD4C11B-AD96-D702-B697-96922FB5FF69}"/>
                </a:ext>
              </a:extLst>
            </p:cNvPr>
            <p:cNvSpPr/>
            <p:nvPr/>
          </p:nvSpPr>
          <p:spPr>
            <a:xfrm>
              <a:off x="63246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63CC7339-6BEE-96EB-0710-D6941887791F}"/>
                </a:ext>
              </a:extLst>
            </p:cNvPr>
            <p:cNvSpPr/>
            <p:nvPr/>
          </p:nvSpPr>
          <p:spPr>
            <a:xfrm>
              <a:off x="7696200" y="4228419"/>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AUSF</a:t>
              </a:r>
            </a:p>
          </p:txBody>
        </p:sp>
        <p:cxnSp>
          <p:nvCxnSpPr>
            <p:cNvPr id="75" name="Connector: Elbow 74">
              <a:extLst>
                <a:ext uri="{FF2B5EF4-FFF2-40B4-BE49-F238E27FC236}">
                  <a16:creationId xmlns:a16="http://schemas.microsoft.com/office/drawing/2014/main" id="{4661B3BD-BF9D-9713-B5C8-F8A955C5A137}"/>
                </a:ext>
              </a:extLst>
            </p:cNvPr>
            <p:cNvCxnSpPr>
              <a:stCxn id="72" idx="2"/>
              <a:endCxn id="68" idx="0"/>
            </p:cNvCxnSpPr>
            <p:nvPr/>
          </p:nvCxnSpPr>
          <p:spPr>
            <a:xfrm rot="16200000" flipH="1">
              <a:off x="5867400" y="4228420"/>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6" name="Connector: Elbow 75">
              <a:extLst>
                <a:ext uri="{FF2B5EF4-FFF2-40B4-BE49-F238E27FC236}">
                  <a16:creationId xmlns:a16="http://schemas.microsoft.com/office/drawing/2014/main" id="{27A7936B-BBDA-3E4B-3419-8B8D2836EF82}"/>
                </a:ext>
              </a:extLst>
            </p:cNvPr>
            <p:cNvCxnSpPr>
              <a:stCxn id="67" idx="0"/>
              <a:endCxn id="70" idx="2"/>
            </p:cNvCxnSpPr>
            <p:nvPr/>
          </p:nvCxnSpPr>
          <p:spPr>
            <a:xfrm rot="5400000" flipH="1" flipV="1">
              <a:off x="7239000" y="2856820"/>
              <a:ext cx="457200" cy="4114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7" name="Connector: Elbow 76">
              <a:extLst>
                <a:ext uri="{FF2B5EF4-FFF2-40B4-BE49-F238E27FC236}">
                  <a16:creationId xmlns:a16="http://schemas.microsoft.com/office/drawing/2014/main" id="{95ABDA46-0504-9D46-33F6-9637CF1CB441}"/>
                </a:ext>
              </a:extLst>
            </p:cNvPr>
            <p:cNvCxnSpPr>
              <a:stCxn id="71" idx="2"/>
              <a:endCxn id="69" idx="0"/>
            </p:cNvCxnSpPr>
            <p:nvPr/>
          </p:nvCxnSpPr>
          <p:spPr>
            <a:xfrm rot="5400000">
              <a:off x="9296400" y="3542620"/>
              <a:ext cx="457200" cy="27432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8" name="Connector: Elbow 77">
              <a:extLst>
                <a:ext uri="{FF2B5EF4-FFF2-40B4-BE49-F238E27FC236}">
                  <a16:creationId xmlns:a16="http://schemas.microsoft.com/office/drawing/2014/main" id="{A7620371-4987-5492-A974-055E2B8ED991}"/>
                </a:ext>
              </a:extLst>
            </p:cNvPr>
            <p:cNvCxnSpPr>
              <a:stCxn id="73" idx="2"/>
              <a:endCxn id="74" idx="2"/>
            </p:cNvCxnSpPr>
            <p:nvPr/>
          </p:nvCxnSpPr>
          <p:spPr>
            <a:xfrm rot="5400000" flipH="1" flipV="1">
              <a:off x="7467599" y="3999820"/>
              <a:ext cx="1" cy="13716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sp>
        <p:nvSpPr>
          <p:cNvPr id="88" name="Parallelogram 87">
            <a:extLst>
              <a:ext uri="{FF2B5EF4-FFF2-40B4-BE49-F238E27FC236}">
                <a16:creationId xmlns:a16="http://schemas.microsoft.com/office/drawing/2014/main" id="{8A4C1829-8076-3F48-F73B-C250F7F2B373}"/>
              </a:ext>
            </a:extLst>
          </p:cNvPr>
          <p:cNvSpPr/>
          <p:nvPr/>
        </p:nvSpPr>
        <p:spPr>
          <a:xfrm>
            <a:off x="7010400" y="3559378"/>
            <a:ext cx="22860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AUSF is at</a:t>
            </a:r>
          </a:p>
          <a:p>
            <a:pPr algn="ctr"/>
            <a:r>
              <a:rPr lang="en-US" sz="1600" dirty="0"/>
              <a:t>192.168.11.25:8080</a:t>
            </a:r>
          </a:p>
        </p:txBody>
      </p:sp>
      <p:sp>
        <p:nvSpPr>
          <p:cNvPr id="89" name="Parallelogram 88">
            <a:extLst>
              <a:ext uri="{FF2B5EF4-FFF2-40B4-BE49-F238E27FC236}">
                <a16:creationId xmlns:a16="http://schemas.microsoft.com/office/drawing/2014/main" id="{25575368-F2CA-8708-E340-747D78F46A13}"/>
              </a:ext>
            </a:extLst>
          </p:cNvPr>
          <p:cNvSpPr/>
          <p:nvPr/>
        </p:nvSpPr>
        <p:spPr>
          <a:xfrm>
            <a:off x="2667000" y="5142820"/>
            <a:ext cx="22860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Where is AUSF?</a:t>
            </a:r>
          </a:p>
        </p:txBody>
      </p:sp>
      <p:sp>
        <p:nvSpPr>
          <p:cNvPr id="90" name="Parallelogram 89">
            <a:extLst>
              <a:ext uri="{FF2B5EF4-FFF2-40B4-BE49-F238E27FC236}">
                <a16:creationId xmlns:a16="http://schemas.microsoft.com/office/drawing/2014/main" id="{565FFBAC-1A8B-B6E7-8E24-45BA94903A13}"/>
              </a:ext>
            </a:extLst>
          </p:cNvPr>
          <p:cNvSpPr/>
          <p:nvPr/>
        </p:nvSpPr>
        <p:spPr>
          <a:xfrm>
            <a:off x="2666999" y="4228419"/>
            <a:ext cx="22860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AUSF is at</a:t>
            </a:r>
          </a:p>
          <a:p>
            <a:pPr algn="ctr"/>
            <a:r>
              <a:rPr lang="en-US" sz="1600" dirty="0"/>
              <a:t>192.168.11.25:8080</a:t>
            </a:r>
          </a:p>
        </p:txBody>
      </p:sp>
      <p:sp>
        <p:nvSpPr>
          <p:cNvPr id="91" name="Parallelogram 90">
            <a:extLst>
              <a:ext uri="{FF2B5EF4-FFF2-40B4-BE49-F238E27FC236}">
                <a16:creationId xmlns:a16="http://schemas.microsoft.com/office/drawing/2014/main" id="{14262A5F-97B8-FAF0-BFC8-D55A4912D664}"/>
              </a:ext>
            </a:extLst>
          </p:cNvPr>
          <p:cNvSpPr/>
          <p:nvPr/>
        </p:nvSpPr>
        <p:spPr>
          <a:xfrm>
            <a:off x="3810000" y="5606960"/>
            <a:ext cx="32004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HTTP request</a:t>
            </a:r>
            <a:br>
              <a:rPr lang="en-US" sz="1600" dirty="0"/>
            </a:br>
            <a:r>
              <a:rPr lang="en-US" sz="1600" dirty="0"/>
              <a:t>http://192.168.11.25:8080/&lt;req&gt;</a:t>
            </a:r>
          </a:p>
        </p:txBody>
      </p:sp>
      <p:sp>
        <p:nvSpPr>
          <p:cNvPr id="5" name="Parallelogram 4">
            <a:extLst>
              <a:ext uri="{FF2B5EF4-FFF2-40B4-BE49-F238E27FC236}">
                <a16:creationId xmlns:a16="http://schemas.microsoft.com/office/drawing/2014/main" id="{53AFA170-40C2-CA7D-1818-00EBEE6544A6}"/>
              </a:ext>
            </a:extLst>
          </p:cNvPr>
          <p:cNvSpPr/>
          <p:nvPr/>
        </p:nvSpPr>
        <p:spPr>
          <a:xfrm>
            <a:off x="7239000" y="3594461"/>
            <a:ext cx="18288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HTTP response</a:t>
            </a:r>
            <a:br>
              <a:rPr lang="en-US" sz="1600" dirty="0"/>
            </a:br>
            <a:r>
              <a:rPr lang="en-US" sz="1600" dirty="0"/>
              <a:t>200 OK</a:t>
            </a:r>
          </a:p>
        </p:txBody>
      </p:sp>
    </p:spTree>
    <p:extLst>
      <p:ext uri="{BB962C8B-B14F-4D97-AF65-F5344CB8AC3E}">
        <p14:creationId xmlns:p14="http://schemas.microsoft.com/office/powerpoint/2010/main" val="229492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2.22045E-16 2.22222E-6 L -0.2625 -0.00185 " pathEditMode="relative" rAng="0" ptsTypes="AA">
                                      <p:cBhvr>
                                        <p:cTn id="10" dur="1000" fill="hold"/>
                                        <p:tgtEl>
                                          <p:spTgt spid="88"/>
                                        </p:tgtEl>
                                        <p:attrNameLst>
                                          <p:attrName>ppt_x</p:attrName>
                                          <p:attrName>ppt_y</p:attrName>
                                        </p:attrNameLst>
                                      </p:cBhvr>
                                      <p:rCtr x="-13125" y="-93"/>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2" nodeType="clickEffect">
                                  <p:stCondLst>
                                    <p:cond delay="0"/>
                                  </p:stCondLst>
                                  <p:childTnLst>
                                    <p:set>
                                      <p:cBhvr>
                                        <p:cTn id="14" dur="1" fill="hold">
                                          <p:stCondLst>
                                            <p:cond delay="0"/>
                                          </p:stCondLst>
                                        </p:cTn>
                                        <p:tgtEl>
                                          <p:spTgt spid="8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1" presetClass="path" presetSubtype="0" accel="50000" decel="50000" fill="hold" grpId="1" nodeType="clickEffect">
                                  <p:stCondLst>
                                    <p:cond delay="0"/>
                                  </p:stCondLst>
                                  <p:childTnLst>
                                    <p:animMotion origin="layout" path="M 5.55112E-17 -4.81481E-6 L -0.03997 -0.03587 C -0.04896 -0.04328 -0.05404 -0.05462 -0.05404 -0.06643 C -0.05404 -0.07986 -0.04896 -0.0905 -0.03997 -0.09791 L 5.55112E-17 -0.13356 " pathEditMode="relative" rAng="0" ptsTypes="AAAAA">
                                      <p:cBhvr>
                                        <p:cTn id="22" dur="1000" fill="hold"/>
                                        <p:tgtEl>
                                          <p:spTgt spid="89"/>
                                        </p:tgtEl>
                                        <p:attrNameLst>
                                          <p:attrName>ppt_x</p:attrName>
                                          <p:attrName>ppt_y</p:attrName>
                                        </p:attrNameLst>
                                      </p:cBhvr>
                                      <p:rCtr x="-2708" y="-6690"/>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8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1" presetClass="path" presetSubtype="0" accel="50000" decel="50000" fill="hold" grpId="1" nodeType="clickEffect">
                                  <p:stCondLst>
                                    <p:cond delay="0"/>
                                  </p:stCondLst>
                                  <p:childTnLst>
                                    <p:animMotion origin="layout" path="M 5.55112E-17 -0.00023 L -0.03997 0.03519 C -0.04896 0.04283 -0.05404 0.05394 -0.05404 0.06574 C -0.05404 0.07894 -0.04896 0.08959 -0.03997 0.09723 L 5.55112E-17 0.13287 " pathEditMode="relative" rAng="0" ptsTypes="AAAAA">
                                      <p:cBhvr>
                                        <p:cTn id="34" dur="1000" fill="hold"/>
                                        <p:tgtEl>
                                          <p:spTgt spid="90"/>
                                        </p:tgtEl>
                                        <p:attrNameLst>
                                          <p:attrName>ppt_x</p:attrName>
                                          <p:attrName>ppt_y</p:attrName>
                                        </p:attrNameLst>
                                      </p:cBhvr>
                                      <p:rCtr x="-2708" y="6644"/>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2" nodeType="clickEffect">
                                  <p:stCondLst>
                                    <p:cond delay="0"/>
                                  </p:stCondLst>
                                  <p:childTnLst>
                                    <p:set>
                                      <p:cBhvr>
                                        <p:cTn id="38" dur="1" fill="hold">
                                          <p:stCondLst>
                                            <p:cond delay="0"/>
                                          </p:stCondLst>
                                        </p:cTn>
                                        <p:tgtEl>
                                          <p:spTgt spid="9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57" presetClass="path" presetSubtype="0" accel="50000" decel="50000" fill="hold" grpId="1" nodeType="clickEffect">
                                  <p:stCondLst>
                                    <p:cond delay="0"/>
                                  </p:stCondLst>
                                  <p:childTnLst>
                                    <p:animMotion origin="layout" path="M 5.55112E-17 7.40741E-7 L 5.55112E-17 -0.15046 C 5.55112E-17 -0.21759 0.0724 -0.30023 0.13125 -0.30023 L 0.2625 -0.30023 " pathEditMode="relative" rAng="0" ptsTypes="AAAA">
                                      <p:cBhvr>
                                        <p:cTn id="46" dur="1000" fill="hold"/>
                                        <p:tgtEl>
                                          <p:spTgt spid="91"/>
                                        </p:tgtEl>
                                        <p:attrNameLst>
                                          <p:attrName>ppt_x</p:attrName>
                                          <p:attrName>ppt_y</p:attrName>
                                        </p:attrNameLst>
                                      </p:cBhvr>
                                      <p:rCtr x="13125" y="-15023"/>
                                    </p:animMotion>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2" nodeType="clickEffect">
                                  <p:stCondLst>
                                    <p:cond delay="0"/>
                                  </p:stCondLst>
                                  <p:childTnLst>
                                    <p:set>
                                      <p:cBhvr>
                                        <p:cTn id="50" dur="1" fill="hold">
                                          <p:stCondLst>
                                            <p:cond delay="0"/>
                                          </p:stCondLst>
                                        </p:cTn>
                                        <p:tgtEl>
                                          <p:spTgt spid="91"/>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0" presetClass="path" presetSubtype="0" accel="50000" decel="50000" fill="hold" grpId="1" nodeType="clickEffect">
                                  <p:stCondLst>
                                    <p:cond delay="0"/>
                                  </p:stCondLst>
                                  <p:childTnLst>
                                    <p:animMotion origin="layout" path="M 1.56125E-16 2.59259E-6 L -0.17174 2.59259E-6 C -0.2487 2.59259E-6 -0.34336 0.07916 -0.34336 0.14398 L -0.34336 0.28842 " pathEditMode="relative" rAng="0" ptsTypes="AAAA">
                                      <p:cBhvr>
                                        <p:cTn id="56" dur="1000" fill="hold"/>
                                        <p:tgtEl>
                                          <p:spTgt spid="5"/>
                                        </p:tgtEl>
                                        <p:attrNameLst>
                                          <p:attrName>ppt_x</p:attrName>
                                          <p:attrName>ppt_y</p:attrName>
                                        </p:attrNameLst>
                                      </p:cBhvr>
                                      <p:rCtr x="-17174" y="144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8" grpId="1" animBg="1"/>
      <p:bldP spid="88" grpId="2" animBg="1"/>
      <p:bldP spid="89" grpId="0" animBg="1"/>
      <p:bldP spid="89" grpId="1" animBg="1"/>
      <p:bldP spid="89" grpId="2" animBg="1"/>
      <p:bldP spid="90" grpId="0" animBg="1"/>
      <p:bldP spid="90" grpId="1" animBg="1"/>
      <p:bldP spid="90" grpId="2" animBg="1"/>
      <p:bldP spid="91" grpId="0" animBg="1"/>
      <p:bldP spid="91" grpId="1" animBg="1"/>
      <p:bldP spid="91" grpId="2" animBg="1"/>
      <p:bldP spid="5" grpId="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48B5-8ACC-CDFC-2966-2B38364E0CAB}"/>
              </a:ext>
            </a:extLst>
          </p:cNvPr>
          <p:cNvSpPr>
            <a:spLocks noGrp="1"/>
          </p:cNvSpPr>
          <p:nvPr>
            <p:ph type="title"/>
          </p:nvPr>
        </p:nvSpPr>
        <p:spPr/>
        <p:txBody>
          <a:bodyPr>
            <a:normAutofit/>
          </a:bodyPr>
          <a:lstStyle/>
          <a:p>
            <a:r>
              <a:rPr lang="en-US" dirty="0"/>
              <a:t>Control Plane with NDN</a:t>
            </a:r>
          </a:p>
        </p:txBody>
      </p:sp>
      <p:sp>
        <p:nvSpPr>
          <p:cNvPr id="3" name="Content Placeholder 2">
            <a:extLst>
              <a:ext uri="{FF2B5EF4-FFF2-40B4-BE49-F238E27FC236}">
                <a16:creationId xmlns:a16="http://schemas.microsoft.com/office/drawing/2014/main" id="{3491EFCD-378E-1C62-B9D4-B9D10EE5E668}"/>
              </a:ext>
            </a:extLst>
          </p:cNvPr>
          <p:cNvSpPr>
            <a:spLocks noGrp="1"/>
          </p:cNvSpPr>
          <p:nvPr>
            <p:ph idx="1"/>
          </p:nvPr>
        </p:nvSpPr>
        <p:spPr>
          <a:xfrm>
            <a:off x="838200" y="1295399"/>
            <a:ext cx="10515600" cy="2387955"/>
          </a:xfrm>
        </p:spPr>
        <p:txBody>
          <a:bodyPr>
            <a:normAutofit/>
          </a:bodyPr>
          <a:lstStyle/>
          <a:p>
            <a:r>
              <a:rPr lang="en-US" dirty="0"/>
              <a:t>It is still Service Based Architecture:</a:t>
            </a:r>
          </a:p>
          <a:p>
            <a:pPr lvl="1"/>
            <a:r>
              <a:rPr lang="en-US" dirty="0"/>
              <a:t>All control plane functions are connected to a "virtual bus" (NDN LAN).</a:t>
            </a:r>
          </a:p>
          <a:p>
            <a:pPr lvl="1"/>
            <a:r>
              <a:rPr lang="en-US" dirty="0"/>
              <a:t>Unified protocol stack: NDN/JSON.</a:t>
            </a:r>
          </a:p>
          <a:p>
            <a:r>
              <a:rPr lang="en-US" dirty="0"/>
              <a:t>NDN naming replaces service discovery.</a:t>
            </a:r>
          </a:p>
          <a:p>
            <a:r>
              <a:rPr lang="en-US" dirty="0"/>
              <a:t>Self-learning finds forwarding paths and helps with load balancing.</a:t>
            </a:r>
          </a:p>
        </p:txBody>
      </p:sp>
      <p:sp>
        <p:nvSpPr>
          <p:cNvPr id="66" name="Slide Number Placeholder 65">
            <a:extLst>
              <a:ext uri="{FF2B5EF4-FFF2-40B4-BE49-F238E27FC236}">
                <a16:creationId xmlns:a16="http://schemas.microsoft.com/office/drawing/2014/main" id="{E32C3348-4154-3995-8A5A-14AA612173C2}"/>
              </a:ext>
            </a:extLst>
          </p:cNvPr>
          <p:cNvSpPr>
            <a:spLocks noGrp="1"/>
          </p:cNvSpPr>
          <p:nvPr>
            <p:ph type="sldNum" sz="quarter" idx="12"/>
          </p:nvPr>
        </p:nvSpPr>
        <p:spPr/>
        <p:txBody>
          <a:bodyPr/>
          <a:lstStyle/>
          <a:p>
            <a:fld id="{5219D1D2-AD40-42AA-A47F-9DBC53E1C098}" type="slidenum">
              <a:rPr lang="en-US" smtClean="0"/>
              <a:pPr/>
              <a:t>13</a:t>
            </a:fld>
            <a:endParaRPr lang="en-US"/>
          </a:p>
        </p:txBody>
      </p:sp>
      <p:grpSp>
        <p:nvGrpSpPr>
          <p:cNvPr id="92" name="Group 91">
            <a:extLst>
              <a:ext uri="{FF2B5EF4-FFF2-40B4-BE49-F238E27FC236}">
                <a16:creationId xmlns:a16="http://schemas.microsoft.com/office/drawing/2014/main" id="{4160EB52-D634-982C-DB0A-9AF887F57747}"/>
              </a:ext>
            </a:extLst>
          </p:cNvPr>
          <p:cNvGrpSpPr/>
          <p:nvPr/>
        </p:nvGrpSpPr>
        <p:grpSpPr>
          <a:xfrm>
            <a:off x="4953000" y="4228419"/>
            <a:ext cx="6400800" cy="1371601"/>
            <a:chOff x="4953000" y="4228419"/>
            <a:chExt cx="6400800" cy="1371601"/>
          </a:xfrm>
        </p:grpSpPr>
        <p:sp>
          <p:nvSpPr>
            <p:cNvPr id="67" name="Rectangle 66">
              <a:extLst>
                <a:ext uri="{FF2B5EF4-FFF2-40B4-BE49-F238E27FC236}">
                  <a16:creationId xmlns:a16="http://schemas.microsoft.com/office/drawing/2014/main" id="{12CAC561-EFF7-9EE6-109B-16E4F151CF85}"/>
                </a:ext>
              </a:extLst>
            </p:cNvPr>
            <p:cNvSpPr/>
            <p:nvPr/>
          </p:nvSpPr>
          <p:spPr>
            <a:xfrm>
              <a:off x="49530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AMF</a:t>
              </a:r>
            </a:p>
          </p:txBody>
        </p:sp>
        <p:sp>
          <p:nvSpPr>
            <p:cNvPr id="68" name="Rectangle 67">
              <a:extLst>
                <a:ext uri="{FF2B5EF4-FFF2-40B4-BE49-F238E27FC236}">
                  <a16:creationId xmlns:a16="http://schemas.microsoft.com/office/drawing/2014/main" id="{57B577CE-D78F-E2CB-CB73-44E57119C59A}"/>
                </a:ext>
              </a:extLst>
            </p:cNvPr>
            <p:cNvSpPr/>
            <p:nvPr/>
          </p:nvSpPr>
          <p:spPr>
            <a:xfrm>
              <a:off x="63246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8620D80E-9061-3F71-6F8B-3CA1C1A3FE55}"/>
                </a:ext>
              </a:extLst>
            </p:cNvPr>
            <p:cNvSpPr/>
            <p:nvPr/>
          </p:nvSpPr>
          <p:spPr>
            <a:xfrm>
              <a:off x="7696200" y="51428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4A9721E-4EB2-E273-56B2-D63A6B50A058}"/>
                </a:ext>
              </a:extLst>
            </p:cNvPr>
            <p:cNvSpPr/>
            <p:nvPr/>
          </p:nvSpPr>
          <p:spPr>
            <a:xfrm>
              <a:off x="90678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4D7D8693-53F2-15D6-D7ED-3F1DE3D4BF57}"/>
                </a:ext>
              </a:extLst>
            </p:cNvPr>
            <p:cNvSpPr/>
            <p:nvPr/>
          </p:nvSpPr>
          <p:spPr>
            <a:xfrm>
              <a:off x="104394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4FE29FA1-A899-DDB7-FBCF-63DA6F3D1A67}"/>
                </a:ext>
              </a:extLst>
            </p:cNvPr>
            <p:cNvSpPr/>
            <p:nvPr/>
          </p:nvSpPr>
          <p:spPr>
            <a:xfrm>
              <a:off x="49530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NRF</a:t>
              </a:r>
            </a:p>
          </p:txBody>
        </p:sp>
        <p:sp>
          <p:nvSpPr>
            <p:cNvPr id="73" name="Rectangle 72">
              <a:extLst>
                <a:ext uri="{FF2B5EF4-FFF2-40B4-BE49-F238E27FC236}">
                  <a16:creationId xmlns:a16="http://schemas.microsoft.com/office/drawing/2014/main" id="{DDD4C11B-AD96-D702-B697-96922FB5FF69}"/>
                </a:ext>
              </a:extLst>
            </p:cNvPr>
            <p:cNvSpPr/>
            <p:nvPr/>
          </p:nvSpPr>
          <p:spPr>
            <a:xfrm>
              <a:off x="6324600" y="4228420"/>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63CC7339-6BEE-96EB-0710-D6941887791F}"/>
                </a:ext>
              </a:extLst>
            </p:cNvPr>
            <p:cNvSpPr/>
            <p:nvPr/>
          </p:nvSpPr>
          <p:spPr>
            <a:xfrm>
              <a:off x="7696200" y="4228419"/>
              <a:ext cx="9144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AUSF</a:t>
              </a:r>
            </a:p>
          </p:txBody>
        </p:sp>
        <p:cxnSp>
          <p:nvCxnSpPr>
            <p:cNvPr id="75" name="Connector: Elbow 74">
              <a:extLst>
                <a:ext uri="{FF2B5EF4-FFF2-40B4-BE49-F238E27FC236}">
                  <a16:creationId xmlns:a16="http://schemas.microsoft.com/office/drawing/2014/main" id="{4661B3BD-BF9D-9713-B5C8-F8A955C5A137}"/>
                </a:ext>
              </a:extLst>
            </p:cNvPr>
            <p:cNvCxnSpPr>
              <a:stCxn id="72" idx="2"/>
              <a:endCxn id="68" idx="0"/>
            </p:cNvCxnSpPr>
            <p:nvPr/>
          </p:nvCxnSpPr>
          <p:spPr>
            <a:xfrm rot="16200000" flipH="1">
              <a:off x="5867400" y="4228420"/>
              <a:ext cx="457200" cy="13716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6" name="Connector: Elbow 75">
              <a:extLst>
                <a:ext uri="{FF2B5EF4-FFF2-40B4-BE49-F238E27FC236}">
                  <a16:creationId xmlns:a16="http://schemas.microsoft.com/office/drawing/2014/main" id="{27A7936B-BBDA-3E4B-3419-8B8D2836EF82}"/>
                </a:ext>
              </a:extLst>
            </p:cNvPr>
            <p:cNvCxnSpPr>
              <a:stCxn id="67" idx="0"/>
              <a:endCxn id="70" idx="2"/>
            </p:cNvCxnSpPr>
            <p:nvPr/>
          </p:nvCxnSpPr>
          <p:spPr>
            <a:xfrm rot="5400000" flipH="1" flipV="1">
              <a:off x="7239000" y="2856820"/>
              <a:ext cx="457200" cy="41148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7" name="Connector: Elbow 76">
              <a:extLst>
                <a:ext uri="{FF2B5EF4-FFF2-40B4-BE49-F238E27FC236}">
                  <a16:creationId xmlns:a16="http://schemas.microsoft.com/office/drawing/2014/main" id="{95ABDA46-0504-9D46-33F6-9637CF1CB441}"/>
                </a:ext>
              </a:extLst>
            </p:cNvPr>
            <p:cNvCxnSpPr>
              <a:stCxn id="71" idx="2"/>
              <a:endCxn id="69" idx="0"/>
            </p:cNvCxnSpPr>
            <p:nvPr/>
          </p:nvCxnSpPr>
          <p:spPr>
            <a:xfrm rot="5400000">
              <a:off x="9296400" y="3542620"/>
              <a:ext cx="457200" cy="274320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78" name="Connector: Elbow 77">
              <a:extLst>
                <a:ext uri="{FF2B5EF4-FFF2-40B4-BE49-F238E27FC236}">
                  <a16:creationId xmlns:a16="http://schemas.microsoft.com/office/drawing/2014/main" id="{A7620371-4987-5492-A974-055E2B8ED991}"/>
                </a:ext>
              </a:extLst>
            </p:cNvPr>
            <p:cNvCxnSpPr>
              <a:stCxn id="73" idx="2"/>
              <a:endCxn id="74" idx="2"/>
            </p:cNvCxnSpPr>
            <p:nvPr/>
          </p:nvCxnSpPr>
          <p:spPr>
            <a:xfrm rot="5400000" flipH="1" flipV="1">
              <a:off x="7467599" y="3999820"/>
              <a:ext cx="1" cy="1371600"/>
            </a:xfrm>
            <a:prstGeom prst="bentConnector3">
              <a:avLst>
                <a:gd name="adj1" fmla="val -22860000000"/>
              </a:avLst>
            </a:prstGeom>
          </p:spPr>
          <p:style>
            <a:lnRef idx="3">
              <a:schemeClr val="accent5"/>
            </a:lnRef>
            <a:fillRef idx="0">
              <a:schemeClr val="accent5"/>
            </a:fillRef>
            <a:effectRef idx="2">
              <a:schemeClr val="accent5"/>
            </a:effectRef>
            <a:fontRef idx="minor">
              <a:schemeClr val="tx1"/>
            </a:fontRef>
          </p:style>
        </p:cxnSp>
      </p:grpSp>
      <p:sp>
        <p:nvSpPr>
          <p:cNvPr id="8" name="Rectangle 7">
            <a:extLst>
              <a:ext uri="{FF2B5EF4-FFF2-40B4-BE49-F238E27FC236}">
                <a16:creationId xmlns:a16="http://schemas.microsoft.com/office/drawing/2014/main" id="{999ECF5F-A73D-FF33-F13D-A017ADA10CCF}"/>
              </a:ext>
            </a:extLst>
          </p:cNvPr>
          <p:cNvSpPr/>
          <p:nvPr/>
        </p:nvSpPr>
        <p:spPr>
          <a:xfrm>
            <a:off x="4453889" y="3955887"/>
            <a:ext cx="1828800" cy="914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 name="Parallelogram 90">
            <a:extLst>
              <a:ext uri="{FF2B5EF4-FFF2-40B4-BE49-F238E27FC236}">
                <a16:creationId xmlns:a16="http://schemas.microsoft.com/office/drawing/2014/main" id="{14262A5F-97B8-FAF0-BFC8-D55A4912D664}"/>
              </a:ext>
            </a:extLst>
          </p:cNvPr>
          <p:cNvSpPr/>
          <p:nvPr/>
        </p:nvSpPr>
        <p:spPr>
          <a:xfrm>
            <a:off x="3810000" y="5606960"/>
            <a:ext cx="22860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Interest</a:t>
            </a:r>
          </a:p>
          <a:p>
            <a:pPr algn="ctr"/>
            <a:r>
              <a:rPr lang="en-US" sz="1600" dirty="0"/>
              <a:t>/example-5g/</a:t>
            </a:r>
            <a:r>
              <a:rPr lang="en-US" sz="1600" dirty="0" err="1"/>
              <a:t>ausf</a:t>
            </a:r>
            <a:r>
              <a:rPr lang="en-US" sz="1600" dirty="0"/>
              <a:t>/&lt;req&gt;</a:t>
            </a:r>
          </a:p>
        </p:txBody>
      </p:sp>
      <p:sp>
        <p:nvSpPr>
          <p:cNvPr id="4" name="Parallelogram 3">
            <a:extLst>
              <a:ext uri="{FF2B5EF4-FFF2-40B4-BE49-F238E27FC236}">
                <a16:creationId xmlns:a16="http://schemas.microsoft.com/office/drawing/2014/main" id="{B6F723A8-5443-4CD1-08D2-D27694C270B1}"/>
              </a:ext>
            </a:extLst>
          </p:cNvPr>
          <p:cNvSpPr/>
          <p:nvPr/>
        </p:nvSpPr>
        <p:spPr>
          <a:xfrm>
            <a:off x="6781799" y="3594461"/>
            <a:ext cx="3200400" cy="548640"/>
          </a:xfrm>
          <a:prstGeom prst="parallelogram">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dirty="0"/>
              <a:t>Data /example-5g/</a:t>
            </a:r>
            <a:r>
              <a:rPr lang="en-US" sz="1600" dirty="0" err="1"/>
              <a:t>ausf</a:t>
            </a:r>
            <a:r>
              <a:rPr lang="en-US" sz="1600" dirty="0"/>
              <a:t>/&lt;req&gt;</a:t>
            </a:r>
          </a:p>
          <a:p>
            <a:pPr algn="ctr"/>
            <a:r>
              <a:rPr lang="en-US" sz="1600" dirty="0"/>
              <a:t>OK</a:t>
            </a:r>
          </a:p>
        </p:txBody>
      </p:sp>
    </p:spTree>
    <p:extLst>
      <p:ext uri="{BB962C8B-B14F-4D97-AF65-F5344CB8AC3E}">
        <p14:creationId xmlns:p14="http://schemas.microsoft.com/office/powerpoint/2010/main" val="200464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7" presetClass="path" presetSubtype="0" accel="50000" decel="50000" fill="hold" grpId="1" nodeType="clickEffect">
                                  <p:stCondLst>
                                    <p:cond delay="0"/>
                                  </p:stCondLst>
                                  <p:childTnLst>
                                    <p:animMotion origin="layout" path="M 0 4.98733E-18 L 0 -0.14884 C 0 -0.21551 0.0724 -0.29722 0.13125 -0.29722 L 0.2625 -0.29722 " pathEditMode="relative" rAng="0" ptsTypes="AAAA">
                                      <p:cBhvr>
                                        <p:cTn id="15" dur="1000" fill="hold"/>
                                        <p:tgtEl>
                                          <p:spTgt spid="91"/>
                                        </p:tgtEl>
                                        <p:attrNameLst>
                                          <p:attrName>ppt_x</p:attrName>
                                          <p:attrName>ppt_y</p:attrName>
                                        </p:attrNameLst>
                                      </p:cBhvr>
                                      <p:rCtr x="13125" y="-14861"/>
                                    </p:animMotion>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2" nodeType="clickEffect">
                                  <p:stCondLst>
                                    <p:cond delay="0"/>
                                  </p:stCondLst>
                                  <p:childTnLst>
                                    <p:set>
                                      <p:cBhvr>
                                        <p:cTn id="19" dur="1" fill="hold">
                                          <p:stCondLst>
                                            <p:cond delay="0"/>
                                          </p:stCondLst>
                                        </p:cTn>
                                        <p:tgtEl>
                                          <p:spTgt spid="91"/>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0" presetClass="path" presetSubtype="0" accel="50000" decel="50000" fill="hold" grpId="1" nodeType="clickEffect">
                                  <p:stCondLst>
                                    <p:cond delay="0"/>
                                  </p:stCondLst>
                                  <p:childTnLst>
                                    <p:animMotion origin="layout" path="M 0.01875 -0.00671 L -0.17956 -0.00671 C -0.26849 -0.00671 -0.37786 0.07246 -0.37786 0.13704 L -0.37786 0.28102 " pathEditMode="relative" rAng="0" ptsTypes="AAAA">
                                      <p:cBhvr>
                                        <p:cTn id="25" dur="1000" fill="hold"/>
                                        <p:tgtEl>
                                          <p:spTgt spid="4"/>
                                        </p:tgtEl>
                                        <p:attrNameLst>
                                          <p:attrName>ppt_x</p:attrName>
                                          <p:attrName>ppt_y</p:attrName>
                                        </p:attrNameLst>
                                      </p:cBhvr>
                                      <p:rCtr x="-19831" y="1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1" grpId="0" animBg="1"/>
      <p:bldP spid="91" grpId="1" animBg="1"/>
      <p:bldP spid="91" grpId="2" animBg="1"/>
      <p:bldP spid="4" grpId="0" animBg="1"/>
      <p:bldP spid="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8641-689C-4AAC-9412-976668CD4FBF}"/>
              </a:ext>
            </a:extLst>
          </p:cNvPr>
          <p:cNvSpPr>
            <a:spLocks noGrp="1"/>
          </p:cNvSpPr>
          <p:nvPr>
            <p:ph type="title"/>
          </p:nvPr>
        </p:nvSpPr>
        <p:spPr/>
        <p:txBody>
          <a:bodyPr/>
          <a:lstStyle/>
          <a:p>
            <a:r>
              <a:rPr lang="en-US" dirty="0"/>
              <a:t>Summary &amp; Future Work</a:t>
            </a:r>
          </a:p>
        </p:txBody>
      </p:sp>
      <p:sp>
        <p:nvSpPr>
          <p:cNvPr id="3" name="Content Placeholder 2">
            <a:extLst>
              <a:ext uri="{FF2B5EF4-FFF2-40B4-BE49-F238E27FC236}">
                <a16:creationId xmlns:a16="http://schemas.microsoft.com/office/drawing/2014/main" id="{CE11C6C9-0692-478C-9320-AAAD65F82320}"/>
              </a:ext>
            </a:extLst>
          </p:cNvPr>
          <p:cNvSpPr>
            <a:spLocks noGrp="1"/>
          </p:cNvSpPr>
          <p:nvPr>
            <p:ph sz="half" idx="1"/>
          </p:nvPr>
        </p:nvSpPr>
        <p:spPr>
          <a:xfrm>
            <a:off x="838199" y="1295400"/>
            <a:ext cx="10515597" cy="3902075"/>
          </a:xfrm>
        </p:spPr>
        <p:txBody>
          <a:bodyPr/>
          <a:lstStyle/>
          <a:p>
            <a:pPr marL="0" indent="0">
              <a:buNone/>
            </a:pPr>
            <a:r>
              <a:rPr lang="en-US" dirty="0"/>
              <a:t>Two opportunities, in different layers:</a:t>
            </a:r>
          </a:p>
          <a:p>
            <a:r>
              <a:rPr lang="en-US" dirty="0"/>
              <a:t>NDN forwarder in 5G user plane enables stateful forwarding and in-network caching.</a:t>
            </a:r>
          </a:p>
          <a:p>
            <a:r>
              <a:rPr lang="en-US" dirty="0"/>
              <a:t>NDN can simplify 5G control plane, including service discovery and others.</a:t>
            </a:r>
          </a:p>
          <a:p>
            <a:endParaRPr lang="en-US" dirty="0"/>
          </a:p>
          <a:p>
            <a:pPr marL="0" indent="0">
              <a:buNone/>
            </a:pPr>
            <a:r>
              <a:rPr lang="en-US" dirty="0"/>
              <a:t>These are just ideas…</a:t>
            </a:r>
          </a:p>
          <a:p>
            <a:pPr lvl="1"/>
            <a:r>
              <a:rPr lang="en-US" dirty="0"/>
              <a:t>We need to think about protocol design and prototype implementation.</a:t>
            </a:r>
          </a:p>
        </p:txBody>
      </p:sp>
      <p:sp>
        <p:nvSpPr>
          <p:cNvPr id="6" name="Content Placeholder 5">
            <a:extLst>
              <a:ext uri="{FF2B5EF4-FFF2-40B4-BE49-F238E27FC236}">
                <a16:creationId xmlns:a16="http://schemas.microsoft.com/office/drawing/2014/main" id="{7A2744B2-3F2D-436B-BF8C-EC30A175557E}"/>
              </a:ext>
            </a:extLst>
          </p:cNvPr>
          <p:cNvSpPr>
            <a:spLocks noGrp="1"/>
          </p:cNvSpPr>
          <p:nvPr>
            <p:ph sz="half" idx="2"/>
          </p:nvPr>
        </p:nvSpPr>
        <p:spPr>
          <a:xfrm>
            <a:off x="838198" y="5197475"/>
            <a:ext cx="10515602" cy="979487"/>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Certain commercial entities, equipment, or materials may be identified in this document in order to describe an experimental procedure or concept adequately. Such identification is not intended to imply recommendation or endorsement by the National Institute of Standards and Technology, nor is it intended to imply that the entities, materials, or equipment are necessarily the best available for the purpose.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p:txBody>
      </p:sp>
      <p:sp>
        <p:nvSpPr>
          <p:cNvPr id="4" name="Slide Number Placeholder 3">
            <a:extLst>
              <a:ext uri="{FF2B5EF4-FFF2-40B4-BE49-F238E27FC236}">
                <a16:creationId xmlns:a16="http://schemas.microsoft.com/office/drawing/2014/main" id="{28AB0F93-660E-45DA-9B82-967C20A0EB83}"/>
              </a:ext>
            </a:extLst>
          </p:cNvPr>
          <p:cNvSpPr>
            <a:spLocks noGrp="1"/>
          </p:cNvSpPr>
          <p:nvPr>
            <p:ph type="sldNum" sz="quarter" idx="12"/>
          </p:nvPr>
        </p:nvSpPr>
        <p:spPr/>
        <p:txBody>
          <a:bodyPr/>
          <a:lstStyle/>
          <a:p>
            <a:fld id="{5219D1D2-AD40-42AA-A47F-9DBC53E1C098}" type="slidenum">
              <a:rPr lang="en-US" smtClean="0"/>
              <a:t>14</a:t>
            </a:fld>
            <a:endParaRPr lang="en-US"/>
          </a:p>
        </p:txBody>
      </p:sp>
    </p:spTree>
    <p:extLst>
      <p:ext uri="{BB962C8B-B14F-4D97-AF65-F5344CB8AC3E}">
        <p14:creationId xmlns:p14="http://schemas.microsoft.com/office/powerpoint/2010/main" val="2053986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2998</TotalTime>
  <Words>679</Words>
  <Application>Microsoft Office PowerPoint</Application>
  <PresentationFormat>Widescreen</PresentationFormat>
  <Paragraphs>192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NDN Opportunities in 5G/6G Core Networks</vt:lpstr>
      <vt:lpstr>In This Presentation</vt:lpstr>
      <vt:lpstr>5G Architecture</vt:lpstr>
      <vt:lpstr>Run NDN Apps over 5G</vt:lpstr>
      <vt:lpstr>Use Case</vt:lpstr>
      <vt:lpstr>Baseline: NDN Routers on the Internet</vt:lpstr>
      <vt:lpstr>NDN Forwarding in 5G Core</vt:lpstr>
      <vt:lpstr>Enhanced: NDN UPF in 5G Core</vt:lpstr>
      <vt:lpstr>Simplify 5G/6G Core Architecture with NDN</vt:lpstr>
      <vt:lpstr>Focus on the Control Plane</vt:lpstr>
      <vt:lpstr>Service Based Architecture</vt:lpstr>
      <vt:lpstr>NF Repository Function (NRF)</vt:lpstr>
      <vt:lpstr>Control Plane with NDN</vt:lpstr>
      <vt:lpstr>Summary &amp;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 Junxiao (IntlAssoc)</dc:creator>
  <cp:lastModifiedBy>Shi, Junxiao (IntlAssoc)</cp:lastModifiedBy>
  <cp:revision>5</cp:revision>
  <dcterms:created xsi:type="dcterms:W3CDTF">2020-07-22T08:39:54Z</dcterms:created>
  <dcterms:modified xsi:type="dcterms:W3CDTF">2023-03-02T00:25:11Z</dcterms:modified>
</cp:coreProperties>
</file>
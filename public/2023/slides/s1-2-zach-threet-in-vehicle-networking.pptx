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aleway"/>
      <p:regular r:id="rId42"/>
      <p:bold r:id="rId43"/>
      <p:italic r:id="rId44"/>
      <p:boldItalic r:id="rId45"/>
    </p:embeddedFont>
    <p:embeddedFont>
      <p:font typeface="Roboto Medium"/>
      <p:regular r:id="rId46"/>
      <p:bold r:id="rId47"/>
      <p:italic r:id="rId48"/>
      <p:boldItalic r:id="rId49"/>
    </p:embeddedFont>
    <p:embeddedFont>
      <p:font typeface="Lato"/>
      <p:regular r:id="rId50"/>
      <p:bold r:id="rId51"/>
      <p:italic r:id="rId52"/>
      <p:boldItalic r:id="rId53"/>
    </p:embeddedFont>
    <p:embeddedFont>
      <p:font typeface="Montserrat"/>
      <p:regular r:id="rId54"/>
      <p:bold r:id="rId55"/>
      <p:italic r:id="rId56"/>
      <p:boldItalic r:id="rId57"/>
    </p:embeddedFont>
    <p:embeddedFont>
      <p:font typeface="Source Sans Pro"/>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62" roundtripDataSignature="AMtx7mhUiuTTxzGrrEe3fAHThxtYciMFd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susmit shannigrahi"/>
  <p:cmAuthor clrIdx="1" id="1" initials="" lastIdx="1" name="Zachariah Three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344E39-5EEE-4F46-82C5-886240A264D6}">
  <a:tblStyle styleId="{A9344E39-5EEE-4F46-82C5-886240A264D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A183655-83E5-4CC3-8687-FD798886F07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aleway-regular.fntdata"/><Relationship Id="rId41" Type="http://schemas.openxmlformats.org/officeDocument/2006/relationships/slide" Target="slides/slide35.xml"/><Relationship Id="rId44" Type="http://schemas.openxmlformats.org/officeDocument/2006/relationships/font" Target="fonts/Raleway-italic.fntdata"/><Relationship Id="rId43" Type="http://schemas.openxmlformats.org/officeDocument/2006/relationships/font" Target="fonts/Raleway-bold.fntdata"/><Relationship Id="rId46" Type="http://schemas.openxmlformats.org/officeDocument/2006/relationships/font" Target="fonts/RobotoMedium-regular.fntdata"/><Relationship Id="rId45"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RobotoMedium-italic.fntdata"/><Relationship Id="rId47" Type="http://schemas.openxmlformats.org/officeDocument/2006/relationships/font" Target="fonts/RobotoMedium-bold.fntdata"/><Relationship Id="rId49" Type="http://schemas.openxmlformats.org/officeDocument/2006/relationships/font" Target="fonts/Roboto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SourceSansPr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SourceSansPro-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5.xml"/><Relationship Id="rId55" Type="http://schemas.openxmlformats.org/officeDocument/2006/relationships/font" Target="fonts/Montserrat-bold.fntdata"/><Relationship Id="rId10" Type="http://schemas.openxmlformats.org/officeDocument/2006/relationships/slide" Target="slides/slide4.xml"/><Relationship Id="rId54" Type="http://schemas.openxmlformats.org/officeDocument/2006/relationships/font" Target="fonts/Montserrat-regular.fntdata"/><Relationship Id="rId13" Type="http://schemas.openxmlformats.org/officeDocument/2006/relationships/slide" Target="slides/slide7.xml"/><Relationship Id="rId57" Type="http://schemas.openxmlformats.org/officeDocument/2006/relationships/font" Target="fonts/Montserrat-boldItalic.fntdata"/><Relationship Id="rId12" Type="http://schemas.openxmlformats.org/officeDocument/2006/relationships/slide" Target="slides/slide6.xml"/><Relationship Id="rId56" Type="http://schemas.openxmlformats.org/officeDocument/2006/relationships/font" Target="fonts/Montserrat-italic.fntdata"/><Relationship Id="rId15" Type="http://schemas.openxmlformats.org/officeDocument/2006/relationships/slide" Target="slides/slide9.xml"/><Relationship Id="rId59" Type="http://schemas.openxmlformats.org/officeDocument/2006/relationships/font" Target="fonts/SourceSansPro-bold.fntdata"/><Relationship Id="rId14" Type="http://schemas.openxmlformats.org/officeDocument/2006/relationships/slide" Target="slides/slide8.xml"/><Relationship Id="rId58" Type="http://schemas.openxmlformats.org/officeDocument/2006/relationships/font" Target="fonts/SourceSansPro-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03-02T11:47:21.236">
    <p:pos x="2177" y="2381"/>
    <p:text>this isn't a problem - can you change this?</p:text>
    <p:extLst>
      <p:ext uri="{C676402C-5697-4E1C-873F-D02D1690AC5C}">
        <p15:threadingInfo timeZoneBias="0"/>
      </p:ext>
      <p:ext uri="http://customooxmlschemas.google.com/">
        <go:slidesCustomData xmlns:go="http://customooxmlschemas.google.com/" commentPostId="AAAAquUPH44"/>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3-03-02T03:18:40.483">
    <p:pos x="6000" y="0"/>
    <p:text>Include tcp discussion</p:text>
    <p:extLst>
      <p:ext uri="{C676402C-5697-4E1C-873F-D02D1690AC5C}">
        <p15:threadingInfo timeZoneBias="0"/>
      </p:ext>
      <p:ext uri="http://customooxmlschemas.google.com/">
        <go:slidesCustomData xmlns:go="http://customooxmlschemas.google.com/" commentPostId="AAAAsVAct1M"/>
      </p:ext>
    </p:extLst>
  </p:cm>
  <p:cm authorId="0" idx="2" dt="2023-03-02T11:56:03.091">
    <p:pos x="0" y="-88"/>
    <p:text>For this audience you can hide it. They know this material</p:text>
    <p:extLst>
      <p:ext uri="{C676402C-5697-4E1C-873F-D02D1690AC5C}">
        <p15:threadingInfo timeZoneBias="0"/>
      </p:ext>
      <p:ext uri="http://customooxmlschemas.google.com/">
        <go:slidesCustomData xmlns:go="http://customooxmlschemas.google.com/" commentPostId="AAAAquUPH48"/>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3-03-02T12:12:26.495">
    <p:pos x="54" y="2290"/>
    <p:text>make sure to tell what this compares to</p:text>
    <p:extLst>
      <p:ext uri="{C676402C-5697-4E1C-873F-D02D1690AC5C}">
        <p15:threadingInfo timeZoneBias="0"/>
      </p:ext>
      <p:ext uri="http://customooxmlschemas.google.com/">
        <go:slidesCustomData xmlns:go="http://customooxmlschemas.google.com/" commentPostId="AAAAquUPH5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solidFill>
                  <a:schemeClr val="dk1"/>
                </a:solidFill>
                <a:latin typeface="Courier New"/>
                <a:ea typeface="Courier New"/>
                <a:cs typeface="Courier New"/>
                <a:sym typeface="Courier New"/>
              </a:rPr>
              <a:t>What if as you were driving on your way home today, your steering wheel stopped working and the person behind you started to accelerate ending in a crash &lt;- Say this will be a scary situation that </a:t>
            </a:r>
            <a:r>
              <a:rPr lang="en">
                <a:solidFill>
                  <a:schemeClr val="dk1"/>
                </a:solidFill>
                <a:latin typeface="Courier New"/>
                <a:ea typeface="Courier New"/>
                <a:cs typeface="Courier New"/>
                <a:sym typeface="Courier New"/>
              </a:rPr>
              <a:t>people have shown can be remotely orchestrated. </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Courier New"/>
                <a:ea typeface="Courier New"/>
                <a:cs typeface="Courier New"/>
                <a:sym typeface="Courier New"/>
              </a:rPr>
              <a:t>All of this can happen if we don’t prioritize the security of in-vehcle networks </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SzPts val="1100"/>
              <a:buNone/>
            </a:pPr>
            <a:br>
              <a:rPr lang="en">
                <a:solidFill>
                  <a:schemeClr val="dk1"/>
                </a:solidFill>
                <a:latin typeface="Courier New"/>
                <a:ea typeface="Courier New"/>
                <a:cs typeface="Courier New"/>
                <a:sym typeface="Courier New"/>
              </a:rPr>
            </a:br>
            <a:br>
              <a:rPr lang="en">
                <a:solidFill>
                  <a:schemeClr val="dk1"/>
                </a:solidFill>
                <a:latin typeface="Courier New"/>
                <a:ea typeface="Courier New"/>
                <a:cs typeface="Courier New"/>
                <a:sym typeface="Courier New"/>
              </a:rPr>
            </a:br>
            <a:r>
              <a:rPr lang="en">
                <a:solidFill>
                  <a:schemeClr val="dk1"/>
                </a:solidFill>
                <a:latin typeface="Courier New"/>
                <a:ea typeface="Courier New"/>
                <a:cs typeface="Courier New"/>
                <a:sym typeface="Courier New"/>
              </a:rPr>
              <a:t>This is not very relevant to what we are doing -&gt;  and at the same time your banking apps were hacked so you won’t have any money to pay for your medical bills when you ultimately crash. </a:t>
            </a:r>
            <a:endParaRPr>
              <a:solidFill>
                <a:schemeClr val="dk1"/>
              </a:solidFill>
              <a:latin typeface="Courier New"/>
              <a:ea typeface="Courier New"/>
              <a:cs typeface="Courier New"/>
              <a:sym typeface="Courier New"/>
            </a:endParaRPr>
          </a:p>
          <a:p>
            <a:pPr indent="0" lvl="0" marL="0" rtl="0" algn="l">
              <a:lnSpc>
                <a:spcPct val="115000"/>
              </a:lnSpc>
              <a:spcBef>
                <a:spcPts val="1200"/>
              </a:spcBef>
              <a:spcAft>
                <a:spcPts val="0"/>
              </a:spcAft>
              <a:buSzPts val="1100"/>
              <a:buNone/>
            </a:pPr>
            <a:r>
              <a:t/>
            </a:r>
            <a:endParaRPr>
              <a:solidFill>
                <a:schemeClr val="dk1"/>
              </a:solidFill>
              <a:latin typeface="Courier New"/>
              <a:ea typeface="Courier New"/>
              <a:cs typeface="Courier New"/>
              <a:sym typeface="Courier New"/>
            </a:endParaRPr>
          </a:p>
          <a:p>
            <a:pPr indent="0" lvl="0" marL="457200" rtl="0" algn="l">
              <a:lnSpc>
                <a:spcPct val="115000"/>
              </a:lnSpc>
              <a:spcBef>
                <a:spcPts val="1200"/>
              </a:spcBef>
              <a:spcAft>
                <a:spcPts val="0"/>
              </a:spcAft>
              <a:buSzPts val="1100"/>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114997e13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g2114997e13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Security concerns, next gen needs and intrinsic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vehicle networks as they are now what makes them vulnerable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Mitigation strategies and the direction industry is heading more promise in my alternative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briefly discuss NDN as a concept and explain why its a good fit for vehvcles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Showing  what has been done and what remains to be done 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Throughout this presentation I will show how this architecture will address the security concerns on in-vehicle networks  while meeting the needs of next generation vehicles and maintaining the intrinsic design of vehicle networks all with considerably less overhead than considered alternatives.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I will start by talking about vehicles as they are now and what will makes them a vulnerable target for cyber attacks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Following that I will discuss some of the mitigation strategies that academia is suggesting as well as the direction industry is currently heading and explaining why I see more promise in my alternative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 will then briefly discuss Named Data Networking as a concept and explain why it is a good fit for the next generation of in-vehicle networks. Before discussing how we have already begun to implement it in a physical test bed. </a:t>
            </a:r>
            <a:endParaRPr/>
          </a:p>
          <a:p>
            <a:pPr indent="0" lvl="0" marL="0" rtl="0" algn="l">
              <a:lnSpc>
                <a:spcPct val="100000"/>
              </a:lnSpc>
              <a:spcBef>
                <a:spcPts val="0"/>
              </a:spcBef>
              <a:spcAft>
                <a:spcPts val="0"/>
              </a:spcAft>
              <a:buClr>
                <a:schemeClr val="dk1"/>
              </a:buClr>
              <a:buSzPts val="1100"/>
              <a:buFont typeface="Arial"/>
              <a:buNone/>
            </a:pPr>
            <a:r>
              <a:rPr lang="en"/>
              <a:t>I will then conclude with a discussion of what remains to be done and how I plan to complete this work.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114997e136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g2114997e136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900">
                <a:solidFill>
                  <a:schemeClr val="dk1"/>
                </a:solidFill>
                <a:highlight>
                  <a:srgbClr val="FFFFFF"/>
                </a:highlight>
              </a:rPr>
              <a:t>Simplified</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Can frame</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ID</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Transmission description</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NEXT: however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Pictured here is a simplified rendering of how micro controllers are arranged on a bus inside of a vehicle communicating in CAN</a:t>
            </a:r>
            <a:endParaRPr sz="19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Also included here is a CAN frame. This is what is published and received by ECUs on the network. For the purpose of our discussion the only thing that is important are the ID and the 8 byte data packet. </a:t>
            </a:r>
            <a:endParaRPr sz="19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highlight>
                <a:srgbClr val="FFFFFF"/>
              </a:highlight>
            </a:endParaRPr>
          </a:p>
          <a:p>
            <a:pPr indent="0" lvl="0" marL="0" rtl="0" algn="l">
              <a:lnSpc>
                <a:spcPct val="100000"/>
              </a:lnSpc>
              <a:spcBef>
                <a:spcPts val="0"/>
              </a:spcBef>
              <a:spcAft>
                <a:spcPts val="0"/>
              </a:spcAft>
              <a:buSzPts val="1100"/>
              <a:buNone/>
            </a:pPr>
            <a:r>
              <a:rPr lang="en" sz="1900">
                <a:solidFill>
                  <a:schemeClr val="dk1"/>
                </a:solidFill>
                <a:highlight>
                  <a:srgbClr val="FFFFFF"/>
                </a:highlight>
              </a:rPr>
              <a:t>The 11 bit Identifier has two functions. It identifies the messages content, and acts as an arbitration ID with the highest priority messages being given the lowest IDs.</a:t>
            </a:r>
            <a:endParaRPr sz="19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sz="1900">
                <a:solidFill>
                  <a:schemeClr val="dk1"/>
                </a:solidFill>
                <a:highlight>
                  <a:srgbClr val="FFFFFF"/>
                </a:highlight>
              </a:rPr>
              <a:t>Consider this ECU to be a part of the accelerator and this to be a part of the engine controller.  The accelerator sends out a message with Identifier 777 with a number of signals  one of which is Accelerator Pedal Positon which is important to the engine controller and so it is programed to pay attention to Messages that are identified by 777</a:t>
            </a:r>
            <a:endParaRPr sz="19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900">
              <a:solidFill>
                <a:schemeClr val="dk1"/>
              </a:solidFill>
              <a:highlight>
                <a:srgbClr val="FFFFFF"/>
              </a:highlight>
            </a:endParaRPr>
          </a:p>
          <a:p>
            <a:pPr indent="0" lvl="0" marL="0" rtl="0" algn="l">
              <a:lnSpc>
                <a:spcPct val="100000"/>
              </a:lnSpc>
              <a:spcBef>
                <a:spcPts val="0"/>
              </a:spcBef>
              <a:spcAft>
                <a:spcPts val="0"/>
              </a:spcAft>
              <a:buClr>
                <a:srgbClr val="000000"/>
              </a:buClr>
              <a:buSzPts val="1100"/>
              <a:buFont typeface="Arial"/>
              <a:buNone/>
            </a:pPr>
            <a:r>
              <a:t/>
            </a:r>
            <a:endParaRPr sz="1900">
              <a:solidFill>
                <a:schemeClr val="dk1"/>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114997e136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3" name="Google Shape;583;g2114997e136_1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500">
                <a:solidFill>
                  <a:schemeClr val="dk1"/>
                </a:solidFill>
                <a:highlight>
                  <a:srgbClr val="FFFFFF"/>
                </a:highlight>
              </a:rPr>
              <a:t>Breaking info</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rPr lang="en" sz="1500">
                <a:solidFill>
                  <a:schemeClr val="dk1"/>
                </a:solidFill>
                <a:highlight>
                  <a:srgbClr val="FFFFFF"/>
                </a:highlight>
              </a:rPr>
              <a:t>Others know not to interfere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rPr lang="en" sz="1500">
                <a:solidFill>
                  <a:schemeClr val="dk1"/>
                </a:solidFill>
                <a:highlight>
                  <a:srgbClr val="FFFFFF"/>
                </a:highlight>
              </a:rPr>
              <a:t>Can be done fast and cheap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rPr lang="en" sz="1500">
                <a:solidFill>
                  <a:schemeClr val="dk1"/>
                </a:solidFill>
                <a:highlight>
                  <a:srgbClr val="FFFFFF"/>
                </a:highlight>
              </a:rPr>
              <a:t>Security - riddled with exploitable vulnrablites</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rPr lang="en" sz="1500">
                <a:solidFill>
                  <a:schemeClr val="dk1"/>
                </a:solidFill>
                <a:highlight>
                  <a:srgbClr val="FFFFFF"/>
                </a:highlight>
              </a:rPr>
              <a:t>However, this ECU  sends out breaking information, obviously that's more important than anything else so it is given a very low identifier message like 100. </a:t>
            </a:r>
            <a:endParaRPr sz="15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5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sz="1500">
                <a:solidFill>
                  <a:schemeClr val="dk1"/>
                </a:solidFill>
                <a:highlight>
                  <a:srgbClr val="FFFFFF"/>
                </a:highlight>
              </a:rPr>
              <a:t>All other ECUs know not to interfere with the bus by passing less important messages until the transmission of that message is complete</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rPr lang="en" sz="1500">
                <a:solidFill>
                  <a:schemeClr val="dk1"/>
                </a:solidFill>
                <a:highlight>
                  <a:srgbClr val="FFFFFF"/>
                </a:highlight>
              </a:rPr>
              <a:t>All of this can be done with little computational power and memory making it fast and cheap. Because of this it has been the standard protocol for automobiles for decades</a:t>
            </a:r>
            <a:endParaRPr sz="15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rPr lang="en" sz="1500">
                <a:solidFill>
                  <a:schemeClr val="dk1"/>
                </a:solidFill>
                <a:highlight>
                  <a:srgbClr val="FFFFFF"/>
                </a:highlight>
              </a:rPr>
              <a:t>Only problem is that when CAN was made there was designed security.</a:t>
            </a:r>
            <a:endParaRPr sz="15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5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lang="en" sz="1500">
                <a:solidFill>
                  <a:schemeClr val="dk1"/>
                </a:solidFill>
                <a:highlight>
                  <a:srgbClr val="FFFFFF"/>
                </a:highlight>
              </a:rPr>
              <a:t>As a result, CAN is riddled with exploitable vulnerabilities.</a:t>
            </a:r>
            <a:endParaRPr sz="15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t/>
            </a:r>
            <a:endParaRPr sz="1500">
              <a:solidFill>
                <a:schemeClr val="dk1"/>
              </a:solidFill>
              <a:highlight>
                <a:srgbClr val="FFFFFF"/>
              </a:highlight>
            </a:endParaRPr>
          </a:p>
          <a:p>
            <a:pPr indent="0" lvl="0" marL="0" rtl="0" algn="l">
              <a:lnSpc>
                <a:spcPct val="100000"/>
              </a:lnSpc>
              <a:spcBef>
                <a:spcPts val="0"/>
              </a:spcBef>
              <a:spcAft>
                <a:spcPts val="0"/>
              </a:spcAft>
              <a:buSzPts val="1100"/>
              <a:buNone/>
            </a:pPr>
            <a:r>
              <a:t/>
            </a:r>
            <a:endParaRPr sz="1500">
              <a:solidFill>
                <a:schemeClr val="dk1"/>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114997e136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6" name="Google Shape;676;g2114997e136_1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t>Higher bandwidth for next gen sensors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AE to fix E</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Less electromagnetic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solidFill>
                  <a:schemeClr val="dk1"/>
                </a:solidFill>
              </a:rPr>
              <a:t>At the top hierarchical architectures that connect low level protocols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The benefit of ethernet is that it can meet the higher bandwidth requirements for next generation sensors like lidar </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SzPts val="1100"/>
              <a:buNone/>
            </a:pPr>
            <a:r>
              <a:rPr lang="en" sz="1200"/>
              <a:t>AE is made to fix some of the problems that come from applying traditional Ethernet into vehicles.</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SzPts val="1100"/>
              <a:buNone/>
            </a:pPr>
            <a:r>
              <a:rPr lang="en" sz="1200"/>
              <a:t>Specifically, it is more resilient than its counterpart and can withstand more electromagnetic interference </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en" sz="1200"/>
              <a:t>It is being projected to be used in at the top of hierarchical architectures to connect lower layer protocols like CAN using TCP/IP</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SzPts val="1100"/>
              <a:buNone/>
            </a:pPr>
            <a:r>
              <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114997e136_1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g2114997e136_1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 Auth, broadcast in the clear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Result in attacks DoS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Replay and Fuz</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Think about what I said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Why isn’t this happening more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NEXT: Expanded surfaces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Most significantly, It has no authentication  and all transmissions are broadcast in the clear save for some proprietary obfuscation with no attempt to identify the publisher of the message.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These vulnerabilities can result in a number of attacks, among these are DoS attacks where compromised nodes just need to broadcast the lowest ID and claim priority over the bus.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Compromised ECUs give the attacker the ability to replay captured message or to make their own to fuzz the network or manipulate the network with frame made to manipulate legitimate functionality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Think about he example I gave at the beginning of this presentation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So the question I asked when I was learning about this is if CAN is so easily exploitable and the vulnerabilities have such a high impact, are  we not seeing car hacking happening every day? It’s a surface issue.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For the most part, attacks have been limited to direct access of the vehicle. And attackers like there attacks to be massive and untraceable, and plugging your laptop into the OBD port of my car isn’t massive or untraceable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114997e136_1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g2114997e136_1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t>Surfaces and bandwidth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700562247cc924d9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700562247cc924d9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Bandwidth present </a:t>
            </a:r>
            <a:r>
              <a:rPr lang="en"/>
              <a:t>and</a:t>
            </a:r>
            <a:r>
              <a:rPr lang="en"/>
              <a:t> future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114997e136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1" name="Google Shape;771;g2114997e136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Security concerns, next gen needs and intrinsic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vehicle networks as they are now what makes them vulnerable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Mitigation strategies and the direction industry is heading more promise in my alternative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briefly discuss NDN as a concept and explain why its a good fit for vehvcles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Showing  what has been done and what remains to be done 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Throughout this presentation I will show how this architecture will address the security concerns on in-vehicle networks  while meeting the needs of next generation vehicles and maintaining the intrinsic design of vehicle networks all with considerably less overhead than considered alternatives.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I will start by talking about vehicles as they are now and what will makes them a vulnerable target for cyber attacks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Following that I will discuss some of the mitigation strategies that academia is suggesting as well as the direction industry is currently heading and explaining why I see more promise in my alternative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 will then briefly discuss Named Data Networking as a concept and explain why it is a good fit for the next generation of in-vehicle networks. Before discussing how we have already begun to implement it in a physical test bed. </a:t>
            </a:r>
            <a:endParaRPr/>
          </a:p>
          <a:p>
            <a:pPr indent="0" lvl="0" marL="0" rtl="0" algn="l">
              <a:lnSpc>
                <a:spcPct val="100000"/>
              </a:lnSpc>
              <a:spcBef>
                <a:spcPts val="0"/>
              </a:spcBef>
              <a:spcAft>
                <a:spcPts val="0"/>
              </a:spcAft>
              <a:buClr>
                <a:schemeClr val="dk1"/>
              </a:buClr>
              <a:buSzPts val="1100"/>
              <a:buFont typeface="Arial"/>
              <a:buNone/>
            </a:pPr>
            <a:r>
              <a:rPr lang="en"/>
              <a:t>I will then conclude with a discussion of what remains to be done and how I plan to complete this work.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700562247cc924d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700562247cc924d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114997e136_1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3" name="Google Shape;783;g2114997e136_1_3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t>Higher bandwidth for next gen sensors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AE to fix E</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Less electromagnetic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solidFill>
                  <a:schemeClr val="dk1"/>
                </a:solidFill>
              </a:rPr>
              <a:t>At the top hierarchical architectures that connect low level protocols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The benefit of ethernet is that it can meet the higher bandwidth requirements for next generation sensors like lidar </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SzPts val="1100"/>
              <a:buNone/>
            </a:pPr>
            <a:r>
              <a:rPr lang="en" sz="1200"/>
              <a:t>AE is made to fix some of the problems that come from applying traditional Ethernet into vehicles.</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SzPts val="1100"/>
              <a:buNone/>
            </a:pPr>
            <a:r>
              <a:rPr lang="en" sz="1200"/>
              <a:t>Specifically, it is more resilient than its counterpart and can withstand more electromagnetic interference </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en" sz="1200"/>
              <a:t>It is being projected to be used in at the top of hierarchical architectures to connect lower layer protocols like CAN using TCP/IP</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SzPts val="1100"/>
              <a:buNone/>
            </a:pPr>
            <a:r>
              <a:t/>
            </a:r>
            <a:endParaRP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114997e136_1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6" name="Google Shape;796;g2114997e136_1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Security concerns, next gen needs and intrinsic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vehicle networks as they are now what makes them vulnerable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Mitigation strategies and the direction industry is heading more promise in my alternative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briefly discuss NDN as a concept and explain why its a good fit for vehvcles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Showing  what has been done and what remains to be done 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Throughout this presentation I will show how this architecture will address the security concerns on in-vehicle networks  while meeting the needs of next generation vehicles and maintaining the intrinsic design of vehicle networks all with considerably less overhead than considered alternatives.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I will start by talking about vehicles as they are now and what will makes them a vulnerable target for cyber attacks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Following that I will discuss some of the mitigation strategies that academia is suggesting as well as the direction industry is currently heading and explaining why I see more promise in my alternative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 will then briefly discuss Named Data Networking as a concept and explain why it is a good fit for the next generation of in-vehicle networks. Before discussing how we have already begun to implement it in a physical test bed. </a:t>
            </a:r>
            <a:endParaRPr/>
          </a:p>
          <a:p>
            <a:pPr indent="0" lvl="0" marL="0" rtl="0" algn="l">
              <a:lnSpc>
                <a:spcPct val="100000"/>
              </a:lnSpc>
              <a:spcBef>
                <a:spcPts val="0"/>
              </a:spcBef>
              <a:spcAft>
                <a:spcPts val="0"/>
              </a:spcAft>
              <a:buClr>
                <a:schemeClr val="dk1"/>
              </a:buClr>
              <a:buSzPts val="1100"/>
              <a:buFont typeface="Arial"/>
              <a:buNone/>
            </a:pPr>
            <a:r>
              <a:rPr lang="en"/>
              <a:t>I will then conclude with a discussion of what remains to be done and how I plan to complete this work.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114997e136_1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g2114997e136_1_3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New apps on the top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New Links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What goes in the middle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arch segments based on 1 their functionality and 2 their low level protocol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Shown here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Connected to NDN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By securing the entrance we remove costume security and overhead let them work uninhibited until the need something else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Mesh Removes the need for switch or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Modularity through semantic naming, common language for content on diverse set of protocols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Ndn preserves the design paradigm with less overhead making space for security needed regardless of layer 3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We have already made lots of progress.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architecture we invision would look something like this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In this architecture, Segments would be defined based on their functionality and internal networking protocol. In this rendering, we see 3 different protocols,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CAN shown in blue to the left - Battery Management Systems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Flexray in grey to the right - Power train module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Lin networked in purple - for the AC</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All connected to computationally capable gateways and networked together over a peer to peer NDN network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By securing the entrance and exit into a segment we limit the need for customized security within the domain, reducing any overhead that would impose. Allowing the segments to operate inhibited up until the point they need something from another segment. Because memebrship into the  segment is defined based on functionality, the majority of the information an ecu needs to operare will be available inside their segment. Recudeing the load of the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The mesh connections of the of the gateways will mitigate against the risk of a signal point of failure that currently exist in projections for TCP/IP networks that rely on a central switch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provide modularity, The Content transmitted on the NDN network would be named based on a semantic naming scheme that would act as a common language for content being generated on different segments running a potentially diverse set of protocols.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Most significantly, Networking these together using NDN allows us to preserve the current design paradigm of a multicast CDN  while implimenting the majority of security without overlay. This will save bandwith and CPU cycles that can be apllied towards out of bounds security intrusion detection that will be needed regardless of the what is implimented on layer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2114997e136_1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5" name="Google Shape;865;g2114997e136_1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Fit for Vehicles networks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Integrated security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No DoS because content can’t be unsolicited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Signing for replay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Nothing for eavesdropping require out of bounds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No intrinsic TCP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NDN turns out to be an incredible fit for in vehicle networking.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NDN’s security is implemented by its design.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Because of this NDN naturally provides mitigations for many common vehicle attacks. For instance, Because content has to be requested before it is transmitted, norma Replay attacks are not possible.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And by default the name of data, its content and author are all connected  to each other via signing and validation that is integrated by the protocol.  therefore it is able to mitigate against masquerading and injection attacks.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does not have any intrinsic mitigations for eaves dropping, and so would require some out of bounds methodology to implement confidentiality. However this is no different than any proposed alternative.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114997e13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3" name="Google Shape;873;g2114997e136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Security concerns, next gen needs and intrinsic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vehicle networks as they are now what makes them vulnerable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Mitigation strategies and the direction industry is heading more promise in my alternative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briefly discuss NDN as a concept and explain why its a good fit for vehvcles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Showing  what has been done and what remains to be done 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Throughout this presentation I will show how this architecture will address the security concerns on in-vehicle networks  while meeting the needs of next generation vehicles and maintaining the intrinsic design of vehicle networks all with considerably less overhead than considered alternatives.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I will start by talking about vehicles as they are now and what will makes them a vulnerable target for cyber attacks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Following that I will discuss some of the mitigation strategies that academia is suggesting as well as the direction industry is currently heading and explaining why I see more promise in my alternative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 will then briefly discuss Named Data Networking as a concept and explain why it is a good fit for the next generation of in-vehicle networks. Before discussing how we have already begun to implement it in a physical test bed. </a:t>
            </a:r>
            <a:endParaRPr/>
          </a:p>
          <a:p>
            <a:pPr indent="0" lvl="0" marL="0" rtl="0" algn="l">
              <a:lnSpc>
                <a:spcPct val="100000"/>
              </a:lnSpc>
              <a:spcBef>
                <a:spcPts val="0"/>
              </a:spcBef>
              <a:spcAft>
                <a:spcPts val="0"/>
              </a:spcAft>
              <a:buClr>
                <a:schemeClr val="dk1"/>
              </a:buClr>
              <a:buSzPts val="1100"/>
              <a:buFont typeface="Arial"/>
              <a:buNone/>
            </a:pPr>
            <a:r>
              <a:rPr lang="en"/>
              <a:t>I will then conclude with a discussion of what remains to be done and how I plan to complete this work.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2114997e136_1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9" name="Google Shape;879;g2114997e136_1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137b997acb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8" name="Google Shape;898;g2137b997acb_0_2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2134b8cac0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7" name="Google Shape;927;g2134b8cac06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213d44db32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5" name="Google Shape;945;g213d44db32b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2134b8cac06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8" name="Google Shape;978;g2134b8cac06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134b8cac0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1" name="Google Shape;1011;g2134b8cac06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2134b8cac06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g2134b8cac06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134b8cac06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7" name="Google Shape;1077;g2134b8cac06_0_1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2134b8cac06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6" name="Google Shape;1106;g2134b8cac06_0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137b997ac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9" name="Google Shape;1139;g2137b997ac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g2137b997acb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2" name="Google Shape;1172;g2137b997acb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137b997acb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5" name="Google Shape;1205;g2137b997acb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6" name="Shape 1236"/>
        <p:cNvGrpSpPr/>
        <p:nvPr/>
      </p:nvGrpSpPr>
      <p:grpSpPr>
        <a:xfrm>
          <a:off x="0" y="0"/>
          <a:ext cx="0" cy="0"/>
          <a:chOff x="0" y="0"/>
          <a:chExt cx="0" cy="0"/>
        </a:xfrm>
      </p:grpSpPr>
      <p:sp>
        <p:nvSpPr>
          <p:cNvPr id="1237" name="Google Shape;1237;g2114997e136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8" name="Google Shape;1238;g2114997e136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Security concerns, next gen needs and intrinsic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vehicle networks as they are now what makes them vulnerable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Mitigation strategies and the direction industry is heading more promise in my alternative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briefly discuss NDN as a concept and explain why its a good fit for vehvcles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Showing  what has been done and what remains to be done 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Throughout this presentation I will show how this architecture will address the security concerns on in-vehicle networks  while meeting the needs of next generation vehicles and maintaining the intrinsic design of vehicle networks all with considerably less overhead than considered alternatives.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I will start by talking about vehicles as they are now and what will makes them a vulnerable target for cyber attacks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Following that I will discuss some of the mitigation strategies that academia is suggesting as well as the direction industry is currently heading and explaining why I see more promise in my alternative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 will then briefly discuss Named Data Networking as a concept and explain why it is a good fit for the next generation of in-vehicle networks. Before discussing how we have already begun to implement it in a physical test bed. </a:t>
            </a:r>
            <a:endParaRPr/>
          </a:p>
          <a:p>
            <a:pPr indent="0" lvl="0" marL="0" rtl="0" algn="l">
              <a:lnSpc>
                <a:spcPct val="100000"/>
              </a:lnSpc>
              <a:spcBef>
                <a:spcPts val="0"/>
              </a:spcBef>
              <a:spcAft>
                <a:spcPts val="0"/>
              </a:spcAft>
              <a:buClr>
                <a:schemeClr val="dk1"/>
              </a:buClr>
              <a:buSzPts val="1100"/>
              <a:buFont typeface="Arial"/>
              <a:buNone/>
            </a:pPr>
            <a:r>
              <a:rPr lang="en"/>
              <a:t>I will then conclude with a discussion of what remains to be done and how I plan to complete this work.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g21416b113d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4" name="Google Shape;1244;g21416b113d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New apps on the top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New Links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What goes in the middle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arch segments based on 1 their functionality and 2 their low level protocol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Shown here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Connected to NDN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By securing the entrance we remove costume security and overhead let them work uninhibited until the need something else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Mesh Removes the need for switch or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Modularity through semantic naming, common language for content on diverse set of protocols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Ndn preserves the design paradigm with less overhead making space for security needed regardless of layer 3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We have already made lots of progress.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The architecture we invision would look something like this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In this architecture, Segments would be defined based on their functionality and internal networking protocol. In this rendering, we see 3 different protocols,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CAN shown in blue to the left - Battery Management Systems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Flexray in grey to the right - Power train module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and Lin networked in purple - for the AC</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All connected to computationally capable gateways and networked together over a peer to peer NDN network</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By securing the entrance and exit into a segment we limit the need for customized security within the domain, reducing any overhead that would impose. Allowing the segments to operate inhibited up until the point they need something from another segment. Because memebrship into the  segment is defined based on functionality, the majority of the information an ecu needs to operare will be available inside their segment. Recudeing the load of the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The mesh connections of the of the gateways will mitigate against the risk of a signal point of failure that currently exist in projections for TCP/IP networks that rely on a central switch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provide modularity, The Content transmitted on the NDN network would be named based on a semantic naming scheme that would act as a common language for content being generated on different segments running a potentially diverse set of protocols.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Most significantly, Networking these together using NDN allows us to preserve the current design paradigm of a multicast CDN  while implimenting the majority of security without overlay. This will save bandwith and CPU cycles that can be apllied towards out of bounds security intrusion detection that will be needed regardless of the what is implimented on layer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2114997e136_1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1" name="Google Shape;1251;g2114997e136_1_4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g1f5fffc4e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5" name="Google Shape;1275;g1f5fffc4eb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Fit for Vehicles networks</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Integrated security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No DoS because content can’t be unsolicited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Signing for replay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Nothing for eavesdropping require out of bounds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No intrinsic TCP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NDN turns out to be an incredible fit for in vehicle networking.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NDN’s security is implemented by its design.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Because of this NDN naturally provides mitigations for many common vehicle attacks. For instance, Because content has to be requested before it is transmitted, norma Replay attacks are not possible.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And by default the name of data, its content and author are all connected  to each other via signing and validation that is integrated by the protocol.  therefore it is able to mitigate against masquerading and injection attacks.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does not have any intrinsic mitigations for eaves dropping, and so would require some out of bounds methodology to implement confidentiality. However this is no different than any proposed alternative. </a:t>
            </a:r>
            <a:endParaRPr>
              <a:solidFill>
                <a:schemeClr val="dk1"/>
              </a:solidFill>
            </a:endParaRPr>
          </a:p>
          <a:p>
            <a:pPr indent="0" lvl="0" marL="914400" rtl="0" algn="l">
              <a:lnSpc>
                <a:spcPct val="115000"/>
              </a:lnSpc>
              <a:spcBef>
                <a:spcPts val="0"/>
              </a:spcBef>
              <a:spcAft>
                <a:spcPts val="0"/>
              </a:spcAft>
              <a:buSzPts val="1100"/>
              <a:buNone/>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13cabc5f15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2" name="Google Shape;1282;g213cabc5f15_1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I  have already built of Pi3</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equipped with CAN hat to communicate to Aautomoblie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GW equipped with software for NDN over Ethernet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Python code to integrate this tech together distributed to the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pic is the original implementation. Middle are GW</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is connected to another acting as ECU segment replaying or receiving Real CAN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Palim security tests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Each GW was consumer or Producer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CAN Producer can replay logs NDN producer listened Consumer requested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For the first test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have already built a physical testbed made of Raspberry Pi 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Each of which is equipped with a CAN hat to emulate automotive communication</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Those acting as GWs were equipped with software that enables it to communicate with NDN over ethernet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 designed python code to integrate these technologies together. And distributed lacrosse to the Gateways.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This is a picture of our original implementation. The two  in the middle act as the proposed gateways.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To each of them is connected another Pi that emulates a can segments of multiple ECUs by replaying and receiving real CAN logs.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We have already run a number of preliminary performance and security tests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Originally, each GW was limited to functioning only as a Producer or a Consumer and given a can segment with equivalent functionality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For these tests we replayed real can frames on one Producer CAN segment and had an NDN producing GW listening to that traffic, while another NDN Consuming GW requested that content via NDN interests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g2114997e136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9" name="Google Shape;1289;g2114997e136_1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Security concerns, next gen needs and intrinsic design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In vehicle networks as they are now what makes them vulnerable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Mitigation strategies and the direction industry is heading more promise in my alternative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 will briefly discuss NDN as a concept and explain why its a good fit for vehvcles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Showing  what has been done and what remains to be done 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Throughout this presentation I will show how this architecture will address the security concerns on in-vehicle networks  while meeting the needs of next generation vehicles and maintaining the intrinsic design of vehicle networks all with considerably less overhead than considered alternatives.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I will start by talking about vehicles as they are now and what will makes them a vulnerable target for cyber attacks</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rPr lang="en"/>
              <a:t>Following that I will discuss some of the mitigation strategies that academia is suggesting as well as the direction industry is currently heading and explaining why I see more promise in my alternative</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Clr>
                <a:schemeClr val="dk1"/>
              </a:buClr>
              <a:buSzPts val="1100"/>
              <a:buFont typeface="Arial"/>
              <a:buNone/>
            </a:pPr>
            <a:r>
              <a:rPr lang="en"/>
              <a:t>I will then briefly discuss Named Data Networking as a concept and explain why it is a good fit for the next generation of in-vehicle networks. Before discussing how we have already begun to implement it in a physical test bed. </a:t>
            </a:r>
            <a:endParaRPr/>
          </a:p>
          <a:p>
            <a:pPr indent="0" lvl="0" marL="0" rtl="0" algn="l">
              <a:lnSpc>
                <a:spcPct val="100000"/>
              </a:lnSpc>
              <a:spcBef>
                <a:spcPts val="0"/>
              </a:spcBef>
              <a:spcAft>
                <a:spcPts val="0"/>
              </a:spcAft>
              <a:buClr>
                <a:schemeClr val="dk1"/>
              </a:buClr>
              <a:buSzPts val="1100"/>
              <a:buFont typeface="Arial"/>
              <a:buNone/>
            </a:pPr>
            <a:r>
              <a:rPr lang="en"/>
              <a:t>I will then conclude with a discussion of what remains to be done and how I plan to complete this work.</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2114997e136_1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5" name="Google Shape;1295;g2114997e136_1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Latency and throughput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Record both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Implement TCP for accurate comparison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And use results and S2-CAN to compare alternatives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Problems with analyzing NDN security BG research  kinds of performance gains we are likely to see as the technology matures.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How I will make up for it : istory of similar technologies, looking at what others in the ndn community are doing to improve their code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NEXT: most curially i will research the security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The most important performance metrics for the Automotive space are Latency and Bandwidth Overhead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We will record both of these on our test bed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We will also implement TCP/IP in python to some extent on the test bed to increase the accuracy of the comparison, and capture the same metrics for it.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We will use these tests, as well as the recorded performance of S2-CAN a protocol adjustment to secure CAN, to compare the performance of these alternatives to one another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rPr lang="en">
                <a:solidFill>
                  <a:schemeClr val="dk1"/>
                </a:solidFill>
              </a:rPr>
              <a:t>Acurately Analyzing the performance of NDN is complicated by the fact that it is novel and un-optimized, for this reason I will also be conducting some background research to approximate the kinds of performance gains we are likely to see as the technology matures.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will include analyzing the history of similar technologies as well as make note of what is already being done in NDN research to increase its performance.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2114997e136_1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2" name="Google Shape;1302;g2114997e136_1_6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g2114997e136_0_92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g2114997e136_0_922"/>
          <p:cNvGrpSpPr/>
          <p:nvPr/>
        </p:nvGrpSpPr>
        <p:grpSpPr>
          <a:xfrm>
            <a:off x="830392" y="1191256"/>
            <a:ext cx="745763" cy="45826"/>
            <a:chOff x="4580561" y="2589004"/>
            <a:chExt cx="1064464" cy="25200"/>
          </a:xfrm>
        </p:grpSpPr>
        <p:sp>
          <p:nvSpPr>
            <p:cNvPr id="12" name="Google Shape;12;g2114997e136_0_92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2114997e136_0_92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g2114997e136_0_92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g2114997e136_0_92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g2114997e136_0_9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g2114997e136_0_930"/>
          <p:cNvGrpSpPr/>
          <p:nvPr/>
        </p:nvGrpSpPr>
        <p:grpSpPr>
          <a:xfrm>
            <a:off x="830392" y="1191256"/>
            <a:ext cx="745763" cy="45826"/>
            <a:chOff x="4580561" y="2589004"/>
            <a:chExt cx="1064464" cy="25200"/>
          </a:xfrm>
        </p:grpSpPr>
        <p:sp>
          <p:nvSpPr>
            <p:cNvPr id="19" name="Google Shape;19;g2114997e136_0_93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2114997e136_0_93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g2114997e136_0_930"/>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g2114997e136_0_9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2114997e136_0_93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g2114997e136_0_936"/>
          <p:cNvGrpSpPr/>
          <p:nvPr/>
        </p:nvGrpSpPr>
        <p:grpSpPr>
          <a:xfrm>
            <a:off x="830392" y="1191256"/>
            <a:ext cx="745763" cy="45826"/>
            <a:chOff x="4580561" y="2589004"/>
            <a:chExt cx="1064464" cy="25200"/>
          </a:xfrm>
        </p:grpSpPr>
        <p:sp>
          <p:nvSpPr>
            <p:cNvPr id="26" name="Google Shape;26;g2114997e136_0_93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2114997e136_0_93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g2114997e136_0_93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g2114997e136_0_93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g2114997e136_0_9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g2114997e136_0_94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g2114997e136_0_944"/>
          <p:cNvGrpSpPr/>
          <p:nvPr/>
        </p:nvGrpSpPr>
        <p:grpSpPr>
          <a:xfrm>
            <a:off x="830392" y="1191256"/>
            <a:ext cx="745763" cy="45826"/>
            <a:chOff x="4580561" y="2589004"/>
            <a:chExt cx="1064464" cy="25200"/>
          </a:xfrm>
        </p:grpSpPr>
        <p:sp>
          <p:nvSpPr>
            <p:cNvPr id="34" name="Google Shape;34;g2114997e136_0_94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2114997e136_0_94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2114997e136_0_944"/>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g2114997e136_0_944"/>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g2114997e136_0_944"/>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g2114997e136_0_9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g2114997e136_0_95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g2114997e136_0_953"/>
          <p:cNvGrpSpPr/>
          <p:nvPr/>
        </p:nvGrpSpPr>
        <p:grpSpPr>
          <a:xfrm>
            <a:off x="830392" y="1191256"/>
            <a:ext cx="745763" cy="45826"/>
            <a:chOff x="4580561" y="2589004"/>
            <a:chExt cx="1064464" cy="25200"/>
          </a:xfrm>
        </p:grpSpPr>
        <p:sp>
          <p:nvSpPr>
            <p:cNvPr id="43" name="Google Shape;43;g2114997e136_0_95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2114997e136_0_95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g2114997e136_0_953"/>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g2114997e136_0_95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g2114997e136_0_960"/>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g2114997e136_0_960"/>
          <p:cNvGrpSpPr/>
          <p:nvPr/>
        </p:nvGrpSpPr>
        <p:grpSpPr>
          <a:xfrm>
            <a:off x="830392" y="1191256"/>
            <a:ext cx="745763" cy="45826"/>
            <a:chOff x="4580561" y="2589004"/>
            <a:chExt cx="1064464" cy="25200"/>
          </a:xfrm>
        </p:grpSpPr>
        <p:sp>
          <p:nvSpPr>
            <p:cNvPr id="50" name="Google Shape;50;g2114997e136_0_9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2114997e136_0_9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g2114997e136_0_960"/>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g2114997e136_0_960"/>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g2114997e136_0_96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g2114997e136_0_968"/>
          <p:cNvGrpSpPr/>
          <p:nvPr/>
        </p:nvGrpSpPr>
        <p:grpSpPr>
          <a:xfrm>
            <a:off x="830392" y="4169130"/>
            <a:ext cx="745763" cy="45826"/>
            <a:chOff x="4580561" y="2589004"/>
            <a:chExt cx="1064464" cy="25200"/>
          </a:xfrm>
        </p:grpSpPr>
        <p:sp>
          <p:nvSpPr>
            <p:cNvPr id="57" name="Google Shape;57;g2114997e136_0_96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2114997e136_0_96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g2114997e136_0_96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g2114997e136_0_96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2114997e136_0_974"/>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g2114997e136_0_974"/>
          <p:cNvGrpSpPr/>
          <p:nvPr/>
        </p:nvGrpSpPr>
        <p:grpSpPr>
          <a:xfrm>
            <a:off x="830392" y="1191256"/>
            <a:ext cx="745763" cy="45826"/>
            <a:chOff x="4580561" y="2589004"/>
            <a:chExt cx="1064464" cy="25200"/>
          </a:xfrm>
        </p:grpSpPr>
        <p:sp>
          <p:nvSpPr>
            <p:cNvPr id="64" name="Google Shape;64;g2114997e136_0_97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2114997e136_0_97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g2114997e136_0_974"/>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g2114997e136_0_974"/>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g2114997e136_0_974"/>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g2114997e136_0_97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g2114997e136_0_983"/>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g2114997e136_0_98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g2114997e136_0_986"/>
          <p:cNvGrpSpPr/>
          <p:nvPr/>
        </p:nvGrpSpPr>
        <p:grpSpPr>
          <a:xfrm>
            <a:off x="830392" y="4169130"/>
            <a:ext cx="745763" cy="45826"/>
            <a:chOff x="4580561" y="2589004"/>
            <a:chExt cx="1064464" cy="25200"/>
          </a:xfrm>
        </p:grpSpPr>
        <p:sp>
          <p:nvSpPr>
            <p:cNvPr id="75" name="Google Shape;75;g2114997e136_0_98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2114997e136_0_98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g2114997e136_0_986"/>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g2114997e136_0_986"/>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g2114997e136_0_98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g2114997e136_0_99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2" name="Shape 82"/>
        <p:cNvGrpSpPr/>
        <p:nvPr/>
      </p:nvGrpSpPr>
      <p:grpSpPr>
        <a:xfrm>
          <a:off x="0" y="0"/>
          <a:ext cx="0" cy="0"/>
          <a:chOff x="0" y="0"/>
          <a:chExt cx="0" cy="0"/>
        </a:xfrm>
      </p:grpSpPr>
      <p:sp>
        <p:nvSpPr>
          <p:cNvPr id="83" name="Google Shape;83;g2114997e136_0_995"/>
          <p:cNvSpPr txBox="1"/>
          <p:nvPr>
            <p:ph type="title"/>
          </p:nvPr>
        </p:nvSpPr>
        <p:spPr>
          <a:xfrm>
            <a:off x="2601150" y="258225"/>
            <a:ext cx="3941700" cy="531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84" name="Google Shape;84;g2114997e136_0_995"/>
          <p:cNvSpPr txBox="1"/>
          <p:nvPr>
            <p:ph idx="1" type="subTitle"/>
          </p:nvPr>
        </p:nvSpPr>
        <p:spPr>
          <a:xfrm>
            <a:off x="1776005" y="1484125"/>
            <a:ext cx="5592000" cy="1713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sz="27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grpSp>
        <p:nvGrpSpPr>
          <p:cNvPr id="85" name="Google Shape;85;g2114997e136_0_995"/>
          <p:cNvGrpSpPr/>
          <p:nvPr/>
        </p:nvGrpSpPr>
        <p:grpSpPr>
          <a:xfrm flipH="1">
            <a:off x="7586434" y="1581995"/>
            <a:ext cx="2290315" cy="1518338"/>
            <a:chOff x="-736445" y="1581995"/>
            <a:chExt cx="2290315" cy="1518338"/>
          </a:xfrm>
        </p:grpSpPr>
        <p:sp>
          <p:nvSpPr>
            <p:cNvPr id="86" name="Google Shape;86;g2114997e136_0_995"/>
            <p:cNvSpPr/>
            <p:nvPr/>
          </p:nvSpPr>
          <p:spPr>
            <a:xfrm>
              <a:off x="1109379" y="2803495"/>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7" name="Google Shape;87;g2114997e136_0_995"/>
            <p:cNvGrpSpPr/>
            <p:nvPr/>
          </p:nvGrpSpPr>
          <p:grpSpPr>
            <a:xfrm>
              <a:off x="-736445" y="1581995"/>
              <a:ext cx="2290315" cy="1518338"/>
              <a:chOff x="-565732" y="1582220"/>
              <a:chExt cx="2290315" cy="1518338"/>
            </a:xfrm>
          </p:grpSpPr>
          <p:sp>
            <p:nvSpPr>
              <p:cNvPr id="88" name="Google Shape;88;g2114997e136_0_995"/>
              <p:cNvSpPr/>
              <p:nvPr/>
            </p:nvSpPr>
            <p:spPr>
              <a:xfrm>
                <a:off x="-565732" y="2486098"/>
                <a:ext cx="1862289" cy="395491"/>
              </a:xfrm>
              <a:custGeom>
                <a:rect b="b" l="l" r="r" t="t"/>
                <a:pathLst>
                  <a:path extrusionOk="0" h="4803" w="22615">
                    <a:moveTo>
                      <a:pt x="1" y="0"/>
                    </a:moveTo>
                    <a:lnTo>
                      <a:pt x="1" y="365"/>
                    </a:lnTo>
                    <a:lnTo>
                      <a:pt x="11429" y="365"/>
                    </a:lnTo>
                    <a:lnTo>
                      <a:pt x="11460" y="395"/>
                    </a:lnTo>
                    <a:lnTo>
                      <a:pt x="13010" y="1945"/>
                    </a:lnTo>
                    <a:cubicBezTo>
                      <a:pt x="13922" y="2857"/>
                      <a:pt x="14894" y="3830"/>
                      <a:pt x="15837" y="4742"/>
                    </a:cubicBezTo>
                    <a:lnTo>
                      <a:pt x="15897" y="4803"/>
                    </a:lnTo>
                    <a:lnTo>
                      <a:pt x="22615" y="4803"/>
                    </a:lnTo>
                    <a:lnTo>
                      <a:pt x="22615" y="4408"/>
                    </a:lnTo>
                    <a:lnTo>
                      <a:pt x="16049" y="4408"/>
                    </a:lnTo>
                    <a:cubicBezTo>
                      <a:pt x="15107" y="3526"/>
                      <a:pt x="14195" y="2584"/>
                      <a:pt x="13283" y="1672"/>
                    </a:cubicBezTo>
                    <a:cubicBezTo>
                      <a:pt x="12767" y="1155"/>
                      <a:pt x="12250" y="638"/>
                      <a:pt x="11733" y="122"/>
                    </a:cubicBezTo>
                    <a:lnTo>
                      <a:pt x="11703" y="91"/>
                    </a:lnTo>
                    <a:cubicBezTo>
                      <a:pt x="11672" y="61"/>
                      <a:pt x="11642" y="61"/>
                      <a:pt x="11612" y="31"/>
                    </a:cubicBezTo>
                    <a:lnTo>
                      <a:pt x="1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114997e136_0_995"/>
              <p:cNvGrpSpPr/>
              <p:nvPr/>
            </p:nvGrpSpPr>
            <p:grpSpPr>
              <a:xfrm>
                <a:off x="-565732" y="1582220"/>
                <a:ext cx="2290315" cy="435914"/>
                <a:chOff x="-565732" y="1582220"/>
                <a:chExt cx="2290315" cy="435914"/>
              </a:xfrm>
            </p:grpSpPr>
            <p:sp>
              <p:nvSpPr>
                <p:cNvPr id="90" name="Google Shape;90;g2114997e136_0_995"/>
                <p:cNvSpPr/>
                <p:nvPr/>
              </p:nvSpPr>
              <p:spPr>
                <a:xfrm>
                  <a:off x="-565732" y="1622561"/>
                  <a:ext cx="2202713" cy="395573"/>
                </a:xfrm>
                <a:custGeom>
                  <a:rect b="b" l="l" r="r" t="t"/>
                  <a:pathLst>
                    <a:path extrusionOk="0" h="4804" w="26749">
                      <a:moveTo>
                        <a:pt x="14803" y="1"/>
                      </a:moveTo>
                      <a:lnTo>
                        <a:pt x="10457" y="4347"/>
                      </a:lnTo>
                      <a:lnTo>
                        <a:pt x="10396" y="4408"/>
                      </a:lnTo>
                      <a:lnTo>
                        <a:pt x="10396" y="4438"/>
                      </a:lnTo>
                      <a:lnTo>
                        <a:pt x="1" y="4438"/>
                      </a:lnTo>
                      <a:lnTo>
                        <a:pt x="1" y="4803"/>
                      </a:lnTo>
                      <a:lnTo>
                        <a:pt x="10517" y="4803"/>
                      </a:lnTo>
                      <a:lnTo>
                        <a:pt x="10548" y="4773"/>
                      </a:lnTo>
                      <a:cubicBezTo>
                        <a:pt x="10609" y="4742"/>
                        <a:pt x="10639" y="4712"/>
                        <a:pt x="10700" y="4651"/>
                      </a:cubicBezTo>
                      <a:lnTo>
                        <a:pt x="10730" y="4621"/>
                      </a:lnTo>
                      <a:lnTo>
                        <a:pt x="14955" y="365"/>
                      </a:lnTo>
                      <a:lnTo>
                        <a:pt x="26749" y="365"/>
                      </a:lnTo>
                      <a:lnTo>
                        <a:pt x="267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g2114997e136_0_995"/>
                <p:cNvSpPr/>
                <p:nvPr/>
              </p:nvSpPr>
              <p:spPr>
                <a:xfrm>
                  <a:off x="1606008" y="158222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 name="Google Shape;92;g2114997e136_0_995"/>
              <p:cNvGrpSpPr/>
              <p:nvPr/>
            </p:nvGrpSpPr>
            <p:grpSpPr>
              <a:xfrm>
                <a:off x="-565732" y="1759770"/>
                <a:ext cx="1948882" cy="441084"/>
                <a:chOff x="-565732" y="1759770"/>
                <a:chExt cx="1948882" cy="441084"/>
              </a:xfrm>
            </p:grpSpPr>
            <p:sp>
              <p:nvSpPr>
                <p:cNvPr id="93" name="Google Shape;93;g2114997e136_0_995"/>
                <p:cNvSpPr/>
                <p:nvPr/>
              </p:nvSpPr>
              <p:spPr>
                <a:xfrm>
                  <a:off x="-565732" y="1805281"/>
                  <a:ext cx="1862289" cy="395573"/>
                </a:xfrm>
                <a:custGeom>
                  <a:rect b="b" l="l" r="r" t="t"/>
                  <a:pathLst>
                    <a:path extrusionOk="0" h="4804" w="22615">
                      <a:moveTo>
                        <a:pt x="15867" y="1"/>
                      </a:moveTo>
                      <a:lnTo>
                        <a:pt x="15806" y="61"/>
                      </a:lnTo>
                      <a:cubicBezTo>
                        <a:pt x="14864" y="973"/>
                        <a:pt x="13922" y="1946"/>
                        <a:pt x="12980" y="2858"/>
                      </a:cubicBezTo>
                      <a:lnTo>
                        <a:pt x="11460" y="4408"/>
                      </a:lnTo>
                      <a:lnTo>
                        <a:pt x="11429" y="4438"/>
                      </a:lnTo>
                      <a:lnTo>
                        <a:pt x="1" y="4438"/>
                      </a:lnTo>
                      <a:lnTo>
                        <a:pt x="1" y="4803"/>
                      </a:lnTo>
                      <a:lnTo>
                        <a:pt x="11581" y="4803"/>
                      </a:lnTo>
                      <a:lnTo>
                        <a:pt x="11612" y="4773"/>
                      </a:lnTo>
                      <a:cubicBezTo>
                        <a:pt x="11642" y="4742"/>
                        <a:pt x="11672" y="4712"/>
                        <a:pt x="11703" y="4681"/>
                      </a:cubicBezTo>
                      <a:lnTo>
                        <a:pt x="11733" y="4681"/>
                      </a:lnTo>
                      <a:lnTo>
                        <a:pt x="13283" y="3131"/>
                      </a:lnTo>
                      <a:cubicBezTo>
                        <a:pt x="14165" y="2219"/>
                        <a:pt x="15107" y="1277"/>
                        <a:pt x="16049" y="365"/>
                      </a:cubicBezTo>
                      <a:lnTo>
                        <a:pt x="22615" y="365"/>
                      </a:lnTo>
                      <a:lnTo>
                        <a:pt x="226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g2114997e136_0_995"/>
                <p:cNvSpPr/>
                <p:nvPr/>
              </p:nvSpPr>
              <p:spPr>
                <a:xfrm>
                  <a:off x="1264575" y="175977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 name="Google Shape;95;g2114997e136_0_995"/>
              <p:cNvGrpSpPr/>
              <p:nvPr/>
            </p:nvGrpSpPr>
            <p:grpSpPr>
              <a:xfrm>
                <a:off x="-390503" y="2295383"/>
                <a:ext cx="1572778" cy="118575"/>
                <a:chOff x="-390503" y="2295383"/>
                <a:chExt cx="1572778" cy="118575"/>
              </a:xfrm>
            </p:grpSpPr>
            <p:sp>
              <p:nvSpPr>
                <p:cNvPr id="96" name="Google Shape;96;g2114997e136_0_995"/>
                <p:cNvSpPr/>
                <p:nvPr/>
              </p:nvSpPr>
              <p:spPr>
                <a:xfrm>
                  <a:off x="-390503" y="2338374"/>
                  <a:ext cx="1474350" cy="32608"/>
                </a:xfrm>
                <a:custGeom>
                  <a:rect b="b" l="l" r="r" t="t"/>
                  <a:pathLst>
                    <a:path extrusionOk="0" h="396" w="17904">
                      <a:moveTo>
                        <a:pt x="0" y="1"/>
                      </a:moveTo>
                      <a:lnTo>
                        <a:pt x="0" y="396"/>
                      </a:lnTo>
                      <a:lnTo>
                        <a:pt x="17903" y="396"/>
                      </a:lnTo>
                      <a:lnTo>
                        <a:pt x="1790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2114997e136_0_995"/>
                <p:cNvSpPr/>
                <p:nvPr/>
              </p:nvSpPr>
              <p:spPr>
                <a:xfrm>
                  <a:off x="1063700" y="229538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 name="Google Shape;98;g2114997e136_0_995"/>
              <p:cNvGrpSpPr/>
              <p:nvPr/>
            </p:nvGrpSpPr>
            <p:grpSpPr>
              <a:xfrm>
                <a:off x="-565732" y="2666266"/>
                <a:ext cx="2239329" cy="434292"/>
                <a:chOff x="-565732" y="2666266"/>
                <a:chExt cx="2239329" cy="434292"/>
              </a:xfrm>
            </p:grpSpPr>
            <p:sp>
              <p:nvSpPr>
                <p:cNvPr id="99" name="Google Shape;99;g2114997e136_0_995"/>
                <p:cNvSpPr/>
                <p:nvPr/>
              </p:nvSpPr>
              <p:spPr>
                <a:xfrm>
                  <a:off x="-565732" y="2666266"/>
                  <a:ext cx="2165163" cy="393021"/>
                </a:xfrm>
                <a:custGeom>
                  <a:rect b="b" l="l" r="r" t="t"/>
                  <a:pathLst>
                    <a:path extrusionOk="0" h="4773" w="26293">
                      <a:moveTo>
                        <a:pt x="1" y="1"/>
                      </a:moveTo>
                      <a:lnTo>
                        <a:pt x="1" y="396"/>
                      </a:lnTo>
                      <a:lnTo>
                        <a:pt x="10396" y="396"/>
                      </a:lnTo>
                      <a:lnTo>
                        <a:pt x="10457" y="457"/>
                      </a:lnTo>
                      <a:lnTo>
                        <a:pt x="14803" y="4773"/>
                      </a:lnTo>
                      <a:lnTo>
                        <a:pt x="26293" y="4773"/>
                      </a:lnTo>
                      <a:cubicBezTo>
                        <a:pt x="26171" y="4712"/>
                        <a:pt x="26050" y="4560"/>
                        <a:pt x="25928" y="4438"/>
                      </a:cubicBezTo>
                      <a:lnTo>
                        <a:pt x="14986" y="4438"/>
                      </a:lnTo>
                      <a:lnTo>
                        <a:pt x="10730" y="183"/>
                      </a:lnTo>
                      <a:cubicBezTo>
                        <a:pt x="10700" y="183"/>
                        <a:pt x="10700" y="183"/>
                        <a:pt x="10700" y="153"/>
                      </a:cubicBezTo>
                      <a:cubicBezTo>
                        <a:pt x="10639" y="92"/>
                        <a:pt x="10609" y="61"/>
                        <a:pt x="10548" y="31"/>
                      </a:cubicBezTo>
                      <a:lnTo>
                        <a:pt x="1048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g2114997e136_0_995"/>
                <p:cNvSpPr/>
                <p:nvPr/>
              </p:nvSpPr>
              <p:spPr>
                <a:xfrm>
                  <a:off x="1555022" y="298198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101" name="Google Shape;101;g2114997e136_0_995"/>
          <p:cNvGrpSpPr/>
          <p:nvPr/>
        </p:nvGrpSpPr>
        <p:grpSpPr>
          <a:xfrm>
            <a:off x="-736445" y="1581995"/>
            <a:ext cx="2290315" cy="1518338"/>
            <a:chOff x="-736445" y="1581995"/>
            <a:chExt cx="2290315" cy="1518338"/>
          </a:xfrm>
        </p:grpSpPr>
        <p:sp>
          <p:nvSpPr>
            <p:cNvPr id="102" name="Google Shape;102;g2114997e136_0_995"/>
            <p:cNvSpPr/>
            <p:nvPr/>
          </p:nvSpPr>
          <p:spPr>
            <a:xfrm>
              <a:off x="1109379" y="2803495"/>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 name="Google Shape;103;g2114997e136_0_995"/>
            <p:cNvGrpSpPr/>
            <p:nvPr/>
          </p:nvGrpSpPr>
          <p:grpSpPr>
            <a:xfrm>
              <a:off x="-736445" y="1581995"/>
              <a:ext cx="2290315" cy="1518338"/>
              <a:chOff x="-565732" y="1582220"/>
              <a:chExt cx="2290315" cy="1518338"/>
            </a:xfrm>
          </p:grpSpPr>
          <p:sp>
            <p:nvSpPr>
              <p:cNvPr id="104" name="Google Shape;104;g2114997e136_0_995"/>
              <p:cNvSpPr/>
              <p:nvPr/>
            </p:nvSpPr>
            <p:spPr>
              <a:xfrm>
                <a:off x="-565732" y="2486098"/>
                <a:ext cx="1862289" cy="395491"/>
              </a:xfrm>
              <a:custGeom>
                <a:rect b="b" l="l" r="r" t="t"/>
                <a:pathLst>
                  <a:path extrusionOk="0" h="4803" w="22615">
                    <a:moveTo>
                      <a:pt x="1" y="0"/>
                    </a:moveTo>
                    <a:lnTo>
                      <a:pt x="1" y="365"/>
                    </a:lnTo>
                    <a:lnTo>
                      <a:pt x="11429" y="365"/>
                    </a:lnTo>
                    <a:lnTo>
                      <a:pt x="11460" y="395"/>
                    </a:lnTo>
                    <a:lnTo>
                      <a:pt x="13010" y="1945"/>
                    </a:lnTo>
                    <a:cubicBezTo>
                      <a:pt x="13922" y="2857"/>
                      <a:pt x="14894" y="3830"/>
                      <a:pt x="15837" y="4742"/>
                    </a:cubicBezTo>
                    <a:lnTo>
                      <a:pt x="15897" y="4803"/>
                    </a:lnTo>
                    <a:lnTo>
                      <a:pt x="22615" y="4803"/>
                    </a:lnTo>
                    <a:lnTo>
                      <a:pt x="22615" y="4408"/>
                    </a:lnTo>
                    <a:lnTo>
                      <a:pt x="16049" y="4408"/>
                    </a:lnTo>
                    <a:cubicBezTo>
                      <a:pt x="15107" y="3526"/>
                      <a:pt x="14195" y="2584"/>
                      <a:pt x="13283" y="1672"/>
                    </a:cubicBezTo>
                    <a:cubicBezTo>
                      <a:pt x="12767" y="1155"/>
                      <a:pt x="12250" y="638"/>
                      <a:pt x="11733" y="122"/>
                    </a:cubicBezTo>
                    <a:lnTo>
                      <a:pt x="11703" y="91"/>
                    </a:lnTo>
                    <a:cubicBezTo>
                      <a:pt x="11672" y="61"/>
                      <a:pt x="11642" y="61"/>
                      <a:pt x="11612" y="31"/>
                    </a:cubicBezTo>
                    <a:lnTo>
                      <a:pt x="1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5" name="Google Shape;105;g2114997e136_0_995"/>
              <p:cNvGrpSpPr/>
              <p:nvPr/>
            </p:nvGrpSpPr>
            <p:grpSpPr>
              <a:xfrm>
                <a:off x="-565732" y="1582220"/>
                <a:ext cx="2290315" cy="435914"/>
                <a:chOff x="-565732" y="1582220"/>
                <a:chExt cx="2290315" cy="435914"/>
              </a:xfrm>
            </p:grpSpPr>
            <p:sp>
              <p:nvSpPr>
                <p:cNvPr id="106" name="Google Shape;106;g2114997e136_0_995"/>
                <p:cNvSpPr/>
                <p:nvPr/>
              </p:nvSpPr>
              <p:spPr>
                <a:xfrm>
                  <a:off x="-565732" y="1622561"/>
                  <a:ext cx="2202713" cy="395573"/>
                </a:xfrm>
                <a:custGeom>
                  <a:rect b="b" l="l" r="r" t="t"/>
                  <a:pathLst>
                    <a:path extrusionOk="0" h="4804" w="26749">
                      <a:moveTo>
                        <a:pt x="14803" y="1"/>
                      </a:moveTo>
                      <a:lnTo>
                        <a:pt x="10457" y="4347"/>
                      </a:lnTo>
                      <a:lnTo>
                        <a:pt x="10396" y="4408"/>
                      </a:lnTo>
                      <a:lnTo>
                        <a:pt x="10396" y="4438"/>
                      </a:lnTo>
                      <a:lnTo>
                        <a:pt x="1" y="4438"/>
                      </a:lnTo>
                      <a:lnTo>
                        <a:pt x="1" y="4803"/>
                      </a:lnTo>
                      <a:lnTo>
                        <a:pt x="10517" y="4803"/>
                      </a:lnTo>
                      <a:lnTo>
                        <a:pt x="10548" y="4773"/>
                      </a:lnTo>
                      <a:cubicBezTo>
                        <a:pt x="10609" y="4742"/>
                        <a:pt x="10639" y="4712"/>
                        <a:pt x="10700" y="4651"/>
                      </a:cubicBezTo>
                      <a:lnTo>
                        <a:pt x="10730" y="4621"/>
                      </a:lnTo>
                      <a:lnTo>
                        <a:pt x="14955" y="365"/>
                      </a:lnTo>
                      <a:lnTo>
                        <a:pt x="26749" y="365"/>
                      </a:lnTo>
                      <a:lnTo>
                        <a:pt x="267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2114997e136_0_995"/>
                <p:cNvSpPr/>
                <p:nvPr/>
              </p:nvSpPr>
              <p:spPr>
                <a:xfrm>
                  <a:off x="1606008" y="158222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 name="Google Shape;108;g2114997e136_0_995"/>
              <p:cNvGrpSpPr/>
              <p:nvPr/>
            </p:nvGrpSpPr>
            <p:grpSpPr>
              <a:xfrm>
                <a:off x="-565732" y="1759770"/>
                <a:ext cx="1948882" cy="441084"/>
                <a:chOff x="-565732" y="1759770"/>
                <a:chExt cx="1948882" cy="441084"/>
              </a:xfrm>
            </p:grpSpPr>
            <p:sp>
              <p:nvSpPr>
                <p:cNvPr id="109" name="Google Shape;109;g2114997e136_0_995"/>
                <p:cNvSpPr/>
                <p:nvPr/>
              </p:nvSpPr>
              <p:spPr>
                <a:xfrm>
                  <a:off x="-565732" y="1805281"/>
                  <a:ext cx="1862289" cy="395573"/>
                </a:xfrm>
                <a:custGeom>
                  <a:rect b="b" l="l" r="r" t="t"/>
                  <a:pathLst>
                    <a:path extrusionOk="0" h="4804" w="22615">
                      <a:moveTo>
                        <a:pt x="15867" y="1"/>
                      </a:moveTo>
                      <a:lnTo>
                        <a:pt x="15806" y="61"/>
                      </a:lnTo>
                      <a:cubicBezTo>
                        <a:pt x="14864" y="973"/>
                        <a:pt x="13922" y="1946"/>
                        <a:pt x="12980" y="2858"/>
                      </a:cubicBezTo>
                      <a:lnTo>
                        <a:pt x="11460" y="4408"/>
                      </a:lnTo>
                      <a:lnTo>
                        <a:pt x="11429" y="4438"/>
                      </a:lnTo>
                      <a:lnTo>
                        <a:pt x="1" y="4438"/>
                      </a:lnTo>
                      <a:lnTo>
                        <a:pt x="1" y="4803"/>
                      </a:lnTo>
                      <a:lnTo>
                        <a:pt x="11581" y="4803"/>
                      </a:lnTo>
                      <a:lnTo>
                        <a:pt x="11612" y="4773"/>
                      </a:lnTo>
                      <a:cubicBezTo>
                        <a:pt x="11642" y="4742"/>
                        <a:pt x="11672" y="4712"/>
                        <a:pt x="11703" y="4681"/>
                      </a:cubicBezTo>
                      <a:lnTo>
                        <a:pt x="11733" y="4681"/>
                      </a:lnTo>
                      <a:lnTo>
                        <a:pt x="13283" y="3131"/>
                      </a:lnTo>
                      <a:cubicBezTo>
                        <a:pt x="14165" y="2219"/>
                        <a:pt x="15107" y="1277"/>
                        <a:pt x="16049" y="365"/>
                      </a:cubicBezTo>
                      <a:lnTo>
                        <a:pt x="22615" y="365"/>
                      </a:lnTo>
                      <a:lnTo>
                        <a:pt x="226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2114997e136_0_995"/>
                <p:cNvSpPr/>
                <p:nvPr/>
              </p:nvSpPr>
              <p:spPr>
                <a:xfrm>
                  <a:off x="1264575" y="175977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g2114997e136_0_995"/>
              <p:cNvGrpSpPr/>
              <p:nvPr/>
            </p:nvGrpSpPr>
            <p:grpSpPr>
              <a:xfrm>
                <a:off x="-390503" y="2295383"/>
                <a:ext cx="1572778" cy="118575"/>
                <a:chOff x="-390503" y="2295383"/>
                <a:chExt cx="1572778" cy="118575"/>
              </a:xfrm>
            </p:grpSpPr>
            <p:sp>
              <p:nvSpPr>
                <p:cNvPr id="112" name="Google Shape;112;g2114997e136_0_995"/>
                <p:cNvSpPr/>
                <p:nvPr/>
              </p:nvSpPr>
              <p:spPr>
                <a:xfrm>
                  <a:off x="-390503" y="2338374"/>
                  <a:ext cx="1474350" cy="32608"/>
                </a:xfrm>
                <a:custGeom>
                  <a:rect b="b" l="l" r="r" t="t"/>
                  <a:pathLst>
                    <a:path extrusionOk="0" h="396" w="17904">
                      <a:moveTo>
                        <a:pt x="0" y="1"/>
                      </a:moveTo>
                      <a:lnTo>
                        <a:pt x="0" y="396"/>
                      </a:lnTo>
                      <a:lnTo>
                        <a:pt x="17903" y="396"/>
                      </a:lnTo>
                      <a:lnTo>
                        <a:pt x="1790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g2114997e136_0_995"/>
                <p:cNvSpPr/>
                <p:nvPr/>
              </p:nvSpPr>
              <p:spPr>
                <a:xfrm>
                  <a:off x="1063700" y="229538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 name="Google Shape;114;g2114997e136_0_995"/>
              <p:cNvGrpSpPr/>
              <p:nvPr/>
            </p:nvGrpSpPr>
            <p:grpSpPr>
              <a:xfrm>
                <a:off x="-565732" y="2666266"/>
                <a:ext cx="2239329" cy="434292"/>
                <a:chOff x="-565732" y="2666266"/>
                <a:chExt cx="2239329" cy="434292"/>
              </a:xfrm>
            </p:grpSpPr>
            <p:sp>
              <p:nvSpPr>
                <p:cNvPr id="115" name="Google Shape;115;g2114997e136_0_995"/>
                <p:cNvSpPr/>
                <p:nvPr/>
              </p:nvSpPr>
              <p:spPr>
                <a:xfrm>
                  <a:off x="-565732" y="2666266"/>
                  <a:ext cx="2165163" cy="393021"/>
                </a:xfrm>
                <a:custGeom>
                  <a:rect b="b" l="l" r="r" t="t"/>
                  <a:pathLst>
                    <a:path extrusionOk="0" h="4773" w="26293">
                      <a:moveTo>
                        <a:pt x="1" y="1"/>
                      </a:moveTo>
                      <a:lnTo>
                        <a:pt x="1" y="396"/>
                      </a:lnTo>
                      <a:lnTo>
                        <a:pt x="10396" y="396"/>
                      </a:lnTo>
                      <a:lnTo>
                        <a:pt x="10457" y="457"/>
                      </a:lnTo>
                      <a:lnTo>
                        <a:pt x="14803" y="4773"/>
                      </a:lnTo>
                      <a:lnTo>
                        <a:pt x="26293" y="4773"/>
                      </a:lnTo>
                      <a:cubicBezTo>
                        <a:pt x="26171" y="4712"/>
                        <a:pt x="26050" y="4560"/>
                        <a:pt x="25928" y="4438"/>
                      </a:cubicBezTo>
                      <a:lnTo>
                        <a:pt x="14986" y="4438"/>
                      </a:lnTo>
                      <a:lnTo>
                        <a:pt x="10730" y="183"/>
                      </a:lnTo>
                      <a:cubicBezTo>
                        <a:pt x="10700" y="183"/>
                        <a:pt x="10700" y="183"/>
                        <a:pt x="10700" y="153"/>
                      </a:cubicBezTo>
                      <a:cubicBezTo>
                        <a:pt x="10639" y="92"/>
                        <a:pt x="10609" y="61"/>
                        <a:pt x="10548" y="31"/>
                      </a:cubicBezTo>
                      <a:lnTo>
                        <a:pt x="1048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2114997e136_0_995"/>
                <p:cNvSpPr/>
                <p:nvPr/>
              </p:nvSpPr>
              <p:spPr>
                <a:xfrm>
                  <a:off x="1555022" y="298198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
    <p:spTree>
      <p:nvGrpSpPr>
        <p:cNvPr id="117" name="Shape 117"/>
        <p:cNvGrpSpPr/>
        <p:nvPr/>
      </p:nvGrpSpPr>
      <p:grpSpPr>
        <a:xfrm>
          <a:off x="0" y="0"/>
          <a:ext cx="0" cy="0"/>
          <a:chOff x="0" y="0"/>
          <a:chExt cx="0" cy="0"/>
        </a:xfrm>
      </p:grpSpPr>
      <p:sp>
        <p:nvSpPr>
          <p:cNvPr id="118" name="Google Shape;118;g2114997e136_0_1030"/>
          <p:cNvSpPr txBox="1"/>
          <p:nvPr>
            <p:ph type="title"/>
          </p:nvPr>
        </p:nvSpPr>
        <p:spPr>
          <a:xfrm>
            <a:off x="713325" y="539700"/>
            <a:ext cx="7717500" cy="4779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19" name="Shape 119"/>
        <p:cNvGrpSpPr/>
        <p:nvPr/>
      </p:nvGrpSpPr>
      <p:grpSpPr>
        <a:xfrm>
          <a:off x="0" y="0"/>
          <a:ext cx="0" cy="0"/>
          <a:chOff x="0" y="0"/>
          <a:chExt cx="0" cy="0"/>
        </a:xfrm>
      </p:grpSpPr>
      <p:sp>
        <p:nvSpPr>
          <p:cNvPr id="120" name="Google Shape;120;g2114997e136_0_1032"/>
          <p:cNvSpPr txBox="1"/>
          <p:nvPr>
            <p:ph type="title"/>
          </p:nvPr>
        </p:nvSpPr>
        <p:spPr>
          <a:xfrm>
            <a:off x="713288" y="2910719"/>
            <a:ext cx="1743000" cy="407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21" name="Google Shape;121;g2114997e136_0_1032"/>
          <p:cNvSpPr txBox="1"/>
          <p:nvPr>
            <p:ph idx="1" type="subTitle"/>
          </p:nvPr>
        </p:nvSpPr>
        <p:spPr>
          <a:xfrm>
            <a:off x="713288" y="3349725"/>
            <a:ext cx="1743000" cy="645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2" name="Google Shape;122;g2114997e136_0_1032"/>
          <p:cNvSpPr txBox="1"/>
          <p:nvPr>
            <p:ph idx="2" type="title"/>
          </p:nvPr>
        </p:nvSpPr>
        <p:spPr>
          <a:xfrm>
            <a:off x="2704760" y="2910719"/>
            <a:ext cx="1743000" cy="407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23" name="Google Shape;123;g2114997e136_0_1032"/>
          <p:cNvSpPr txBox="1"/>
          <p:nvPr>
            <p:ph idx="3" type="subTitle"/>
          </p:nvPr>
        </p:nvSpPr>
        <p:spPr>
          <a:xfrm>
            <a:off x="2704760" y="3349725"/>
            <a:ext cx="1743000" cy="645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4" name="Google Shape;124;g2114997e136_0_1032"/>
          <p:cNvSpPr txBox="1"/>
          <p:nvPr>
            <p:ph idx="4" type="title"/>
          </p:nvPr>
        </p:nvSpPr>
        <p:spPr>
          <a:xfrm>
            <a:off x="6687713" y="2910719"/>
            <a:ext cx="1743000" cy="407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25" name="Google Shape;125;g2114997e136_0_1032"/>
          <p:cNvSpPr txBox="1"/>
          <p:nvPr>
            <p:ph idx="5" type="subTitle"/>
          </p:nvPr>
        </p:nvSpPr>
        <p:spPr>
          <a:xfrm>
            <a:off x="6687713" y="3349725"/>
            <a:ext cx="1743000" cy="645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6" name="Google Shape;126;g2114997e136_0_1032"/>
          <p:cNvSpPr txBox="1"/>
          <p:nvPr>
            <p:ph idx="6" type="title"/>
          </p:nvPr>
        </p:nvSpPr>
        <p:spPr>
          <a:xfrm>
            <a:off x="4696235" y="2910719"/>
            <a:ext cx="1743000" cy="407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27" name="Google Shape;127;g2114997e136_0_1032"/>
          <p:cNvSpPr txBox="1"/>
          <p:nvPr>
            <p:ph idx="7" type="subTitle"/>
          </p:nvPr>
        </p:nvSpPr>
        <p:spPr>
          <a:xfrm>
            <a:off x="4696235" y="3349725"/>
            <a:ext cx="1743000" cy="645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8" name="Google Shape;128;g2114997e136_0_1032"/>
          <p:cNvSpPr txBox="1"/>
          <p:nvPr>
            <p:ph idx="8" type="title"/>
          </p:nvPr>
        </p:nvSpPr>
        <p:spPr>
          <a:xfrm>
            <a:off x="1485450" y="539700"/>
            <a:ext cx="61731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grpSp>
        <p:nvGrpSpPr>
          <p:cNvPr id="129" name="Google Shape;129;g2114997e136_0_1032"/>
          <p:cNvGrpSpPr/>
          <p:nvPr/>
        </p:nvGrpSpPr>
        <p:grpSpPr>
          <a:xfrm flipH="1" rot="-5400000">
            <a:off x="7870706" y="-268526"/>
            <a:ext cx="2014792" cy="469199"/>
            <a:chOff x="-35117" y="4345992"/>
            <a:chExt cx="2014792" cy="469200"/>
          </a:xfrm>
        </p:grpSpPr>
        <p:sp>
          <p:nvSpPr>
            <p:cNvPr id="130" name="Google Shape;130;g2114997e136_0_1032"/>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2114997e136_0_1032"/>
            <p:cNvSpPr/>
            <p:nvPr/>
          </p:nvSpPr>
          <p:spPr>
            <a:xfrm>
              <a:off x="1861099" y="434599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solidFill>
              <a:schemeClr val="accent1"/>
            </a:solid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 name="Google Shape;132;g2114997e136_0_1032"/>
          <p:cNvGrpSpPr/>
          <p:nvPr/>
        </p:nvGrpSpPr>
        <p:grpSpPr>
          <a:xfrm flipH="1" rot="-5400000">
            <a:off x="7480661" y="-546192"/>
            <a:ext cx="2014792" cy="719732"/>
            <a:chOff x="-85247" y="4203623"/>
            <a:chExt cx="2014792" cy="719732"/>
          </a:xfrm>
        </p:grpSpPr>
        <p:grpSp>
          <p:nvGrpSpPr>
            <p:cNvPr id="133" name="Google Shape;133;g2114997e136_0_1032"/>
            <p:cNvGrpSpPr/>
            <p:nvPr/>
          </p:nvGrpSpPr>
          <p:grpSpPr>
            <a:xfrm>
              <a:off x="-85247" y="4203623"/>
              <a:ext cx="2014792" cy="469196"/>
              <a:chOff x="-35117" y="4163517"/>
              <a:chExt cx="2014792" cy="469196"/>
            </a:xfrm>
          </p:grpSpPr>
          <p:sp>
            <p:nvSpPr>
              <p:cNvPr id="134" name="Google Shape;134;g2114997e136_0_1032"/>
              <p:cNvSpPr/>
              <p:nvPr/>
            </p:nvSpPr>
            <p:spPr>
              <a:xfrm rot="-5400000">
                <a:off x="712889" y="3459167"/>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2114997e136_0_1032"/>
              <p:cNvSpPr/>
              <p:nvPr/>
            </p:nvSpPr>
            <p:spPr>
              <a:xfrm>
                <a:off x="1861099" y="4163517"/>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6" name="Google Shape;136;g2114997e136_0_1032"/>
            <p:cNvGrpSpPr/>
            <p:nvPr/>
          </p:nvGrpSpPr>
          <p:grpSpPr>
            <a:xfrm>
              <a:off x="-85247" y="4454155"/>
              <a:ext cx="2014792" cy="469200"/>
              <a:chOff x="-35117" y="4345992"/>
              <a:chExt cx="2014792" cy="469200"/>
            </a:xfrm>
          </p:grpSpPr>
          <p:sp>
            <p:nvSpPr>
              <p:cNvPr id="137" name="Google Shape;137;g2114997e136_0_1032"/>
              <p:cNvSpPr/>
              <p:nvPr/>
            </p:nvSpPr>
            <p:spPr>
              <a:xfrm>
                <a:off x="1861099" y="434599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g2114997e136_0_1032"/>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2">
    <p:spTree>
      <p:nvGrpSpPr>
        <p:cNvPr id="139" name="Shape 139"/>
        <p:cNvGrpSpPr/>
        <p:nvPr/>
      </p:nvGrpSpPr>
      <p:grpSpPr>
        <a:xfrm>
          <a:off x="0" y="0"/>
          <a:ext cx="0" cy="0"/>
          <a:chOff x="0" y="0"/>
          <a:chExt cx="0" cy="0"/>
        </a:xfrm>
      </p:grpSpPr>
      <p:sp>
        <p:nvSpPr>
          <p:cNvPr id="140" name="Google Shape;140;g2114997e136_0_1052"/>
          <p:cNvSpPr txBox="1"/>
          <p:nvPr>
            <p:ph type="title"/>
          </p:nvPr>
        </p:nvSpPr>
        <p:spPr>
          <a:xfrm>
            <a:off x="713325" y="539700"/>
            <a:ext cx="5488800" cy="4779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Clr>
                <a:schemeClr val="dk1"/>
              </a:buClr>
              <a:buSzPts val="2700"/>
              <a:buNone/>
              <a:defRPr>
                <a:solidFill>
                  <a:schemeClr val="dk1"/>
                </a:solidFill>
              </a:defRPr>
            </a:lvl1pPr>
            <a:lvl2pPr lvl="1" rtl="0" algn="ctr">
              <a:lnSpc>
                <a:spcPct val="100000"/>
              </a:lnSpc>
              <a:spcBef>
                <a:spcPts val="0"/>
              </a:spcBef>
              <a:spcAft>
                <a:spcPts val="0"/>
              </a:spcAft>
              <a:buClr>
                <a:schemeClr val="dk1"/>
              </a:buClr>
              <a:buSzPts val="2500"/>
              <a:buNone/>
              <a:defRPr>
                <a:solidFill>
                  <a:schemeClr val="dk1"/>
                </a:solidFill>
              </a:defRPr>
            </a:lvl2pPr>
            <a:lvl3pPr lvl="2" rtl="0" algn="ctr">
              <a:lnSpc>
                <a:spcPct val="100000"/>
              </a:lnSpc>
              <a:spcBef>
                <a:spcPts val="0"/>
              </a:spcBef>
              <a:spcAft>
                <a:spcPts val="0"/>
              </a:spcAft>
              <a:buClr>
                <a:schemeClr val="dk1"/>
              </a:buClr>
              <a:buSzPts val="2500"/>
              <a:buNone/>
              <a:defRPr>
                <a:solidFill>
                  <a:schemeClr val="dk1"/>
                </a:solidFill>
              </a:defRPr>
            </a:lvl3pPr>
            <a:lvl4pPr lvl="3" rtl="0" algn="ctr">
              <a:lnSpc>
                <a:spcPct val="100000"/>
              </a:lnSpc>
              <a:spcBef>
                <a:spcPts val="0"/>
              </a:spcBef>
              <a:spcAft>
                <a:spcPts val="0"/>
              </a:spcAft>
              <a:buClr>
                <a:schemeClr val="dk1"/>
              </a:buClr>
              <a:buSzPts val="2500"/>
              <a:buNone/>
              <a:defRPr>
                <a:solidFill>
                  <a:schemeClr val="dk1"/>
                </a:solidFill>
              </a:defRPr>
            </a:lvl4pPr>
            <a:lvl5pPr lvl="4" rtl="0" algn="ctr">
              <a:lnSpc>
                <a:spcPct val="100000"/>
              </a:lnSpc>
              <a:spcBef>
                <a:spcPts val="0"/>
              </a:spcBef>
              <a:spcAft>
                <a:spcPts val="0"/>
              </a:spcAft>
              <a:buClr>
                <a:schemeClr val="dk1"/>
              </a:buClr>
              <a:buSzPts val="2500"/>
              <a:buNone/>
              <a:defRPr>
                <a:solidFill>
                  <a:schemeClr val="dk1"/>
                </a:solidFill>
              </a:defRPr>
            </a:lvl5pPr>
            <a:lvl6pPr lvl="5" rtl="0" algn="ctr">
              <a:lnSpc>
                <a:spcPct val="100000"/>
              </a:lnSpc>
              <a:spcBef>
                <a:spcPts val="0"/>
              </a:spcBef>
              <a:spcAft>
                <a:spcPts val="0"/>
              </a:spcAft>
              <a:buClr>
                <a:schemeClr val="dk1"/>
              </a:buClr>
              <a:buSzPts val="2500"/>
              <a:buNone/>
              <a:defRPr>
                <a:solidFill>
                  <a:schemeClr val="dk1"/>
                </a:solidFill>
              </a:defRPr>
            </a:lvl6pPr>
            <a:lvl7pPr lvl="6" rtl="0" algn="ctr">
              <a:lnSpc>
                <a:spcPct val="100000"/>
              </a:lnSpc>
              <a:spcBef>
                <a:spcPts val="0"/>
              </a:spcBef>
              <a:spcAft>
                <a:spcPts val="0"/>
              </a:spcAft>
              <a:buClr>
                <a:schemeClr val="dk1"/>
              </a:buClr>
              <a:buSzPts val="2500"/>
              <a:buNone/>
              <a:defRPr>
                <a:solidFill>
                  <a:schemeClr val="dk1"/>
                </a:solidFill>
              </a:defRPr>
            </a:lvl7pPr>
            <a:lvl8pPr lvl="7" rtl="0" algn="ctr">
              <a:lnSpc>
                <a:spcPct val="100000"/>
              </a:lnSpc>
              <a:spcBef>
                <a:spcPts val="0"/>
              </a:spcBef>
              <a:spcAft>
                <a:spcPts val="0"/>
              </a:spcAft>
              <a:buClr>
                <a:schemeClr val="dk1"/>
              </a:buClr>
              <a:buSzPts val="2500"/>
              <a:buNone/>
              <a:defRPr>
                <a:solidFill>
                  <a:schemeClr val="dk1"/>
                </a:solidFill>
              </a:defRPr>
            </a:lvl8pPr>
            <a:lvl9pPr lvl="8" rtl="0" algn="ctr">
              <a:lnSpc>
                <a:spcPct val="100000"/>
              </a:lnSpc>
              <a:spcBef>
                <a:spcPts val="0"/>
              </a:spcBef>
              <a:spcAft>
                <a:spcPts val="0"/>
              </a:spcAft>
              <a:buClr>
                <a:schemeClr val="dk1"/>
              </a:buClr>
              <a:buSzPts val="2500"/>
              <a:buNone/>
              <a:defRPr>
                <a:solidFill>
                  <a:schemeClr val="dk1"/>
                </a:solidFill>
              </a:defRPr>
            </a:lvl9pPr>
          </a:lstStyle>
          <a:p/>
        </p:txBody>
      </p:sp>
      <p:grpSp>
        <p:nvGrpSpPr>
          <p:cNvPr id="141" name="Google Shape;141;g2114997e136_0_1052"/>
          <p:cNvGrpSpPr/>
          <p:nvPr/>
        </p:nvGrpSpPr>
        <p:grpSpPr>
          <a:xfrm>
            <a:off x="6521425" y="-33816"/>
            <a:ext cx="2852632" cy="755873"/>
            <a:chOff x="6521425" y="153500"/>
            <a:chExt cx="2852632" cy="755873"/>
          </a:xfrm>
        </p:grpSpPr>
        <p:grpSp>
          <p:nvGrpSpPr>
            <p:cNvPr id="142" name="Google Shape;142;g2114997e136_0_1052"/>
            <p:cNvGrpSpPr/>
            <p:nvPr/>
          </p:nvGrpSpPr>
          <p:grpSpPr>
            <a:xfrm>
              <a:off x="6521425" y="153500"/>
              <a:ext cx="2257381" cy="391400"/>
              <a:chOff x="6521425" y="153500"/>
              <a:chExt cx="2257381" cy="391400"/>
            </a:xfrm>
          </p:grpSpPr>
          <p:sp>
            <p:nvSpPr>
              <p:cNvPr id="143" name="Google Shape;143;g2114997e136_0_1052"/>
              <p:cNvSpPr/>
              <p:nvPr/>
            </p:nvSpPr>
            <p:spPr>
              <a:xfrm>
                <a:off x="6623375" y="153500"/>
                <a:ext cx="2155431" cy="342293"/>
              </a:xfrm>
              <a:custGeom>
                <a:rect b="b" l="l" r="r" t="t"/>
                <a:pathLst>
                  <a:path extrusionOk="0" h="7844" w="49394">
                    <a:moveTo>
                      <a:pt x="41551" y="1"/>
                    </a:moveTo>
                    <a:lnTo>
                      <a:pt x="41369" y="31"/>
                    </a:lnTo>
                    <a:lnTo>
                      <a:pt x="34104" y="7235"/>
                    </a:lnTo>
                    <a:lnTo>
                      <a:pt x="0" y="7235"/>
                    </a:lnTo>
                    <a:lnTo>
                      <a:pt x="0" y="7843"/>
                    </a:lnTo>
                    <a:lnTo>
                      <a:pt x="34287" y="7843"/>
                    </a:lnTo>
                    <a:lnTo>
                      <a:pt x="34347" y="7813"/>
                    </a:lnTo>
                    <a:cubicBezTo>
                      <a:pt x="34378" y="7813"/>
                      <a:pt x="34439" y="7782"/>
                      <a:pt x="34469" y="7721"/>
                    </a:cubicBezTo>
                    <a:lnTo>
                      <a:pt x="41642" y="578"/>
                    </a:lnTo>
                    <a:lnTo>
                      <a:pt x="49393" y="578"/>
                    </a:lnTo>
                    <a:lnTo>
                      <a:pt x="4939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g2114997e136_0_1052"/>
              <p:cNvSpPr/>
              <p:nvPr/>
            </p:nvSpPr>
            <p:spPr>
              <a:xfrm>
                <a:off x="6521425" y="427100"/>
                <a:ext cx="118575" cy="117800"/>
              </a:xfrm>
              <a:custGeom>
                <a:rect b="b" l="l" r="r" t="t"/>
                <a:pathLst>
                  <a:path extrusionOk="0" fill="none" h="4712" w="4743">
                    <a:moveTo>
                      <a:pt x="1" y="2007"/>
                    </a:moveTo>
                    <a:cubicBezTo>
                      <a:pt x="1" y="3830"/>
                      <a:pt x="2189" y="4712"/>
                      <a:pt x="3466" y="3466"/>
                    </a:cubicBezTo>
                    <a:cubicBezTo>
                      <a:pt x="4742" y="2189"/>
                      <a:pt x="3830" y="1"/>
                      <a:pt x="2037" y="1"/>
                    </a:cubicBezTo>
                    <a:cubicBezTo>
                      <a:pt x="912" y="1"/>
                      <a:pt x="1" y="912"/>
                      <a:pt x="1" y="200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5" name="Google Shape;145;g2114997e136_0_1052"/>
            <p:cNvGrpSpPr/>
            <p:nvPr/>
          </p:nvGrpSpPr>
          <p:grpSpPr>
            <a:xfrm>
              <a:off x="6826225" y="326868"/>
              <a:ext cx="2547832" cy="405547"/>
              <a:chOff x="6826225" y="344423"/>
              <a:chExt cx="2547832" cy="405547"/>
            </a:xfrm>
          </p:grpSpPr>
          <p:sp>
            <p:nvSpPr>
              <p:cNvPr id="146" name="Google Shape;146;g2114997e136_0_1052"/>
              <p:cNvSpPr/>
              <p:nvPr/>
            </p:nvSpPr>
            <p:spPr>
              <a:xfrm>
                <a:off x="6928175" y="344423"/>
                <a:ext cx="2445882" cy="350889"/>
              </a:xfrm>
              <a:custGeom>
                <a:rect b="b" l="l" r="r" t="t"/>
                <a:pathLst>
                  <a:path extrusionOk="0" h="8041" w="56050">
                    <a:moveTo>
                      <a:pt x="43369" y="1"/>
                    </a:moveTo>
                    <a:cubicBezTo>
                      <a:pt x="43113" y="1"/>
                      <a:pt x="42857" y="119"/>
                      <a:pt x="42706" y="320"/>
                    </a:cubicBezTo>
                    <a:lnTo>
                      <a:pt x="35837" y="7190"/>
                    </a:lnTo>
                    <a:cubicBezTo>
                      <a:pt x="35776" y="7220"/>
                      <a:pt x="35746" y="7281"/>
                      <a:pt x="35685" y="7342"/>
                    </a:cubicBezTo>
                    <a:cubicBezTo>
                      <a:pt x="35654" y="7372"/>
                      <a:pt x="35624" y="7403"/>
                      <a:pt x="35594" y="7433"/>
                    </a:cubicBezTo>
                    <a:lnTo>
                      <a:pt x="0" y="7433"/>
                    </a:lnTo>
                    <a:lnTo>
                      <a:pt x="0" y="8041"/>
                    </a:lnTo>
                    <a:lnTo>
                      <a:pt x="35624" y="8041"/>
                    </a:lnTo>
                    <a:cubicBezTo>
                      <a:pt x="35806" y="8041"/>
                      <a:pt x="35989" y="7919"/>
                      <a:pt x="36141" y="7767"/>
                    </a:cubicBezTo>
                    <a:cubicBezTo>
                      <a:pt x="36171" y="7706"/>
                      <a:pt x="36202" y="7676"/>
                      <a:pt x="36232" y="7646"/>
                    </a:cubicBezTo>
                    <a:lnTo>
                      <a:pt x="43162" y="715"/>
                    </a:lnTo>
                    <a:lnTo>
                      <a:pt x="43193" y="655"/>
                    </a:lnTo>
                    <a:cubicBezTo>
                      <a:pt x="43223" y="594"/>
                      <a:pt x="43253" y="594"/>
                      <a:pt x="43497" y="594"/>
                    </a:cubicBezTo>
                    <a:lnTo>
                      <a:pt x="56050" y="594"/>
                    </a:lnTo>
                    <a:lnTo>
                      <a:pt x="56050" y="16"/>
                    </a:lnTo>
                    <a:lnTo>
                      <a:pt x="43527" y="16"/>
                    </a:lnTo>
                    <a:cubicBezTo>
                      <a:pt x="43475" y="6"/>
                      <a:pt x="43422" y="1"/>
                      <a:pt x="43369"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2114997e136_0_1052"/>
              <p:cNvSpPr/>
              <p:nvPr/>
            </p:nvSpPr>
            <p:spPr>
              <a:xfrm>
                <a:off x="6826225" y="632170"/>
                <a:ext cx="118575" cy="117800"/>
              </a:xfrm>
              <a:custGeom>
                <a:rect b="b" l="l" r="r" t="t"/>
                <a:pathLst>
                  <a:path extrusionOk="0" fill="none" h="4712" w="4743">
                    <a:moveTo>
                      <a:pt x="1" y="2007"/>
                    </a:moveTo>
                    <a:cubicBezTo>
                      <a:pt x="1" y="3830"/>
                      <a:pt x="2189" y="4712"/>
                      <a:pt x="3466" y="3466"/>
                    </a:cubicBezTo>
                    <a:cubicBezTo>
                      <a:pt x="4742" y="2189"/>
                      <a:pt x="3830" y="1"/>
                      <a:pt x="2037" y="1"/>
                    </a:cubicBezTo>
                    <a:cubicBezTo>
                      <a:pt x="912" y="1"/>
                      <a:pt x="1" y="912"/>
                      <a:pt x="1" y="2007"/>
                    </a:cubicBezTo>
                    <a:close/>
                  </a:path>
                </a:pathLst>
              </a:custGeom>
              <a:solidFill>
                <a:schemeClr val="accent2"/>
              </a:solid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8" name="Google Shape;148;g2114997e136_0_1052"/>
            <p:cNvSpPr/>
            <p:nvPr/>
          </p:nvSpPr>
          <p:spPr>
            <a:xfrm>
              <a:off x="6775775" y="828445"/>
              <a:ext cx="2424560" cy="26575"/>
            </a:xfrm>
            <a:custGeom>
              <a:rect b="b" l="l" r="r" t="t"/>
              <a:pathLst>
                <a:path extrusionOk="0" h="609" w="39150">
                  <a:moveTo>
                    <a:pt x="0" y="0"/>
                  </a:moveTo>
                  <a:lnTo>
                    <a:pt x="0" y="608"/>
                  </a:lnTo>
                  <a:lnTo>
                    <a:pt x="39150" y="608"/>
                  </a:lnTo>
                  <a:lnTo>
                    <a:pt x="39150"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2114997e136_0_1052"/>
            <p:cNvSpPr/>
            <p:nvPr/>
          </p:nvSpPr>
          <p:spPr>
            <a:xfrm>
              <a:off x="6673825" y="791573"/>
              <a:ext cx="118575" cy="117800"/>
            </a:xfrm>
            <a:custGeom>
              <a:rect b="b" l="l" r="r" t="t"/>
              <a:pathLst>
                <a:path extrusionOk="0" fill="none" h="4712" w="4743">
                  <a:moveTo>
                    <a:pt x="1" y="2007"/>
                  </a:moveTo>
                  <a:cubicBezTo>
                    <a:pt x="1" y="3830"/>
                    <a:pt x="2189" y="4712"/>
                    <a:pt x="3466" y="3466"/>
                  </a:cubicBezTo>
                  <a:cubicBezTo>
                    <a:pt x="4742" y="2189"/>
                    <a:pt x="3830" y="1"/>
                    <a:pt x="2037" y="1"/>
                  </a:cubicBezTo>
                  <a:cubicBezTo>
                    <a:pt x="912" y="1"/>
                    <a:pt x="1" y="912"/>
                    <a:pt x="1" y="200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
    <p:spTree>
      <p:nvGrpSpPr>
        <p:cNvPr id="150" name="Shape 150"/>
        <p:cNvGrpSpPr/>
        <p:nvPr/>
      </p:nvGrpSpPr>
      <p:grpSpPr>
        <a:xfrm>
          <a:off x="0" y="0"/>
          <a:ext cx="0" cy="0"/>
          <a:chOff x="0" y="0"/>
          <a:chExt cx="0" cy="0"/>
        </a:xfrm>
      </p:grpSpPr>
      <p:sp>
        <p:nvSpPr>
          <p:cNvPr id="151" name="Google Shape;151;g2114997e136_0_1063"/>
          <p:cNvSpPr txBox="1"/>
          <p:nvPr>
            <p:ph type="title"/>
          </p:nvPr>
        </p:nvSpPr>
        <p:spPr>
          <a:xfrm>
            <a:off x="1630950" y="539700"/>
            <a:ext cx="58821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
        <p:nvSpPr>
          <p:cNvPr id="152" name="Google Shape;152;g2114997e136_0_1063"/>
          <p:cNvSpPr txBox="1"/>
          <p:nvPr>
            <p:ph idx="1" type="body"/>
          </p:nvPr>
        </p:nvSpPr>
        <p:spPr>
          <a:xfrm>
            <a:off x="713250" y="1342250"/>
            <a:ext cx="7717500" cy="3261600"/>
          </a:xfrm>
          <a:prstGeom prst="rect">
            <a:avLst/>
          </a:prstGeom>
          <a:noFill/>
          <a:ln>
            <a:noFill/>
          </a:ln>
        </p:spPr>
        <p:txBody>
          <a:bodyPr anchorCtr="0" anchor="ctr" bIns="91425" lIns="91425" spcFirstLastPara="1" rIns="91425" wrap="square" tIns="91425">
            <a:noAutofit/>
          </a:bodyPr>
          <a:lstStyle>
            <a:lvl1pPr indent="-317500" lvl="0" marL="457200" rtl="0" algn="ctr">
              <a:lnSpc>
                <a:spcPct val="100000"/>
              </a:lnSpc>
              <a:spcBef>
                <a:spcPts val="0"/>
              </a:spcBef>
              <a:spcAft>
                <a:spcPts val="0"/>
              </a:spcAft>
              <a:buClr>
                <a:schemeClr val="accent1"/>
              </a:buClr>
              <a:buSzPts val="1400"/>
              <a:buFont typeface="Lato"/>
              <a:buChar char="○"/>
              <a:defRPr/>
            </a:lvl1pPr>
            <a:lvl2pPr indent="-317500" lvl="1" marL="914400" rtl="0" algn="l">
              <a:lnSpc>
                <a:spcPct val="100000"/>
              </a:lnSpc>
              <a:spcBef>
                <a:spcPts val="1600"/>
              </a:spcBef>
              <a:spcAft>
                <a:spcPts val="0"/>
              </a:spcAft>
              <a:buSzPts val="1400"/>
              <a:buFont typeface="Lato"/>
              <a:buChar char="○"/>
              <a:defRPr/>
            </a:lvl2pPr>
            <a:lvl3pPr indent="-317500" lvl="2" marL="1371600" rtl="0" algn="l">
              <a:lnSpc>
                <a:spcPct val="100000"/>
              </a:lnSpc>
              <a:spcBef>
                <a:spcPts val="1600"/>
              </a:spcBef>
              <a:spcAft>
                <a:spcPts val="0"/>
              </a:spcAft>
              <a:buSzPts val="1400"/>
              <a:buFont typeface="Lato"/>
              <a:buChar char="■"/>
              <a:defRPr/>
            </a:lvl3pPr>
            <a:lvl4pPr indent="-317500" lvl="3" marL="1828800" rtl="0" algn="l">
              <a:lnSpc>
                <a:spcPct val="100000"/>
              </a:lnSpc>
              <a:spcBef>
                <a:spcPts val="1600"/>
              </a:spcBef>
              <a:spcAft>
                <a:spcPts val="0"/>
              </a:spcAft>
              <a:buSzPts val="1400"/>
              <a:buFont typeface="Lato"/>
              <a:buChar char="●"/>
              <a:defRPr/>
            </a:lvl4pPr>
            <a:lvl5pPr indent="-317500" lvl="4" marL="2286000" rtl="0" algn="l">
              <a:lnSpc>
                <a:spcPct val="100000"/>
              </a:lnSpc>
              <a:spcBef>
                <a:spcPts val="1600"/>
              </a:spcBef>
              <a:spcAft>
                <a:spcPts val="0"/>
              </a:spcAft>
              <a:buSzPts val="1400"/>
              <a:buFont typeface="Lato"/>
              <a:buChar char="○"/>
              <a:defRPr/>
            </a:lvl5pPr>
            <a:lvl6pPr indent="-317500" lvl="5" marL="2743200" rtl="0" algn="l">
              <a:lnSpc>
                <a:spcPct val="100000"/>
              </a:lnSpc>
              <a:spcBef>
                <a:spcPts val="1600"/>
              </a:spcBef>
              <a:spcAft>
                <a:spcPts val="0"/>
              </a:spcAft>
              <a:buSzPts val="1400"/>
              <a:buFont typeface="Lato"/>
              <a:buChar char="■"/>
              <a:defRPr/>
            </a:lvl6pPr>
            <a:lvl7pPr indent="-317500" lvl="6" marL="3200400" rtl="0" algn="l">
              <a:lnSpc>
                <a:spcPct val="100000"/>
              </a:lnSpc>
              <a:spcBef>
                <a:spcPts val="1600"/>
              </a:spcBef>
              <a:spcAft>
                <a:spcPts val="0"/>
              </a:spcAft>
              <a:buSzPts val="1400"/>
              <a:buFont typeface="Lato"/>
              <a:buChar char="●"/>
              <a:defRPr/>
            </a:lvl7pPr>
            <a:lvl8pPr indent="-317500" lvl="7" marL="3657600" rtl="0" algn="l">
              <a:lnSpc>
                <a:spcPct val="100000"/>
              </a:lnSpc>
              <a:spcBef>
                <a:spcPts val="1600"/>
              </a:spcBef>
              <a:spcAft>
                <a:spcPts val="0"/>
              </a:spcAft>
              <a:buSzPts val="1400"/>
              <a:buFont typeface="Lato"/>
              <a:buChar char="○"/>
              <a:defRPr/>
            </a:lvl8pPr>
            <a:lvl9pPr indent="-317500" lvl="8" marL="4114800" rtl="0" algn="l">
              <a:lnSpc>
                <a:spcPct val="100000"/>
              </a:lnSpc>
              <a:spcBef>
                <a:spcPts val="1600"/>
              </a:spcBef>
              <a:spcAft>
                <a:spcPts val="1600"/>
              </a:spcAft>
              <a:buSzPts val="1400"/>
              <a:buFont typeface="Lato"/>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53" name="Shape 153"/>
        <p:cNvGrpSpPr/>
        <p:nvPr/>
      </p:nvGrpSpPr>
      <p:grpSpPr>
        <a:xfrm>
          <a:off x="0" y="0"/>
          <a:ext cx="0" cy="0"/>
          <a:chOff x="0" y="0"/>
          <a:chExt cx="0" cy="0"/>
        </a:xfrm>
      </p:grpSpPr>
      <p:sp>
        <p:nvSpPr>
          <p:cNvPr id="154" name="Google Shape;154;g2114997e136_0_1066"/>
          <p:cNvSpPr txBox="1"/>
          <p:nvPr>
            <p:ph type="title"/>
          </p:nvPr>
        </p:nvSpPr>
        <p:spPr>
          <a:xfrm>
            <a:off x="719975" y="1777850"/>
            <a:ext cx="21183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55" name="Google Shape;155;g2114997e136_0_1066"/>
          <p:cNvSpPr txBox="1"/>
          <p:nvPr>
            <p:ph idx="1" type="subTitle"/>
          </p:nvPr>
        </p:nvSpPr>
        <p:spPr>
          <a:xfrm>
            <a:off x="719975" y="2314575"/>
            <a:ext cx="2118300" cy="484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6" name="Google Shape;156;g2114997e136_0_1066"/>
          <p:cNvSpPr txBox="1"/>
          <p:nvPr>
            <p:ph idx="2" type="title"/>
          </p:nvPr>
        </p:nvSpPr>
        <p:spPr>
          <a:xfrm>
            <a:off x="3512851" y="1777850"/>
            <a:ext cx="21183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57" name="Google Shape;157;g2114997e136_0_1066"/>
          <p:cNvSpPr txBox="1"/>
          <p:nvPr>
            <p:ph idx="3" type="subTitle"/>
          </p:nvPr>
        </p:nvSpPr>
        <p:spPr>
          <a:xfrm>
            <a:off x="3512850" y="2314575"/>
            <a:ext cx="2118300" cy="484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8" name="Google Shape;158;g2114997e136_0_1066"/>
          <p:cNvSpPr txBox="1"/>
          <p:nvPr>
            <p:ph idx="4" type="title"/>
          </p:nvPr>
        </p:nvSpPr>
        <p:spPr>
          <a:xfrm>
            <a:off x="719975" y="3211250"/>
            <a:ext cx="21183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59" name="Google Shape;159;g2114997e136_0_1066"/>
          <p:cNvSpPr txBox="1"/>
          <p:nvPr>
            <p:ph idx="5" type="subTitle"/>
          </p:nvPr>
        </p:nvSpPr>
        <p:spPr>
          <a:xfrm>
            <a:off x="719975" y="3747975"/>
            <a:ext cx="2118300" cy="484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0" name="Google Shape;160;g2114997e136_0_1066"/>
          <p:cNvSpPr txBox="1"/>
          <p:nvPr>
            <p:ph idx="6" type="title"/>
          </p:nvPr>
        </p:nvSpPr>
        <p:spPr>
          <a:xfrm>
            <a:off x="3512851" y="3211250"/>
            <a:ext cx="21183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61" name="Google Shape;161;g2114997e136_0_1066"/>
          <p:cNvSpPr txBox="1"/>
          <p:nvPr>
            <p:ph idx="7" type="subTitle"/>
          </p:nvPr>
        </p:nvSpPr>
        <p:spPr>
          <a:xfrm>
            <a:off x="3512850" y="3747975"/>
            <a:ext cx="2118300" cy="484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2" name="Google Shape;162;g2114997e136_0_1066"/>
          <p:cNvSpPr txBox="1"/>
          <p:nvPr>
            <p:ph idx="8" type="title"/>
          </p:nvPr>
        </p:nvSpPr>
        <p:spPr>
          <a:xfrm>
            <a:off x="6305728" y="1777850"/>
            <a:ext cx="21183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63" name="Google Shape;163;g2114997e136_0_1066"/>
          <p:cNvSpPr txBox="1"/>
          <p:nvPr>
            <p:ph idx="9" type="subTitle"/>
          </p:nvPr>
        </p:nvSpPr>
        <p:spPr>
          <a:xfrm>
            <a:off x="6305725" y="2314575"/>
            <a:ext cx="2118300" cy="484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4" name="Google Shape;164;g2114997e136_0_1066"/>
          <p:cNvSpPr txBox="1"/>
          <p:nvPr>
            <p:ph idx="13" type="title"/>
          </p:nvPr>
        </p:nvSpPr>
        <p:spPr>
          <a:xfrm>
            <a:off x="6305728" y="3211250"/>
            <a:ext cx="21183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165" name="Google Shape;165;g2114997e136_0_1066"/>
          <p:cNvSpPr txBox="1"/>
          <p:nvPr>
            <p:ph idx="14" type="subTitle"/>
          </p:nvPr>
        </p:nvSpPr>
        <p:spPr>
          <a:xfrm>
            <a:off x="6305725" y="3747975"/>
            <a:ext cx="2118300" cy="484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6" name="Google Shape;166;g2114997e136_0_1066"/>
          <p:cNvSpPr txBox="1"/>
          <p:nvPr>
            <p:ph idx="15" type="title"/>
          </p:nvPr>
        </p:nvSpPr>
        <p:spPr>
          <a:xfrm>
            <a:off x="1485450" y="539700"/>
            <a:ext cx="61731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cxnSp>
        <p:nvCxnSpPr>
          <p:cNvPr id="167" name="Google Shape;167;g2114997e136_0_1066"/>
          <p:cNvCxnSpPr/>
          <p:nvPr/>
        </p:nvCxnSpPr>
        <p:spPr>
          <a:xfrm>
            <a:off x="-6850" y="4601725"/>
            <a:ext cx="8517600" cy="0"/>
          </a:xfrm>
          <a:prstGeom prst="straightConnector1">
            <a:avLst/>
          </a:prstGeom>
          <a:noFill/>
          <a:ln cap="flat" cmpd="sng" w="28575">
            <a:solidFill>
              <a:schemeClr val="dk1"/>
            </a:solidFill>
            <a:prstDash val="solid"/>
            <a:round/>
            <a:headEnd len="sm" w="sm" type="none"/>
            <a:tailEnd len="med" w="med" type="oval"/>
          </a:ln>
        </p:spPr>
      </p:cxnSp>
      <p:grpSp>
        <p:nvGrpSpPr>
          <p:cNvPr id="168" name="Google Shape;168;g2114997e136_0_1066"/>
          <p:cNvGrpSpPr/>
          <p:nvPr/>
        </p:nvGrpSpPr>
        <p:grpSpPr>
          <a:xfrm>
            <a:off x="7895789" y="-867371"/>
            <a:ext cx="1368260" cy="1078296"/>
            <a:chOff x="4231725" y="-443721"/>
            <a:chExt cx="1368260" cy="1078296"/>
          </a:xfrm>
        </p:grpSpPr>
        <p:sp>
          <p:nvSpPr>
            <p:cNvPr id="169" name="Google Shape;169;g2114997e136_0_1066"/>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g2114997e136_0_1066"/>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1" name="Google Shape;171;g2114997e136_0_1066"/>
          <p:cNvGrpSpPr/>
          <p:nvPr/>
        </p:nvGrpSpPr>
        <p:grpSpPr>
          <a:xfrm>
            <a:off x="8380489" y="-105375"/>
            <a:ext cx="1129225" cy="1439250"/>
            <a:chOff x="5173625" y="-443725"/>
            <a:chExt cx="1129225" cy="1439250"/>
          </a:xfrm>
        </p:grpSpPr>
        <p:sp>
          <p:nvSpPr>
            <p:cNvPr id="172" name="Google Shape;172;g2114997e136_0_1066"/>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2114997e136_0_1066"/>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4" name="Google Shape;174;g2114997e136_0_1066"/>
          <p:cNvGrpSpPr/>
          <p:nvPr/>
        </p:nvGrpSpPr>
        <p:grpSpPr>
          <a:xfrm>
            <a:off x="8142568" y="-638771"/>
            <a:ext cx="1368260" cy="1078296"/>
            <a:chOff x="4231725" y="-443721"/>
            <a:chExt cx="1368260" cy="1078296"/>
          </a:xfrm>
        </p:grpSpPr>
        <p:sp>
          <p:nvSpPr>
            <p:cNvPr id="175" name="Google Shape;175;g2114997e136_0_1066"/>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2114997e136_0_1066"/>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77" name="Google Shape;177;g2114997e136_0_1066"/>
          <p:cNvGrpSpPr/>
          <p:nvPr/>
        </p:nvGrpSpPr>
        <p:grpSpPr>
          <a:xfrm flipH="1">
            <a:off x="149468" y="-695771"/>
            <a:ext cx="1368260" cy="1078296"/>
            <a:chOff x="4231725" y="-443721"/>
            <a:chExt cx="1368260" cy="1078296"/>
          </a:xfrm>
        </p:grpSpPr>
        <p:sp>
          <p:nvSpPr>
            <p:cNvPr id="178" name="Google Shape;178;g2114997e136_0_1066"/>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2114997e136_0_1066"/>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0" name="Google Shape;180;g2114997e136_0_1066"/>
          <p:cNvGrpSpPr/>
          <p:nvPr/>
        </p:nvGrpSpPr>
        <p:grpSpPr>
          <a:xfrm flipH="1">
            <a:off x="-97311" y="-467171"/>
            <a:ext cx="1368260" cy="1078296"/>
            <a:chOff x="4231725" y="-443721"/>
            <a:chExt cx="1368260" cy="1078296"/>
          </a:xfrm>
        </p:grpSpPr>
        <p:sp>
          <p:nvSpPr>
            <p:cNvPr id="181" name="Google Shape;181;g2114997e136_0_1066"/>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2114997e136_0_1066"/>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3" name="Google Shape;183;g2114997e136_0_1066"/>
          <p:cNvGrpSpPr/>
          <p:nvPr/>
        </p:nvGrpSpPr>
        <p:grpSpPr>
          <a:xfrm flipH="1">
            <a:off x="-609048" y="-238571"/>
            <a:ext cx="1368260" cy="1078296"/>
            <a:chOff x="4231725" y="-443721"/>
            <a:chExt cx="1368260" cy="1078296"/>
          </a:xfrm>
        </p:grpSpPr>
        <p:sp>
          <p:nvSpPr>
            <p:cNvPr id="184" name="Google Shape;184;g2114997e136_0_1066"/>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2114997e136_0_1066"/>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
    <p:spTree>
      <p:nvGrpSpPr>
        <p:cNvPr id="186" name="Shape 186"/>
        <p:cNvGrpSpPr/>
        <p:nvPr/>
      </p:nvGrpSpPr>
      <p:grpSpPr>
        <a:xfrm>
          <a:off x="0" y="0"/>
          <a:ext cx="0" cy="0"/>
          <a:chOff x="0" y="0"/>
          <a:chExt cx="0" cy="0"/>
        </a:xfrm>
      </p:grpSpPr>
      <p:grpSp>
        <p:nvGrpSpPr>
          <p:cNvPr id="187" name="Google Shape;187;g2114997e136_0_1099"/>
          <p:cNvGrpSpPr/>
          <p:nvPr/>
        </p:nvGrpSpPr>
        <p:grpSpPr>
          <a:xfrm flipH="1" rot="-5400000">
            <a:off x="8142388" y="3383598"/>
            <a:ext cx="1138350" cy="1418750"/>
            <a:chOff x="-784112" y="3818928"/>
            <a:chExt cx="1138350" cy="1418750"/>
          </a:xfrm>
        </p:grpSpPr>
        <p:sp>
          <p:nvSpPr>
            <p:cNvPr id="188" name="Google Shape;188;g2114997e136_0_1099"/>
            <p:cNvSpPr/>
            <p:nvPr/>
          </p:nvSpPr>
          <p:spPr>
            <a:xfrm>
              <a:off x="-784112" y="3926828"/>
              <a:ext cx="1082875" cy="1310850"/>
            </a:xfrm>
            <a:custGeom>
              <a:rect b="b" l="l" r="r" t="t"/>
              <a:pathLst>
                <a:path extrusionOk="0" fill="none" h="52434" w="43315">
                  <a:moveTo>
                    <a:pt x="43314" y="1"/>
                  </a:moveTo>
                  <a:lnTo>
                    <a:pt x="43314" y="27357"/>
                  </a:lnTo>
                  <a:lnTo>
                    <a:pt x="0" y="27357"/>
                  </a:lnTo>
                  <a:lnTo>
                    <a:pt x="0" y="52433"/>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2114997e136_0_1099"/>
            <p:cNvSpPr/>
            <p:nvPr/>
          </p:nvSpPr>
          <p:spPr>
            <a:xfrm>
              <a:off x="235663" y="3818928"/>
              <a:ext cx="118575" cy="117825"/>
            </a:xfrm>
            <a:custGeom>
              <a:rect b="b" l="l" r="r" t="t"/>
              <a:pathLst>
                <a:path extrusionOk="0" fill="none" h="4713" w="4743">
                  <a:moveTo>
                    <a:pt x="4742" y="2706"/>
                  </a:moveTo>
                  <a:cubicBezTo>
                    <a:pt x="4742" y="913"/>
                    <a:pt x="2554" y="1"/>
                    <a:pt x="1277" y="1277"/>
                  </a:cubicBezTo>
                  <a:cubicBezTo>
                    <a:pt x="1" y="2554"/>
                    <a:pt x="912" y="4712"/>
                    <a:pt x="2706" y="4712"/>
                  </a:cubicBezTo>
                  <a:cubicBezTo>
                    <a:pt x="3830" y="4712"/>
                    <a:pt x="4742" y="3831"/>
                    <a:pt x="4742" y="27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 name="Google Shape;190;g2114997e136_0_1099"/>
          <p:cNvGrpSpPr/>
          <p:nvPr/>
        </p:nvGrpSpPr>
        <p:grpSpPr>
          <a:xfrm flipH="1" rot="-5400000">
            <a:off x="8374988" y="3596148"/>
            <a:ext cx="1138350" cy="1418750"/>
            <a:chOff x="-784112" y="3818928"/>
            <a:chExt cx="1138350" cy="1418750"/>
          </a:xfrm>
        </p:grpSpPr>
        <p:sp>
          <p:nvSpPr>
            <p:cNvPr id="191" name="Google Shape;191;g2114997e136_0_1099"/>
            <p:cNvSpPr/>
            <p:nvPr/>
          </p:nvSpPr>
          <p:spPr>
            <a:xfrm>
              <a:off x="-784112" y="3926828"/>
              <a:ext cx="1082875" cy="1310850"/>
            </a:xfrm>
            <a:custGeom>
              <a:rect b="b" l="l" r="r" t="t"/>
              <a:pathLst>
                <a:path extrusionOk="0" fill="none" h="52434" w="43315">
                  <a:moveTo>
                    <a:pt x="43314" y="1"/>
                  </a:moveTo>
                  <a:lnTo>
                    <a:pt x="43314" y="27357"/>
                  </a:lnTo>
                  <a:lnTo>
                    <a:pt x="0" y="27357"/>
                  </a:lnTo>
                  <a:lnTo>
                    <a:pt x="0" y="52433"/>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g2114997e136_0_1099"/>
            <p:cNvSpPr/>
            <p:nvPr/>
          </p:nvSpPr>
          <p:spPr>
            <a:xfrm>
              <a:off x="235663" y="3818928"/>
              <a:ext cx="118575" cy="117825"/>
            </a:xfrm>
            <a:custGeom>
              <a:rect b="b" l="l" r="r" t="t"/>
              <a:pathLst>
                <a:path extrusionOk="0" fill="none" h="4713" w="4743">
                  <a:moveTo>
                    <a:pt x="4742" y="2706"/>
                  </a:moveTo>
                  <a:cubicBezTo>
                    <a:pt x="4742" y="913"/>
                    <a:pt x="2554" y="1"/>
                    <a:pt x="1277" y="1277"/>
                  </a:cubicBezTo>
                  <a:cubicBezTo>
                    <a:pt x="1" y="2554"/>
                    <a:pt x="912" y="4712"/>
                    <a:pt x="2706" y="4712"/>
                  </a:cubicBezTo>
                  <a:cubicBezTo>
                    <a:pt x="3830" y="4712"/>
                    <a:pt x="4742" y="3831"/>
                    <a:pt x="4742" y="2706"/>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3" name="Google Shape;193;g2114997e136_0_1099"/>
          <p:cNvGrpSpPr/>
          <p:nvPr/>
        </p:nvGrpSpPr>
        <p:grpSpPr>
          <a:xfrm>
            <a:off x="-272763" y="74745"/>
            <a:ext cx="2014792" cy="473129"/>
            <a:chOff x="-35117" y="4342063"/>
            <a:chExt cx="2014792" cy="473129"/>
          </a:xfrm>
        </p:grpSpPr>
        <p:sp>
          <p:nvSpPr>
            <p:cNvPr id="194" name="Google Shape;194;g2114997e136_0_1099"/>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g2114997e136_0_1099"/>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6" name="Google Shape;196;g2114997e136_0_1099"/>
          <p:cNvGrpSpPr/>
          <p:nvPr/>
        </p:nvGrpSpPr>
        <p:grpSpPr>
          <a:xfrm>
            <a:off x="7413752" y="76596"/>
            <a:ext cx="2033838" cy="1117222"/>
            <a:chOff x="7413752" y="76596"/>
            <a:chExt cx="2033838" cy="1117222"/>
          </a:xfrm>
        </p:grpSpPr>
        <p:grpSp>
          <p:nvGrpSpPr>
            <p:cNvPr id="197" name="Google Shape;197;g2114997e136_0_1099"/>
            <p:cNvGrpSpPr/>
            <p:nvPr/>
          </p:nvGrpSpPr>
          <p:grpSpPr>
            <a:xfrm flipH="1">
              <a:off x="7413752" y="76596"/>
              <a:ext cx="2033838" cy="463108"/>
              <a:chOff x="-101291" y="3967072"/>
              <a:chExt cx="2033838" cy="463108"/>
            </a:xfrm>
          </p:grpSpPr>
          <p:sp>
            <p:nvSpPr>
              <p:cNvPr id="198" name="Google Shape;198;g2114997e136_0_1099"/>
              <p:cNvSpPr/>
              <p:nvPr/>
            </p:nvSpPr>
            <p:spPr>
              <a:xfrm rot="-5400000">
                <a:off x="646715" y="3256635"/>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114997e136_0_1099"/>
              <p:cNvSpPr/>
              <p:nvPr/>
            </p:nvSpPr>
            <p:spPr>
              <a:xfrm>
                <a:off x="1813971" y="396707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0" name="Google Shape;200;g2114997e136_0_1099"/>
            <p:cNvGrpSpPr/>
            <p:nvPr/>
          </p:nvGrpSpPr>
          <p:grpSpPr>
            <a:xfrm flipH="1">
              <a:off x="7423284" y="366543"/>
              <a:ext cx="2014792" cy="473125"/>
              <a:chOff x="-35117" y="4159588"/>
              <a:chExt cx="2014792" cy="473125"/>
            </a:xfrm>
          </p:grpSpPr>
          <p:sp>
            <p:nvSpPr>
              <p:cNvPr id="201" name="Google Shape;201;g2114997e136_0_1099"/>
              <p:cNvSpPr/>
              <p:nvPr/>
            </p:nvSpPr>
            <p:spPr>
              <a:xfrm rot="-5400000">
                <a:off x="712889" y="3459167"/>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g2114997e136_0_1099"/>
              <p:cNvSpPr/>
              <p:nvPr/>
            </p:nvSpPr>
            <p:spPr>
              <a:xfrm>
                <a:off x="1861099" y="4159588"/>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3" name="Google Shape;203;g2114997e136_0_1099"/>
            <p:cNvGrpSpPr/>
            <p:nvPr/>
          </p:nvGrpSpPr>
          <p:grpSpPr>
            <a:xfrm flipH="1">
              <a:off x="7423276" y="720689"/>
              <a:ext cx="2014792" cy="473129"/>
              <a:chOff x="-35117" y="4342063"/>
              <a:chExt cx="2014792" cy="473129"/>
            </a:xfrm>
          </p:grpSpPr>
          <p:sp>
            <p:nvSpPr>
              <p:cNvPr id="204" name="Google Shape;204;g2114997e136_0_1099"/>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g2114997e136_0_1099"/>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06" name="Google Shape;206;g2114997e136_0_1099"/>
          <p:cNvGrpSpPr/>
          <p:nvPr/>
        </p:nvGrpSpPr>
        <p:grpSpPr>
          <a:xfrm>
            <a:off x="-370263" y="473288"/>
            <a:ext cx="2014792" cy="473129"/>
            <a:chOff x="-35117" y="4342063"/>
            <a:chExt cx="2014792" cy="473129"/>
          </a:xfrm>
        </p:grpSpPr>
        <p:sp>
          <p:nvSpPr>
            <p:cNvPr id="207" name="Google Shape;207;g2114997e136_0_1099"/>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114997e136_0_1099"/>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9" name="Google Shape;209;g2114997e136_0_1099"/>
          <p:cNvSpPr txBox="1"/>
          <p:nvPr>
            <p:ph type="title"/>
          </p:nvPr>
        </p:nvSpPr>
        <p:spPr>
          <a:xfrm>
            <a:off x="4691075" y="1303150"/>
            <a:ext cx="3663300" cy="717900"/>
          </a:xfrm>
          <a:prstGeom prst="rect">
            <a:avLst/>
          </a:prstGeom>
          <a:noFill/>
          <a:ln>
            <a:noFill/>
          </a:ln>
        </p:spPr>
        <p:txBody>
          <a:bodyPr anchorCtr="0" anchor="ctr" bIns="91425" lIns="91425" spcFirstLastPara="1" rIns="91425" wrap="square" tIns="91425">
            <a:noAutofit/>
          </a:bodyPr>
          <a:lstStyle>
            <a:lvl1pPr lvl="0" rtl="0" algn="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210" name="Google Shape;210;g2114997e136_0_1099"/>
          <p:cNvSpPr txBox="1"/>
          <p:nvPr>
            <p:ph idx="1" type="subTitle"/>
          </p:nvPr>
        </p:nvSpPr>
        <p:spPr>
          <a:xfrm>
            <a:off x="4691175" y="2143100"/>
            <a:ext cx="3663300" cy="16797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6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211" name="Shape 211"/>
        <p:cNvGrpSpPr/>
        <p:nvPr/>
      </p:nvGrpSpPr>
      <p:grpSpPr>
        <a:xfrm>
          <a:off x="0" y="0"/>
          <a:ext cx="0" cy="0"/>
          <a:chOff x="0" y="0"/>
          <a:chExt cx="0" cy="0"/>
        </a:xfrm>
      </p:grpSpPr>
      <p:sp>
        <p:nvSpPr>
          <p:cNvPr id="212" name="Google Shape;212;g2114997e136_0_1124"/>
          <p:cNvSpPr txBox="1"/>
          <p:nvPr>
            <p:ph type="title"/>
          </p:nvPr>
        </p:nvSpPr>
        <p:spPr>
          <a:xfrm>
            <a:off x="2450700" y="3072854"/>
            <a:ext cx="4242600" cy="616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600"/>
              <a:buNone/>
              <a:defRPr sz="3600"/>
            </a:lvl1pPr>
            <a:lvl2pPr lvl="1" rtl="0" algn="ctr">
              <a:lnSpc>
                <a:spcPct val="100000"/>
              </a:lnSpc>
              <a:spcBef>
                <a:spcPts val="0"/>
              </a:spcBef>
              <a:spcAft>
                <a:spcPts val="0"/>
              </a:spcAft>
              <a:buSzPts val="3600"/>
              <a:buNone/>
              <a:defRPr sz="3600"/>
            </a:lvl2pPr>
            <a:lvl3pPr lvl="2" rtl="0" algn="ctr">
              <a:lnSpc>
                <a:spcPct val="100000"/>
              </a:lnSpc>
              <a:spcBef>
                <a:spcPts val="0"/>
              </a:spcBef>
              <a:spcAft>
                <a:spcPts val="0"/>
              </a:spcAft>
              <a:buSzPts val="3600"/>
              <a:buNone/>
              <a:defRPr sz="3600"/>
            </a:lvl3pPr>
            <a:lvl4pPr lvl="3" rtl="0" algn="ctr">
              <a:lnSpc>
                <a:spcPct val="100000"/>
              </a:lnSpc>
              <a:spcBef>
                <a:spcPts val="0"/>
              </a:spcBef>
              <a:spcAft>
                <a:spcPts val="0"/>
              </a:spcAft>
              <a:buSzPts val="3600"/>
              <a:buNone/>
              <a:defRPr sz="3600"/>
            </a:lvl4pPr>
            <a:lvl5pPr lvl="4" rtl="0" algn="ctr">
              <a:lnSpc>
                <a:spcPct val="100000"/>
              </a:lnSpc>
              <a:spcBef>
                <a:spcPts val="0"/>
              </a:spcBef>
              <a:spcAft>
                <a:spcPts val="0"/>
              </a:spcAft>
              <a:buSzPts val="3600"/>
              <a:buNone/>
              <a:defRPr sz="3600"/>
            </a:lvl5pPr>
            <a:lvl6pPr lvl="5" rtl="0" algn="ctr">
              <a:lnSpc>
                <a:spcPct val="100000"/>
              </a:lnSpc>
              <a:spcBef>
                <a:spcPts val="0"/>
              </a:spcBef>
              <a:spcAft>
                <a:spcPts val="0"/>
              </a:spcAft>
              <a:buSzPts val="3600"/>
              <a:buNone/>
              <a:defRPr sz="3600"/>
            </a:lvl6pPr>
            <a:lvl7pPr lvl="6" rtl="0" algn="ctr">
              <a:lnSpc>
                <a:spcPct val="100000"/>
              </a:lnSpc>
              <a:spcBef>
                <a:spcPts val="0"/>
              </a:spcBef>
              <a:spcAft>
                <a:spcPts val="0"/>
              </a:spcAft>
              <a:buSzPts val="3600"/>
              <a:buNone/>
              <a:defRPr sz="3600"/>
            </a:lvl7pPr>
            <a:lvl8pPr lvl="7" rtl="0" algn="ctr">
              <a:lnSpc>
                <a:spcPct val="100000"/>
              </a:lnSpc>
              <a:spcBef>
                <a:spcPts val="0"/>
              </a:spcBef>
              <a:spcAft>
                <a:spcPts val="0"/>
              </a:spcAft>
              <a:buSzPts val="3600"/>
              <a:buNone/>
              <a:defRPr sz="3600"/>
            </a:lvl8pPr>
            <a:lvl9pPr lvl="8" rtl="0" algn="ctr">
              <a:lnSpc>
                <a:spcPct val="100000"/>
              </a:lnSpc>
              <a:spcBef>
                <a:spcPts val="0"/>
              </a:spcBef>
              <a:spcAft>
                <a:spcPts val="0"/>
              </a:spcAft>
              <a:buSzPts val="3600"/>
              <a:buNone/>
              <a:defRPr sz="3600"/>
            </a:lvl9pPr>
          </a:lstStyle>
          <a:p/>
        </p:txBody>
      </p:sp>
      <p:sp>
        <p:nvSpPr>
          <p:cNvPr id="213" name="Google Shape;213;g2114997e136_0_1124"/>
          <p:cNvSpPr txBox="1"/>
          <p:nvPr>
            <p:ph idx="2" type="title"/>
          </p:nvPr>
        </p:nvSpPr>
        <p:spPr>
          <a:xfrm>
            <a:off x="3995121" y="1227576"/>
            <a:ext cx="1157400" cy="11574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6000"/>
              <a:buNone/>
              <a:defRPr sz="6500">
                <a:solidFill>
                  <a:schemeClr val="accent1"/>
                </a:solidFill>
              </a:defRPr>
            </a:lvl1pPr>
            <a:lvl2pPr lvl="1" rtl="0" algn="ctr">
              <a:lnSpc>
                <a:spcPct val="100000"/>
              </a:lnSpc>
              <a:spcBef>
                <a:spcPts val="0"/>
              </a:spcBef>
              <a:spcAft>
                <a:spcPts val="0"/>
              </a:spcAft>
              <a:buSzPts val="6000"/>
              <a:buNone/>
              <a:defRPr sz="6000"/>
            </a:lvl2pPr>
            <a:lvl3pPr lvl="2" rtl="0" algn="ctr">
              <a:lnSpc>
                <a:spcPct val="100000"/>
              </a:lnSpc>
              <a:spcBef>
                <a:spcPts val="0"/>
              </a:spcBef>
              <a:spcAft>
                <a:spcPts val="0"/>
              </a:spcAft>
              <a:buSzPts val="6000"/>
              <a:buNone/>
              <a:defRPr sz="6000"/>
            </a:lvl3pPr>
            <a:lvl4pPr lvl="3" rtl="0" algn="ctr">
              <a:lnSpc>
                <a:spcPct val="100000"/>
              </a:lnSpc>
              <a:spcBef>
                <a:spcPts val="0"/>
              </a:spcBef>
              <a:spcAft>
                <a:spcPts val="0"/>
              </a:spcAft>
              <a:buSzPts val="6000"/>
              <a:buNone/>
              <a:defRPr sz="6000"/>
            </a:lvl4pPr>
            <a:lvl5pPr lvl="4" rtl="0" algn="ctr">
              <a:lnSpc>
                <a:spcPct val="100000"/>
              </a:lnSpc>
              <a:spcBef>
                <a:spcPts val="0"/>
              </a:spcBef>
              <a:spcAft>
                <a:spcPts val="0"/>
              </a:spcAft>
              <a:buSzPts val="6000"/>
              <a:buNone/>
              <a:defRPr sz="6000"/>
            </a:lvl5pPr>
            <a:lvl6pPr lvl="5" rtl="0" algn="ctr">
              <a:lnSpc>
                <a:spcPct val="100000"/>
              </a:lnSpc>
              <a:spcBef>
                <a:spcPts val="0"/>
              </a:spcBef>
              <a:spcAft>
                <a:spcPts val="0"/>
              </a:spcAft>
              <a:buSzPts val="6000"/>
              <a:buNone/>
              <a:defRPr sz="6000"/>
            </a:lvl6pPr>
            <a:lvl7pPr lvl="6" rtl="0" algn="ctr">
              <a:lnSpc>
                <a:spcPct val="100000"/>
              </a:lnSpc>
              <a:spcBef>
                <a:spcPts val="0"/>
              </a:spcBef>
              <a:spcAft>
                <a:spcPts val="0"/>
              </a:spcAft>
              <a:buSzPts val="6000"/>
              <a:buNone/>
              <a:defRPr sz="6000"/>
            </a:lvl7pPr>
            <a:lvl8pPr lvl="7" rtl="0" algn="ctr">
              <a:lnSpc>
                <a:spcPct val="100000"/>
              </a:lnSpc>
              <a:spcBef>
                <a:spcPts val="0"/>
              </a:spcBef>
              <a:spcAft>
                <a:spcPts val="0"/>
              </a:spcAft>
              <a:buSzPts val="6000"/>
              <a:buNone/>
              <a:defRPr sz="6000"/>
            </a:lvl8pPr>
            <a:lvl9pPr lvl="8" rtl="0" algn="ctr">
              <a:lnSpc>
                <a:spcPct val="100000"/>
              </a:lnSpc>
              <a:spcBef>
                <a:spcPts val="0"/>
              </a:spcBef>
              <a:spcAft>
                <a:spcPts val="0"/>
              </a:spcAft>
              <a:buSzPts val="6000"/>
              <a:buNone/>
              <a:defRPr sz="6000"/>
            </a:lvl9pPr>
          </a:lstStyle>
          <a:p/>
        </p:txBody>
      </p:sp>
      <p:sp>
        <p:nvSpPr>
          <p:cNvPr id="214" name="Google Shape;214;g2114997e136_0_1124"/>
          <p:cNvSpPr txBox="1"/>
          <p:nvPr>
            <p:ph idx="1" type="subTitle"/>
          </p:nvPr>
        </p:nvSpPr>
        <p:spPr>
          <a:xfrm>
            <a:off x="2509200" y="3652872"/>
            <a:ext cx="4125600" cy="419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15" name="Google Shape;215;g2114997e136_0_1124"/>
          <p:cNvGrpSpPr/>
          <p:nvPr/>
        </p:nvGrpSpPr>
        <p:grpSpPr>
          <a:xfrm flipH="1">
            <a:off x="7153751" y="4056822"/>
            <a:ext cx="2074947" cy="962379"/>
            <a:chOff x="-85246" y="3960975"/>
            <a:chExt cx="2074948" cy="962379"/>
          </a:xfrm>
        </p:grpSpPr>
        <p:grpSp>
          <p:nvGrpSpPr>
            <p:cNvPr id="216" name="Google Shape;216;g2114997e136_0_1124"/>
            <p:cNvGrpSpPr/>
            <p:nvPr/>
          </p:nvGrpSpPr>
          <p:grpSpPr>
            <a:xfrm>
              <a:off x="-44137" y="3960975"/>
              <a:ext cx="2033838" cy="459179"/>
              <a:chOff x="-101291" y="3971002"/>
              <a:chExt cx="2033838" cy="459179"/>
            </a:xfrm>
          </p:grpSpPr>
          <p:sp>
            <p:nvSpPr>
              <p:cNvPr id="217" name="Google Shape;217;g2114997e136_0_1124"/>
              <p:cNvSpPr/>
              <p:nvPr/>
            </p:nvSpPr>
            <p:spPr>
              <a:xfrm rot="-5400000">
                <a:off x="646715" y="3256635"/>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2114997e136_0_1124"/>
              <p:cNvSpPr/>
              <p:nvPr/>
            </p:nvSpPr>
            <p:spPr>
              <a:xfrm>
                <a:off x="1813971" y="397100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9" name="Google Shape;219;g2114997e136_0_1124"/>
            <p:cNvGrpSpPr/>
            <p:nvPr/>
          </p:nvGrpSpPr>
          <p:grpSpPr>
            <a:xfrm>
              <a:off x="-85247" y="4203623"/>
              <a:ext cx="2014792" cy="469196"/>
              <a:chOff x="-35117" y="4163517"/>
              <a:chExt cx="2014792" cy="469196"/>
            </a:xfrm>
          </p:grpSpPr>
          <p:sp>
            <p:nvSpPr>
              <p:cNvPr id="220" name="Google Shape;220;g2114997e136_0_1124"/>
              <p:cNvSpPr/>
              <p:nvPr/>
            </p:nvSpPr>
            <p:spPr>
              <a:xfrm rot="-5400000">
                <a:off x="712889" y="3459167"/>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2114997e136_0_1124"/>
              <p:cNvSpPr/>
              <p:nvPr/>
            </p:nvSpPr>
            <p:spPr>
              <a:xfrm>
                <a:off x="1861099" y="4163517"/>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2" name="Google Shape;222;g2114997e136_0_1124"/>
            <p:cNvGrpSpPr/>
            <p:nvPr/>
          </p:nvGrpSpPr>
          <p:grpSpPr>
            <a:xfrm>
              <a:off x="-85247" y="4454155"/>
              <a:ext cx="2014792" cy="469200"/>
              <a:chOff x="-35117" y="4345992"/>
              <a:chExt cx="2014792" cy="469200"/>
            </a:xfrm>
          </p:grpSpPr>
          <p:sp>
            <p:nvSpPr>
              <p:cNvPr id="223" name="Google Shape;223;g2114997e136_0_1124"/>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2114997e136_0_1124"/>
              <p:cNvSpPr/>
              <p:nvPr/>
            </p:nvSpPr>
            <p:spPr>
              <a:xfrm>
                <a:off x="1861099" y="434599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25" name="Google Shape;225;g2114997e136_0_1124"/>
          <p:cNvGrpSpPr/>
          <p:nvPr/>
        </p:nvGrpSpPr>
        <p:grpSpPr>
          <a:xfrm flipH="1">
            <a:off x="323625" y="3807546"/>
            <a:ext cx="1138350" cy="1418750"/>
            <a:chOff x="1287525" y="3801250"/>
            <a:chExt cx="1138350" cy="1418750"/>
          </a:xfrm>
        </p:grpSpPr>
        <p:sp>
          <p:nvSpPr>
            <p:cNvPr id="226" name="Google Shape;226;g2114997e136_0_1124"/>
            <p:cNvSpPr/>
            <p:nvPr/>
          </p:nvSpPr>
          <p:spPr>
            <a:xfrm>
              <a:off x="1287525" y="3909150"/>
              <a:ext cx="1082875" cy="1310850"/>
            </a:xfrm>
            <a:custGeom>
              <a:rect b="b" l="l" r="r" t="t"/>
              <a:pathLst>
                <a:path extrusionOk="0" fill="none" h="52434" w="43315">
                  <a:moveTo>
                    <a:pt x="43314" y="1"/>
                  </a:moveTo>
                  <a:lnTo>
                    <a:pt x="43314" y="27357"/>
                  </a:lnTo>
                  <a:lnTo>
                    <a:pt x="0" y="27357"/>
                  </a:lnTo>
                  <a:lnTo>
                    <a:pt x="0" y="52433"/>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2114997e136_0_1124"/>
            <p:cNvSpPr/>
            <p:nvPr/>
          </p:nvSpPr>
          <p:spPr>
            <a:xfrm>
              <a:off x="2307300" y="3801250"/>
              <a:ext cx="118575" cy="117825"/>
            </a:xfrm>
            <a:custGeom>
              <a:rect b="b" l="l" r="r" t="t"/>
              <a:pathLst>
                <a:path extrusionOk="0" fill="none" h="4713" w="4743">
                  <a:moveTo>
                    <a:pt x="4742" y="2706"/>
                  </a:moveTo>
                  <a:cubicBezTo>
                    <a:pt x="4742" y="913"/>
                    <a:pt x="2554" y="1"/>
                    <a:pt x="1277" y="1277"/>
                  </a:cubicBezTo>
                  <a:cubicBezTo>
                    <a:pt x="1" y="2554"/>
                    <a:pt x="912" y="4712"/>
                    <a:pt x="2706" y="4712"/>
                  </a:cubicBezTo>
                  <a:cubicBezTo>
                    <a:pt x="3830" y="4712"/>
                    <a:pt x="4742" y="3831"/>
                    <a:pt x="4742" y="27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8" name="Google Shape;228;g2114997e136_0_1124"/>
          <p:cNvGrpSpPr/>
          <p:nvPr/>
        </p:nvGrpSpPr>
        <p:grpSpPr>
          <a:xfrm flipH="1">
            <a:off x="210775" y="4159825"/>
            <a:ext cx="929375" cy="1057800"/>
            <a:chOff x="8076400" y="4159825"/>
            <a:chExt cx="929375" cy="1057800"/>
          </a:xfrm>
        </p:grpSpPr>
        <p:sp>
          <p:nvSpPr>
            <p:cNvPr id="229" name="Google Shape;229;g2114997e136_0_1124"/>
            <p:cNvSpPr/>
            <p:nvPr/>
          </p:nvSpPr>
          <p:spPr>
            <a:xfrm flipH="1">
              <a:off x="8178975" y="4229750"/>
              <a:ext cx="826800" cy="987875"/>
            </a:xfrm>
            <a:custGeom>
              <a:rect b="b" l="l" r="r" t="t"/>
              <a:pathLst>
                <a:path extrusionOk="0" fill="none" h="39515" w="33072">
                  <a:moveTo>
                    <a:pt x="33071" y="0"/>
                  </a:moveTo>
                  <a:lnTo>
                    <a:pt x="0" y="0"/>
                  </a:lnTo>
                  <a:lnTo>
                    <a:pt x="0" y="39514"/>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2114997e136_0_1124"/>
            <p:cNvSpPr/>
            <p:nvPr/>
          </p:nvSpPr>
          <p:spPr>
            <a:xfrm flipH="1">
              <a:off x="8076400" y="4159825"/>
              <a:ext cx="118575" cy="117825"/>
            </a:xfrm>
            <a:custGeom>
              <a:rect b="b" l="l" r="r" t="t"/>
              <a:pathLst>
                <a:path extrusionOk="0" fill="none" h="4713" w="4743">
                  <a:moveTo>
                    <a:pt x="4742" y="2706"/>
                  </a:moveTo>
                  <a:cubicBezTo>
                    <a:pt x="4742" y="913"/>
                    <a:pt x="2554" y="1"/>
                    <a:pt x="1277" y="1277"/>
                  </a:cubicBezTo>
                  <a:cubicBezTo>
                    <a:pt x="1" y="2554"/>
                    <a:pt x="913" y="4712"/>
                    <a:pt x="2706" y="4712"/>
                  </a:cubicBezTo>
                  <a:cubicBezTo>
                    <a:pt x="3831" y="4712"/>
                    <a:pt x="4742" y="3831"/>
                    <a:pt x="4742" y="27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1" name="Google Shape;231;g2114997e136_0_1124"/>
          <p:cNvGrpSpPr/>
          <p:nvPr/>
        </p:nvGrpSpPr>
        <p:grpSpPr>
          <a:xfrm>
            <a:off x="6993948" y="5750"/>
            <a:ext cx="1195349" cy="1078296"/>
            <a:chOff x="4404625" y="-443721"/>
            <a:chExt cx="1195349" cy="1078296"/>
          </a:xfrm>
        </p:grpSpPr>
        <p:sp>
          <p:nvSpPr>
            <p:cNvPr id="232" name="Google Shape;232;g2114997e136_0_1124"/>
            <p:cNvSpPr/>
            <p:nvPr/>
          </p:nvSpPr>
          <p:spPr>
            <a:xfrm>
              <a:off x="4501128" y="-443721"/>
              <a:ext cx="109884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2114997e136_0_1124"/>
            <p:cNvSpPr/>
            <p:nvPr/>
          </p:nvSpPr>
          <p:spPr>
            <a:xfrm>
              <a:off x="44046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4" name="Google Shape;234;g2114997e136_0_1124"/>
          <p:cNvGrpSpPr/>
          <p:nvPr/>
        </p:nvGrpSpPr>
        <p:grpSpPr>
          <a:xfrm>
            <a:off x="7810151" y="-104276"/>
            <a:ext cx="1129225" cy="1439250"/>
            <a:chOff x="5173625" y="-443725"/>
            <a:chExt cx="1129225" cy="1439250"/>
          </a:xfrm>
        </p:grpSpPr>
        <p:sp>
          <p:nvSpPr>
            <p:cNvPr id="235" name="Google Shape;235;g2114997e136_0_1124"/>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2114997e136_0_1124"/>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 name="Google Shape;237;g2114997e136_0_1124"/>
          <p:cNvGrpSpPr/>
          <p:nvPr/>
        </p:nvGrpSpPr>
        <p:grpSpPr>
          <a:xfrm flipH="1" rot="10800000">
            <a:off x="-784112" y="147249"/>
            <a:ext cx="1138350" cy="1418750"/>
            <a:chOff x="-784112" y="3818928"/>
            <a:chExt cx="1138350" cy="1418750"/>
          </a:xfrm>
        </p:grpSpPr>
        <p:sp>
          <p:nvSpPr>
            <p:cNvPr id="238" name="Google Shape;238;g2114997e136_0_1124"/>
            <p:cNvSpPr/>
            <p:nvPr/>
          </p:nvSpPr>
          <p:spPr>
            <a:xfrm>
              <a:off x="-784112" y="3926828"/>
              <a:ext cx="1082875" cy="1310850"/>
            </a:xfrm>
            <a:custGeom>
              <a:rect b="b" l="l" r="r" t="t"/>
              <a:pathLst>
                <a:path extrusionOk="0" fill="none" h="52434" w="43315">
                  <a:moveTo>
                    <a:pt x="43314" y="1"/>
                  </a:moveTo>
                  <a:lnTo>
                    <a:pt x="43314" y="27357"/>
                  </a:lnTo>
                  <a:lnTo>
                    <a:pt x="0" y="27357"/>
                  </a:lnTo>
                  <a:lnTo>
                    <a:pt x="0" y="52433"/>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2114997e136_0_1124"/>
            <p:cNvSpPr/>
            <p:nvPr/>
          </p:nvSpPr>
          <p:spPr>
            <a:xfrm>
              <a:off x="235663" y="3818928"/>
              <a:ext cx="118575" cy="117825"/>
            </a:xfrm>
            <a:custGeom>
              <a:rect b="b" l="l" r="r" t="t"/>
              <a:pathLst>
                <a:path extrusionOk="0" fill="none" h="4713" w="4743">
                  <a:moveTo>
                    <a:pt x="4742" y="2706"/>
                  </a:moveTo>
                  <a:cubicBezTo>
                    <a:pt x="4742" y="913"/>
                    <a:pt x="2554" y="1"/>
                    <a:pt x="1277" y="1277"/>
                  </a:cubicBezTo>
                  <a:cubicBezTo>
                    <a:pt x="1" y="2554"/>
                    <a:pt x="912" y="4712"/>
                    <a:pt x="2706" y="4712"/>
                  </a:cubicBezTo>
                  <a:cubicBezTo>
                    <a:pt x="3830" y="4712"/>
                    <a:pt x="4742" y="3831"/>
                    <a:pt x="4742" y="27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 name="Google Shape;240;g2114997e136_0_1124"/>
          <p:cNvGrpSpPr/>
          <p:nvPr/>
        </p:nvGrpSpPr>
        <p:grpSpPr>
          <a:xfrm flipH="1" rot="10800000">
            <a:off x="-370081" y="-96211"/>
            <a:ext cx="1138350" cy="1418750"/>
            <a:chOff x="-784112" y="3818928"/>
            <a:chExt cx="1138350" cy="1418750"/>
          </a:xfrm>
        </p:grpSpPr>
        <p:sp>
          <p:nvSpPr>
            <p:cNvPr id="241" name="Google Shape;241;g2114997e136_0_1124"/>
            <p:cNvSpPr/>
            <p:nvPr/>
          </p:nvSpPr>
          <p:spPr>
            <a:xfrm>
              <a:off x="-784112" y="3926828"/>
              <a:ext cx="1082875" cy="1310850"/>
            </a:xfrm>
            <a:custGeom>
              <a:rect b="b" l="l" r="r" t="t"/>
              <a:pathLst>
                <a:path extrusionOk="0" fill="none" h="52434" w="43315">
                  <a:moveTo>
                    <a:pt x="43314" y="1"/>
                  </a:moveTo>
                  <a:lnTo>
                    <a:pt x="43314" y="27357"/>
                  </a:lnTo>
                  <a:lnTo>
                    <a:pt x="0" y="27357"/>
                  </a:lnTo>
                  <a:lnTo>
                    <a:pt x="0" y="52433"/>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2114997e136_0_1124"/>
            <p:cNvSpPr/>
            <p:nvPr/>
          </p:nvSpPr>
          <p:spPr>
            <a:xfrm>
              <a:off x="235663" y="3818928"/>
              <a:ext cx="118575" cy="117825"/>
            </a:xfrm>
            <a:custGeom>
              <a:rect b="b" l="l" r="r" t="t"/>
              <a:pathLst>
                <a:path extrusionOk="0" fill="none" h="4713" w="4743">
                  <a:moveTo>
                    <a:pt x="4742" y="2706"/>
                  </a:moveTo>
                  <a:cubicBezTo>
                    <a:pt x="4742" y="913"/>
                    <a:pt x="2554" y="1"/>
                    <a:pt x="1277" y="1277"/>
                  </a:cubicBezTo>
                  <a:cubicBezTo>
                    <a:pt x="1" y="2554"/>
                    <a:pt x="912" y="4712"/>
                    <a:pt x="2706" y="4712"/>
                  </a:cubicBezTo>
                  <a:cubicBezTo>
                    <a:pt x="3830" y="4712"/>
                    <a:pt x="4742" y="3831"/>
                    <a:pt x="4742" y="2706"/>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g2114997e136_0_1124"/>
          <p:cNvGrpSpPr/>
          <p:nvPr/>
        </p:nvGrpSpPr>
        <p:grpSpPr>
          <a:xfrm flipH="1" rot="10800000">
            <a:off x="70117" y="-395120"/>
            <a:ext cx="1138350" cy="1418750"/>
            <a:chOff x="-784112" y="3818928"/>
            <a:chExt cx="1138350" cy="1418750"/>
          </a:xfrm>
        </p:grpSpPr>
        <p:sp>
          <p:nvSpPr>
            <p:cNvPr id="244" name="Google Shape;244;g2114997e136_0_1124"/>
            <p:cNvSpPr/>
            <p:nvPr/>
          </p:nvSpPr>
          <p:spPr>
            <a:xfrm>
              <a:off x="-784112" y="3926828"/>
              <a:ext cx="1082875" cy="1310850"/>
            </a:xfrm>
            <a:custGeom>
              <a:rect b="b" l="l" r="r" t="t"/>
              <a:pathLst>
                <a:path extrusionOk="0" fill="none" h="52434" w="43315">
                  <a:moveTo>
                    <a:pt x="43314" y="1"/>
                  </a:moveTo>
                  <a:lnTo>
                    <a:pt x="43314" y="27357"/>
                  </a:lnTo>
                  <a:lnTo>
                    <a:pt x="0" y="27357"/>
                  </a:lnTo>
                  <a:lnTo>
                    <a:pt x="0" y="52433"/>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g2114997e136_0_1124"/>
            <p:cNvSpPr/>
            <p:nvPr/>
          </p:nvSpPr>
          <p:spPr>
            <a:xfrm>
              <a:off x="235663" y="3818928"/>
              <a:ext cx="118575" cy="117825"/>
            </a:xfrm>
            <a:custGeom>
              <a:rect b="b" l="l" r="r" t="t"/>
              <a:pathLst>
                <a:path extrusionOk="0" fill="none" h="4713" w="4743">
                  <a:moveTo>
                    <a:pt x="4742" y="2706"/>
                  </a:moveTo>
                  <a:cubicBezTo>
                    <a:pt x="4742" y="913"/>
                    <a:pt x="2554" y="1"/>
                    <a:pt x="1277" y="1277"/>
                  </a:cubicBezTo>
                  <a:cubicBezTo>
                    <a:pt x="1" y="2554"/>
                    <a:pt x="912" y="4712"/>
                    <a:pt x="2706" y="4712"/>
                  </a:cubicBezTo>
                  <a:cubicBezTo>
                    <a:pt x="3830" y="4712"/>
                    <a:pt x="4742" y="3831"/>
                    <a:pt x="4742" y="27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
    <p:spTree>
      <p:nvGrpSpPr>
        <p:cNvPr id="246" name="Shape 246"/>
        <p:cNvGrpSpPr/>
        <p:nvPr/>
      </p:nvGrpSpPr>
      <p:grpSpPr>
        <a:xfrm>
          <a:off x="0" y="0"/>
          <a:ext cx="0" cy="0"/>
          <a:chOff x="0" y="0"/>
          <a:chExt cx="0" cy="0"/>
        </a:xfrm>
      </p:grpSpPr>
      <p:sp>
        <p:nvSpPr>
          <p:cNvPr id="247" name="Google Shape;247;g2114997e136_0_1159"/>
          <p:cNvSpPr txBox="1"/>
          <p:nvPr>
            <p:ph type="title"/>
          </p:nvPr>
        </p:nvSpPr>
        <p:spPr>
          <a:xfrm>
            <a:off x="1630950" y="539700"/>
            <a:ext cx="58821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
        <p:nvSpPr>
          <p:cNvPr id="248" name="Google Shape;248;g2114997e136_0_1159"/>
          <p:cNvSpPr txBox="1"/>
          <p:nvPr>
            <p:ph idx="1" type="body"/>
          </p:nvPr>
        </p:nvSpPr>
        <p:spPr>
          <a:xfrm>
            <a:off x="3818675" y="1681875"/>
            <a:ext cx="4611900" cy="2727300"/>
          </a:xfrm>
          <a:prstGeom prst="rect">
            <a:avLst/>
          </a:prstGeom>
          <a:noFill/>
          <a:ln>
            <a:noFill/>
          </a:ln>
        </p:spPr>
        <p:txBody>
          <a:bodyPr anchorCtr="0" anchor="ctr" bIns="91425" lIns="91425" spcFirstLastPara="1" rIns="91425" wrap="square" tIns="91425">
            <a:noAutofit/>
          </a:bodyPr>
          <a:lstStyle>
            <a:lvl1pPr indent="-317500" lvl="0" marL="457200" rtl="0" algn="l">
              <a:lnSpc>
                <a:spcPct val="100000"/>
              </a:lnSpc>
              <a:spcBef>
                <a:spcPts val="0"/>
              </a:spcBef>
              <a:spcAft>
                <a:spcPts val="0"/>
              </a:spcAft>
              <a:buSzPts val="1400"/>
              <a:buFont typeface="Lato"/>
              <a:buChar char="●"/>
              <a:defRPr/>
            </a:lvl1pPr>
            <a:lvl2pPr indent="-317500" lvl="1" marL="914400" rtl="0" algn="l">
              <a:lnSpc>
                <a:spcPct val="100000"/>
              </a:lnSpc>
              <a:spcBef>
                <a:spcPts val="0"/>
              </a:spcBef>
              <a:spcAft>
                <a:spcPts val="0"/>
              </a:spcAft>
              <a:buSzPts val="1400"/>
              <a:buFont typeface="Lato"/>
              <a:buChar char="○"/>
              <a:defRPr/>
            </a:lvl2pPr>
            <a:lvl3pPr indent="-317500" lvl="2" marL="1371600" rtl="0" algn="l">
              <a:lnSpc>
                <a:spcPct val="100000"/>
              </a:lnSpc>
              <a:spcBef>
                <a:spcPts val="1600"/>
              </a:spcBef>
              <a:spcAft>
                <a:spcPts val="0"/>
              </a:spcAft>
              <a:buSzPts val="1400"/>
              <a:buFont typeface="Lato"/>
              <a:buChar char="■"/>
              <a:defRPr/>
            </a:lvl3pPr>
            <a:lvl4pPr indent="-317500" lvl="3" marL="1828800" rtl="0" algn="l">
              <a:lnSpc>
                <a:spcPct val="100000"/>
              </a:lnSpc>
              <a:spcBef>
                <a:spcPts val="1600"/>
              </a:spcBef>
              <a:spcAft>
                <a:spcPts val="0"/>
              </a:spcAft>
              <a:buSzPts val="1400"/>
              <a:buFont typeface="Lato"/>
              <a:buChar char="●"/>
              <a:defRPr/>
            </a:lvl4pPr>
            <a:lvl5pPr indent="-317500" lvl="4" marL="2286000" rtl="0" algn="l">
              <a:lnSpc>
                <a:spcPct val="100000"/>
              </a:lnSpc>
              <a:spcBef>
                <a:spcPts val="1600"/>
              </a:spcBef>
              <a:spcAft>
                <a:spcPts val="0"/>
              </a:spcAft>
              <a:buSzPts val="1400"/>
              <a:buFont typeface="Lato"/>
              <a:buChar char="○"/>
              <a:defRPr/>
            </a:lvl5pPr>
            <a:lvl6pPr indent="-317500" lvl="5" marL="2743200" rtl="0" algn="l">
              <a:lnSpc>
                <a:spcPct val="100000"/>
              </a:lnSpc>
              <a:spcBef>
                <a:spcPts val="1600"/>
              </a:spcBef>
              <a:spcAft>
                <a:spcPts val="0"/>
              </a:spcAft>
              <a:buSzPts val="1400"/>
              <a:buFont typeface="Lato"/>
              <a:buChar char="■"/>
              <a:defRPr/>
            </a:lvl6pPr>
            <a:lvl7pPr indent="-317500" lvl="6" marL="3200400" rtl="0" algn="l">
              <a:lnSpc>
                <a:spcPct val="100000"/>
              </a:lnSpc>
              <a:spcBef>
                <a:spcPts val="1600"/>
              </a:spcBef>
              <a:spcAft>
                <a:spcPts val="0"/>
              </a:spcAft>
              <a:buSzPts val="1400"/>
              <a:buFont typeface="Lato"/>
              <a:buChar char="●"/>
              <a:defRPr/>
            </a:lvl7pPr>
            <a:lvl8pPr indent="-317500" lvl="7" marL="3657600" rtl="0" algn="l">
              <a:lnSpc>
                <a:spcPct val="100000"/>
              </a:lnSpc>
              <a:spcBef>
                <a:spcPts val="1600"/>
              </a:spcBef>
              <a:spcAft>
                <a:spcPts val="0"/>
              </a:spcAft>
              <a:buSzPts val="1400"/>
              <a:buFont typeface="Lato"/>
              <a:buChar char="○"/>
              <a:defRPr/>
            </a:lvl8pPr>
            <a:lvl9pPr indent="-317500" lvl="8" marL="4114800" rtl="0" algn="l">
              <a:lnSpc>
                <a:spcPct val="100000"/>
              </a:lnSpc>
              <a:spcBef>
                <a:spcPts val="1600"/>
              </a:spcBef>
              <a:spcAft>
                <a:spcPts val="1600"/>
              </a:spcAft>
              <a:buSzPts val="1400"/>
              <a:buFont typeface="Lato"/>
              <a:buChar char="■"/>
              <a:defRPr/>
            </a:lvl9pPr>
          </a:lstStyle>
          <a:p/>
        </p:txBody>
      </p:sp>
      <p:grpSp>
        <p:nvGrpSpPr>
          <p:cNvPr id="249" name="Google Shape;249;g2114997e136_0_1159"/>
          <p:cNvGrpSpPr/>
          <p:nvPr/>
        </p:nvGrpSpPr>
        <p:grpSpPr>
          <a:xfrm>
            <a:off x="7068170" y="-466234"/>
            <a:ext cx="1368260" cy="1078296"/>
            <a:chOff x="4231725" y="-443721"/>
            <a:chExt cx="1368260" cy="1078296"/>
          </a:xfrm>
        </p:grpSpPr>
        <p:sp>
          <p:nvSpPr>
            <p:cNvPr id="250" name="Google Shape;250;g2114997e136_0_1159"/>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2114997e136_0_1159"/>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2" name="Google Shape;252;g2114997e136_0_1159"/>
          <p:cNvGrpSpPr/>
          <p:nvPr/>
        </p:nvGrpSpPr>
        <p:grpSpPr>
          <a:xfrm>
            <a:off x="8010070" y="-466238"/>
            <a:ext cx="1129225" cy="1439250"/>
            <a:chOff x="5173625" y="-443725"/>
            <a:chExt cx="1129225" cy="1439250"/>
          </a:xfrm>
        </p:grpSpPr>
        <p:sp>
          <p:nvSpPr>
            <p:cNvPr id="253" name="Google Shape;253;g2114997e136_0_1159"/>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2114997e136_0_1159"/>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5" name="Google Shape;255;g2114997e136_0_1159"/>
          <p:cNvGrpSpPr/>
          <p:nvPr/>
        </p:nvGrpSpPr>
        <p:grpSpPr>
          <a:xfrm flipH="1">
            <a:off x="5091" y="-472343"/>
            <a:ext cx="1129225" cy="1439250"/>
            <a:chOff x="5173625" y="-443725"/>
            <a:chExt cx="1129225" cy="1439250"/>
          </a:xfrm>
        </p:grpSpPr>
        <p:sp>
          <p:nvSpPr>
            <p:cNvPr id="256" name="Google Shape;256;g2114997e136_0_1159"/>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g2114997e136_0_1159"/>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 name="Google Shape;258;g2114997e136_0_1159"/>
          <p:cNvGrpSpPr/>
          <p:nvPr/>
        </p:nvGrpSpPr>
        <p:grpSpPr>
          <a:xfrm flipH="1">
            <a:off x="-98709" y="-223280"/>
            <a:ext cx="920275" cy="1078300"/>
            <a:chOff x="4679675" y="-443725"/>
            <a:chExt cx="920275" cy="1078300"/>
          </a:xfrm>
        </p:grpSpPr>
        <p:sp>
          <p:nvSpPr>
            <p:cNvPr id="259" name="Google Shape;259;g2114997e136_0_1159"/>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2114997e136_0_1159"/>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1" name="Google Shape;261;g2114997e136_0_1159"/>
          <p:cNvGrpSpPr/>
          <p:nvPr/>
        </p:nvGrpSpPr>
        <p:grpSpPr>
          <a:xfrm flipH="1">
            <a:off x="6573567" y="-671954"/>
            <a:ext cx="1195349" cy="1078296"/>
            <a:chOff x="4404625" y="-443721"/>
            <a:chExt cx="1195349" cy="1078296"/>
          </a:xfrm>
        </p:grpSpPr>
        <p:sp>
          <p:nvSpPr>
            <p:cNvPr id="262" name="Google Shape;262;g2114997e136_0_1159"/>
            <p:cNvSpPr/>
            <p:nvPr/>
          </p:nvSpPr>
          <p:spPr>
            <a:xfrm>
              <a:off x="4501128" y="-443721"/>
              <a:ext cx="109884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114997e136_0_1159"/>
            <p:cNvSpPr/>
            <p:nvPr/>
          </p:nvSpPr>
          <p:spPr>
            <a:xfrm>
              <a:off x="44046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4" name="Google Shape;264;g2114997e136_0_1159"/>
          <p:cNvGrpSpPr/>
          <p:nvPr/>
        </p:nvGrpSpPr>
        <p:grpSpPr>
          <a:xfrm>
            <a:off x="1375492" y="-671954"/>
            <a:ext cx="1195349" cy="1078296"/>
            <a:chOff x="4404625" y="-443721"/>
            <a:chExt cx="1195349" cy="1078296"/>
          </a:xfrm>
        </p:grpSpPr>
        <p:sp>
          <p:nvSpPr>
            <p:cNvPr id="265" name="Google Shape;265;g2114997e136_0_1159"/>
            <p:cNvSpPr/>
            <p:nvPr/>
          </p:nvSpPr>
          <p:spPr>
            <a:xfrm>
              <a:off x="4501128" y="-443721"/>
              <a:ext cx="109884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114997e136_0_1159"/>
            <p:cNvSpPr/>
            <p:nvPr/>
          </p:nvSpPr>
          <p:spPr>
            <a:xfrm>
              <a:off x="44046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spTree>
      <p:nvGrpSpPr>
        <p:cNvPr id="267" name="Shape 267"/>
        <p:cNvGrpSpPr/>
        <p:nvPr/>
      </p:nvGrpSpPr>
      <p:grpSpPr>
        <a:xfrm>
          <a:off x="0" y="0"/>
          <a:ext cx="0" cy="0"/>
          <a:chOff x="0" y="0"/>
          <a:chExt cx="0" cy="0"/>
        </a:xfrm>
      </p:grpSpPr>
      <p:grpSp>
        <p:nvGrpSpPr>
          <p:cNvPr id="268" name="Google Shape;268;g2114997e136_0_1180"/>
          <p:cNvGrpSpPr/>
          <p:nvPr/>
        </p:nvGrpSpPr>
        <p:grpSpPr>
          <a:xfrm flipH="1" rot="10800000">
            <a:off x="5345388" y="4117956"/>
            <a:ext cx="482550" cy="1505350"/>
            <a:chOff x="3121150" y="-443725"/>
            <a:chExt cx="482550" cy="1505350"/>
          </a:xfrm>
        </p:grpSpPr>
        <p:sp>
          <p:nvSpPr>
            <p:cNvPr id="269" name="Google Shape;269;g2114997e136_0_1180"/>
            <p:cNvSpPr/>
            <p:nvPr/>
          </p:nvSpPr>
          <p:spPr>
            <a:xfrm>
              <a:off x="3121150" y="-443725"/>
              <a:ext cx="427075" cy="1386800"/>
            </a:xfrm>
            <a:custGeom>
              <a:rect b="b" l="l" r="r" t="t"/>
              <a:pathLst>
                <a:path extrusionOk="0" fill="none" h="55472" w="17083">
                  <a:moveTo>
                    <a:pt x="17083" y="55472"/>
                  </a:moveTo>
                  <a:lnTo>
                    <a:pt x="17083" y="40669"/>
                  </a:lnTo>
                  <a:lnTo>
                    <a:pt x="0" y="40669"/>
                  </a:lnTo>
                  <a:lnTo>
                    <a:pt x="0"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114997e136_0_1180"/>
            <p:cNvSpPr/>
            <p:nvPr/>
          </p:nvSpPr>
          <p:spPr>
            <a:xfrm>
              <a:off x="3485125" y="943825"/>
              <a:ext cx="118575" cy="117800"/>
            </a:xfrm>
            <a:custGeom>
              <a:rect b="b" l="l" r="r" t="t"/>
              <a:pathLst>
                <a:path extrusionOk="0" fill="none" h="4712" w="4743">
                  <a:moveTo>
                    <a:pt x="4743" y="2006"/>
                  </a:moveTo>
                  <a:cubicBezTo>
                    <a:pt x="4743" y="3830"/>
                    <a:pt x="2554" y="4712"/>
                    <a:pt x="1277" y="3465"/>
                  </a:cubicBezTo>
                  <a:cubicBezTo>
                    <a:pt x="1" y="2189"/>
                    <a:pt x="913" y="0"/>
                    <a:pt x="2706" y="0"/>
                  </a:cubicBezTo>
                  <a:cubicBezTo>
                    <a:pt x="3831" y="0"/>
                    <a:pt x="4743" y="912"/>
                    <a:pt x="4743" y="2006"/>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 name="Google Shape;271;g2114997e136_0_1180"/>
          <p:cNvGrpSpPr/>
          <p:nvPr/>
        </p:nvGrpSpPr>
        <p:grpSpPr>
          <a:xfrm flipH="1" rot="10800000">
            <a:off x="4214663" y="4545006"/>
            <a:ext cx="929375" cy="1078300"/>
            <a:chOff x="1990425" y="-443725"/>
            <a:chExt cx="929375" cy="1078300"/>
          </a:xfrm>
        </p:grpSpPr>
        <p:sp>
          <p:nvSpPr>
            <p:cNvPr id="272" name="Google Shape;272;g2114997e136_0_1180"/>
            <p:cNvSpPr/>
            <p:nvPr/>
          </p:nvSpPr>
          <p:spPr>
            <a:xfrm>
              <a:off x="1990425" y="-443725"/>
              <a:ext cx="826800" cy="1006875"/>
            </a:xfrm>
            <a:custGeom>
              <a:rect b="b" l="l" r="r" t="t"/>
              <a:pathLst>
                <a:path extrusionOk="0" fill="none" h="40275" w="33072">
                  <a:moveTo>
                    <a:pt x="33071" y="40274"/>
                  </a:moveTo>
                  <a:lnTo>
                    <a:pt x="0" y="40274"/>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2114997e136_0_1180"/>
            <p:cNvSpPr/>
            <p:nvPr/>
          </p:nvSpPr>
          <p:spPr>
            <a:xfrm>
              <a:off x="2801225" y="516000"/>
              <a:ext cx="118575" cy="118575"/>
            </a:xfrm>
            <a:custGeom>
              <a:rect b="b" l="l" r="r" t="t"/>
              <a:pathLst>
                <a:path extrusionOk="0" fill="none" h="4743" w="4743">
                  <a:moveTo>
                    <a:pt x="4742" y="2037"/>
                  </a:moveTo>
                  <a:cubicBezTo>
                    <a:pt x="4742" y="3830"/>
                    <a:pt x="2554" y="4742"/>
                    <a:pt x="1277" y="3466"/>
                  </a:cubicBezTo>
                  <a:cubicBezTo>
                    <a:pt x="1" y="2189"/>
                    <a:pt x="913" y="31"/>
                    <a:pt x="2706" y="31"/>
                  </a:cubicBezTo>
                  <a:cubicBezTo>
                    <a:pt x="3831"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4" name="Google Shape;274;g2114997e136_0_1180"/>
          <p:cNvGrpSpPr/>
          <p:nvPr/>
        </p:nvGrpSpPr>
        <p:grpSpPr>
          <a:xfrm flipH="1" rot="10800000">
            <a:off x="3511763" y="4184056"/>
            <a:ext cx="1138350" cy="1439250"/>
            <a:chOff x="1287525" y="-443725"/>
            <a:chExt cx="1138350" cy="1439250"/>
          </a:xfrm>
        </p:grpSpPr>
        <p:sp>
          <p:nvSpPr>
            <p:cNvPr id="275" name="Google Shape;275;g2114997e136_0_1180"/>
            <p:cNvSpPr/>
            <p:nvPr/>
          </p:nvSpPr>
          <p:spPr>
            <a:xfrm>
              <a:off x="1287525" y="-443725"/>
              <a:ext cx="1082875" cy="1320700"/>
            </a:xfrm>
            <a:custGeom>
              <a:rect b="b" l="l" r="r" t="t"/>
              <a:pathLst>
                <a:path extrusionOk="0" fill="none" h="52828" w="43315">
                  <a:moveTo>
                    <a:pt x="43314" y="52828"/>
                  </a:moveTo>
                  <a:lnTo>
                    <a:pt x="43314" y="25836"/>
                  </a:lnTo>
                  <a:lnTo>
                    <a:pt x="0" y="25836"/>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114997e136_0_1180"/>
            <p:cNvSpPr/>
            <p:nvPr/>
          </p:nvSpPr>
          <p:spPr>
            <a:xfrm>
              <a:off x="2307300" y="87695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7" name="Google Shape;277;g2114997e136_0_1180"/>
          <p:cNvGrpSpPr/>
          <p:nvPr/>
        </p:nvGrpSpPr>
        <p:grpSpPr>
          <a:xfrm flipH="1" rot="10800000">
            <a:off x="6220013" y="4117956"/>
            <a:ext cx="474200" cy="1505350"/>
            <a:chOff x="3995775" y="-443725"/>
            <a:chExt cx="474200" cy="1505350"/>
          </a:xfrm>
        </p:grpSpPr>
        <p:sp>
          <p:nvSpPr>
            <p:cNvPr id="278" name="Google Shape;278;g2114997e136_0_1180"/>
            <p:cNvSpPr/>
            <p:nvPr/>
          </p:nvSpPr>
          <p:spPr>
            <a:xfrm>
              <a:off x="4042125" y="-443725"/>
              <a:ext cx="427850" cy="1386800"/>
            </a:xfrm>
            <a:custGeom>
              <a:rect b="b" l="l" r="r" t="t"/>
              <a:pathLst>
                <a:path extrusionOk="0" fill="none" h="55472" w="17114">
                  <a:moveTo>
                    <a:pt x="1" y="55472"/>
                  </a:moveTo>
                  <a:lnTo>
                    <a:pt x="1" y="40669"/>
                  </a:lnTo>
                  <a:lnTo>
                    <a:pt x="17114" y="40669"/>
                  </a:lnTo>
                  <a:lnTo>
                    <a:pt x="17114"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2114997e136_0_1180"/>
            <p:cNvSpPr/>
            <p:nvPr/>
          </p:nvSpPr>
          <p:spPr>
            <a:xfrm>
              <a:off x="3995775" y="943825"/>
              <a:ext cx="117825" cy="117800"/>
            </a:xfrm>
            <a:custGeom>
              <a:rect b="b" l="l" r="r" t="t"/>
              <a:pathLst>
                <a:path extrusionOk="0" fill="none" h="4712" w="4713">
                  <a:moveTo>
                    <a:pt x="1" y="2006"/>
                  </a:moveTo>
                  <a:cubicBezTo>
                    <a:pt x="1" y="3830"/>
                    <a:pt x="2159" y="4712"/>
                    <a:pt x="3435" y="3465"/>
                  </a:cubicBezTo>
                  <a:cubicBezTo>
                    <a:pt x="4712" y="2189"/>
                    <a:pt x="3800" y="0"/>
                    <a:pt x="2007" y="0"/>
                  </a:cubicBezTo>
                  <a:cubicBezTo>
                    <a:pt x="882" y="0"/>
                    <a:pt x="1" y="912"/>
                    <a:pt x="1" y="2006"/>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 name="Google Shape;280;g2114997e136_0_1180"/>
          <p:cNvGrpSpPr/>
          <p:nvPr/>
        </p:nvGrpSpPr>
        <p:grpSpPr>
          <a:xfrm flipH="1" rot="10800000">
            <a:off x="6903913" y="4545006"/>
            <a:ext cx="920275" cy="1078300"/>
            <a:chOff x="4679675" y="-443725"/>
            <a:chExt cx="920275" cy="1078300"/>
          </a:xfrm>
        </p:grpSpPr>
        <p:sp>
          <p:nvSpPr>
            <p:cNvPr id="281" name="Google Shape;281;g2114997e136_0_1180"/>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2114997e136_0_1180"/>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3" name="Google Shape;283;g2114997e136_0_1180"/>
          <p:cNvGrpSpPr/>
          <p:nvPr/>
        </p:nvGrpSpPr>
        <p:grpSpPr>
          <a:xfrm flipH="1" rot="10800000">
            <a:off x="7397863" y="4184056"/>
            <a:ext cx="1129225" cy="1439250"/>
            <a:chOff x="5173625" y="-443725"/>
            <a:chExt cx="1129225" cy="1439250"/>
          </a:xfrm>
        </p:grpSpPr>
        <p:sp>
          <p:nvSpPr>
            <p:cNvPr id="284" name="Google Shape;284;g2114997e136_0_1180"/>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g2114997e136_0_1180"/>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6" name="Google Shape;286;g2114997e136_0_1180"/>
          <p:cNvGrpSpPr/>
          <p:nvPr/>
        </p:nvGrpSpPr>
        <p:grpSpPr>
          <a:xfrm flipH="1" rot="10800000">
            <a:off x="8350838" y="3965981"/>
            <a:ext cx="2240950" cy="1657325"/>
            <a:chOff x="4603700" y="-443725"/>
            <a:chExt cx="2240950" cy="1657325"/>
          </a:xfrm>
        </p:grpSpPr>
        <p:sp>
          <p:nvSpPr>
            <p:cNvPr id="287" name="Google Shape;287;g2114997e136_0_1180"/>
            <p:cNvSpPr/>
            <p:nvPr/>
          </p:nvSpPr>
          <p:spPr>
            <a:xfrm>
              <a:off x="4689575" y="-443725"/>
              <a:ext cx="2155075" cy="1560825"/>
            </a:xfrm>
            <a:custGeom>
              <a:rect b="b" l="l" r="r" t="t"/>
              <a:pathLst>
                <a:path extrusionOk="0" fill="none" h="62433" w="86203">
                  <a:moveTo>
                    <a:pt x="0" y="62433"/>
                  </a:moveTo>
                  <a:lnTo>
                    <a:pt x="51916" y="14833"/>
                  </a:lnTo>
                  <a:lnTo>
                    <a:pt x="86202" y="14833"/>
                  </a:lnTo>
                  <a:lnTo>
                    <a:pt x="86202"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2114997e136_0_1180"/>
            <p:cNvSpPr/>
            <p:nvPr/>
          </p:nvSpPr>
          <p:spPr>
            <a:xfrm>
              <a:off x="4603700" y="1095800"/>
              <a:ext cx="117800" cy="117800"/>
            </a:xfrm>
            <a:custGeom>
              <a:rect b="b" l="l" r="r" t="t"/>
              <a:pathLst>
                <a:path extrusionOk="0" fill="none" h="4712" w="4712">
                  <a:moveTo>
                    <a:pt x="0" y="2007"/>
                  </a:moveTo>
                  <a:cubicBezTo>
                    <a:pt x="0" y="3830"/>
                    <a:pt x="2158" y="4712"/>
                    <a:pt x="3435" y="3466"/>
                  </a:cubicBezTo>
                  <a:cubicBezTo>
                    <a:pt x="4712" y="2189"/>
                    <a:pt x="3800" y="0"/>
                    <a:pt x="2006" y="0"/>
                  </a:cubicBezTo>
                  <a:cubicBezTo>
                    <a:pt x="882" y="0"/>
                    <a:pt x="0" y="912"/>
                    <a:pt x="0" y="200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9" name="Google Shape;289;g2114997e136_0_1180"/>
          <p:cNvGrpSpPr/>
          <p:nvPr/>
        </p:nvGrpSpPr>
        <p:grpSpPr>
          <a:xfrm>
            <a:off x="8285739" y="2145759"/>
            <a:ext cx="289868" cy="852000"/>
            <a:chOff x="456616" y="2161477"/>
            <a:chExt cx="289868" cy="852000"/>
          </a:xfrm>
        </p:grpSpPr>
        <p:sp>
          <p:nvSpPr>
            <p:cNvPr id="290" name="Google Shape;290;g2114997e136_0_1180"/>
            <p:cNvSpPr/>
            <p:nvPr/>
          </p:nvSpPr>
          <p:spPr>
            <a:xfrm rot="-5400000">
              <a:off x="588942" y="2649556"/>
              <a:ext cx="25484" cy="289600"/>
            </a:xfrm>
            <a:custGeom>
              <a:rect b="b" l="l" r="r" t="t"/>
              <a:pathLst>
                <a:path extrusionOk="0" h="8648" w="761">
                  <a:moveTo>
                    <a:pt x="380" y="0"/>
                  </a:moveTo>
                  <a:cubicBezTo>
                    <a:pt x="190" y="0"/>
                    <a:pt x="0" y="130"/>
                    <a:pt x="0" y="388"/>
                  </a:cubicBezTo>
                  <a:lnTo>
                    <a:pt x="0" y="8260"/>
                  </a:lnTo>
                  <a:cubicBezTo>
                    <a:pt x="0" y="8519"/>
                    <a:pt x="190" y="8648"/>
                    <a:pt x="380" y="8648"/>
                  </a:cubicBezTo>
                  <a:cubicBezTo>
                    <a:pt x="570" y="8648"/>
                    <a:pt x="760" y="8519"/>
                    <a:pt x="760" y="8260"/>
                  </a:cubicBezTo>
                  <a:lnTo>
                    <a:pt x="760" y="388"/>
                  </a:lnTo>
                  <a:cubicBezTo>
                    <a:pt x="760" y="130"/>
                    <a:pt x="570" y="0"/>
                    <a:pt x="3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2114997e136_0_1180"/>
            <p:cNvSpPr/>
            <p:nvPr/>
          </p:nvSpPr>
          <p:spPr>
            <a:xfrm rot="-5400000">
              <a:off x="588808" y="2235662"/>
              <a:ext cx="25484" cy="289868"/>
            </a:xfrm>
            <a:custGeom>
              <a:rect b="b" l="l" r="r" t="t"/>
              <a:pathLst>
                <a:path extrusionOk="0" h="8656" w="761">
                  <a:moveTo>
                    <a:pt x="365" y="1"/>
                  </a:moveTo>
                  <a:cubicBezTo>
                    <a:pt x="153" y="1"/>
                    <a:pt x="1" y="183"/>
                    <a:pt x="1" y="396"/>
                  </a:cubicBezTo>
                  <a:lnTo>
                    <a:pt x="1" y="8268"/>
                  </a:lnTo>
                  <a:cubicBezTo>
                    <a:pt x="1" y="8527"/>
                    <a:pt x="191" y="8656"/>
                    <a:pt x="381" y="8656"/>
                  </a:cubicBezTo>
                  <a:cubicBezTo>
                    <a:pt x="570" y="8656"/>
                    <a:pt x="760" y="8527"/>
                    <a:pt x="760" y="8268"/>
                  </a:cubicBezTo>
                  <a:lnTo>
                    <a:pt x="760" y="396"/>
                  </a:lnTo>
                  <a:cubicBezTo>
                    <a:pt x="760" y="183"/>
                    <a:pt x="578" y="1"/>
                    <a:pt x="36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2114997e136_0_1180"/>
            <p:cNvSpPr/>
            <p:nvPr/>
          </p:nvSpPr>
          <p:spPr>
            <a:xfrm rot="-5400000">
              <a:off x="576234" y="2902231"/>
              <a:ext cx="25484" cy="197007"/>
            </a:xfrm>
            <a:custGeom>
              <a:rect b="b" l="l" r="r" t="t"/>
              <a:pathLst>
                <a:path extrusionOk="0" h="5883" w="761">
                  <a:moveTo>
                    <a:pt x="380" y="1"/>
                  </a:moveTo>
                  <a:cubicBezTo>
                    <a:pt x="190" y="1"/>
                    <a:pt x="0" y="130"/>
                    <a:pt x="0" y="388"/>
                  </a:cubicBezTo>
                  <a:lnTo>
                    <a:pt x="0" y="5495"/>
                  </a:lnTo>
                  <a:cubicBezTo>
                    <a:pt x="0" y="5753"/>
                    <a:pt x="190" y="5882"/>
                    <a:pt x="380" y="5882"/>
                  </a:cubicBezTo>
                  <a:cubicBezTo>
                    <a:pt x="570" y="5882"/>
                    <a:pt x="760" y="5753"/>
                    <a:pt x="760" y="5495"/>
                  </a:cubicBezTo>
                  <a:lnTo>
                    <a:pt x="760" y="388"/>
                  </a:lnTo>
                  <a:cubicBezTo>
                    <a:pt x="760" y="130"/>
                    <a:pt x="570" y="1"/>
                    <a:pt x="3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2114997e136_0_1180"/>
            <p:cNvSpPr/>
            <p:nvPr/>
          </p:nvSpPr>
          <p:spPr>
            <a:xfrm rot="-5400000">
              <a:off x="575849" y="2488856"/>
              <a:ext cx="26489" cy="197241"/>
            </a:xfrm>
            <a:custGeom>
              <a:rect b="b" l="l" r="r" t="t"/>
              <a:pathLst>
                <a:path extrusionOk="0" h="5890" w="791">
                  <a:moveTo>
                    <a:pt x="410" y="1"/>
                  </a:moveTo>
                  <a:cubicBezTo>
                    <a:pt x="220" y="1"/>
                    <a:pt x="30" y="130"/>
                    <a:pt x="30" y="388"/>
                  </a:cubicBezTo>
                  <a:lnTo>
                    <a:pt x="30" y="5495"/>
                  </a:lnTo>
                  <a:cubicBezTo>
                    <a:pt x="0" y="5707"/>
                    <a:pt x="182" y="5890"/>
                    <a:pt x="395" y="5890"/>
                  </a:cubicBezTo>
                  <a:cubicBezTo>
                    <a:pt x="608" y="5890"/>
                    <a:pt x="790" y="5707"/>
                    <a:pt x="790" y="5495"/>
                  </a:cubicBezTo>
                  <a:lnTo>
                    <a:pt x="790" y="388"/>
                  </a:lnTo>
                  <a:cubicBezTo>
                    <a:pt x="790" y="130"/>
                    <a:pt x="600" y="1"/>
                    <a:pt x="41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2114997e136_0_1180"/>
            <p:cNvSpPr/>
            <p:nvPr/>
          </p:nvSpPr>
          <p:spPr>
            <a:xfrm rot="-5400000">
              <a:off x="576619" y="2076100"/>
              <a:ext cx="25484" cy="196237"/>
            </a:xfrm>
            <a:custGeom>
              <a:rect b="b" l="l" r="r" t="t"/>
              <a:pathLst>
                <a:path extrusionOk="0" h="5860" w="761">
                  <a:moveTo>
                    <a:pt x="396" y="0"/>
                  </a:moveTo>
                  <a:cubicBezTo>
                    <a:pt x="183" y="0"/>
                    <a:pt x="1" y="152"/>
                    <a:pt x="1" y="365"/>
                  </a:cubicBezTo>
                  <a:lnTo>
                    <a:pt x="1" y="5472"/>
                  </a:lnTo>
                  <a:cubicBezTo>
                    <a:pt x="1" y="5730"/>
                    <a:pt x="191" y="5859"/>
                    <a:pt x="381" y="5859"/>
                  </a:cubicBezTo>
                  <a:cubicBezTo>
                    <a:pt x="570" y="5859"/>
                    <a:pt x="760" y="5730"/>
                    <a:pt x="760" y="5472"/>
                  </a:cubicBezTo>
                  <a:lnTo>
                    <a:pt x="760" y="365"/>
                  </a:lnTo>
                  <a:cubicBezTo>
                    <a:pt x="760" y="152"/>
                    <a:pt x="608" y="0"/>
                    <a:pt x="39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5" name="Google Shape;295;g2114997e136_0_1180"/>
          <p:cNvGrpSpPr/>
          <p:nvPr/>
        </p:nvGrpSpPr>
        <p:grpSpPr>
          <a:xfrm>
            <a:off x="7733951" y="-104276"/>
            <a:ext cx="1129225" cy="1439250"/>
            <a:chOff x="5173625" y="-443725"/>
            <a:chExt cx="1129225" cy="1439250"/>
          </a:xfrm>
        </p:grpSpPr>
        <p:sp>
          <p:nvSpPr>
            <p:cNvPr id="296" name="Google Shape;296;g2114997e136_0_1180"/>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2114997e136_0_1180"/>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8" name="Google Shape;298;g2114997e136_0_1180"/>
          <p:cNvSpPr txBox="1"/>
          <p:nvPr>
            <p:ph hasCustomPrompt="1" type="title"/>
          </p:nvPr>
        </p:nvSpPr>
        <p:spPr>
          <a:xfrm>
            <a:off x="1681800" y="1603075"/>
            <a:ext cx="5780400" cy="13668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accent1"/>
              </a:buClr>
              <a:buSzPts val="9600"/>
              <a:buNone/>
              <a:defRPr sz="9600">
                <a:solidFill>
                  <a:schemeClr val="accent1"/>
                </a:solidFill>
              </a:defRPr>
            </a:lvl1pPr>
            <a:lvl2pPr lvl="1" rtl="0" algn="ctr">
              <a:lnSpc>
                <a:spcPct val="100000"/>
              </a:lnSpc>
              <a:spcBef>
                <a:spcPts val="0"/>
              </a:spcBef>
              <a:spcAft>
                <a:spcPts val="0"/>
              </a:spcAft>
              <a:buClr>
                <a:schemeClr val="accent1"/>
              </a:buClr>
              <a:buSzPts val="9600"/>
              <a:buNone/>
              <a:defRPr sz="9600">
                <a:solidFill>
                  <a:schemeClr val="accent1"/>
                </a:solidFill>
              </a:defRPr>
            </a:lvl2pPr>
            <a:lvl3pPr lvl="2" rtl="0" algn="ctr">
              <a:lnSpc>
                <a:spcPct val="100000"/>
              </a:lnSpc>
              <a:spcBef>
                <a:spcPts val="0"/>
              </a:spcBef>
              <a:spcAft>
                <a:spcPts val="0"/>
              </a:spcAft>
              <a:buClr>
                <a:schemeClr val="accent1"/>
              </a:buClr>
              <a:buSzPts val="9600"/>
              <a:buNone/>
              <a:defRPr sz="9600">
                <a:solidFill>
                  <a:schemeClr val="accent1"/>
                </a:solidFill>
              </a:defRPr>
            </a:lvl3pPr>
            <a:lvl4pPr lvl="3" rtl="0" algn="ctr">
              <a:lnSpc>
                <a:spcPct val="100000"/>
              </a:lnSpc>
              <a:spcBef>
                <a:spcPts val="0"/>
              </a:spcBef>
              <a:spcAft>
                <a:spcPts val="0"/>
              </a:spcAft>
              <a:buClr>
                <a:schemeClr val="accent1"/>
              </a:buClr>
              <a:buSzPts val="9600"/>
              <a:buNone/>
              <a:defRPr sz="9600">
                <a:solidFill>
                  <a:schemeClr val="accent1"/>
                </a:solidFill>
              </a:defRPr>
            </a:lvl4pPr>
            <a:lvl5pPr lvl="4" rtl="0" algn="ctr">
              <a:lnSpc>
                <a:spcPct val="100000"/>
              </a:lnSpc>
              <a:spcBef>
                <a:spcPts val="0"/>
              </a:spcBef>
              <a:spcAft>
                <a:spcPts val="0"/>
              </a:spcAft>
              <a:buClr>
                <a:schemeClr val="accent1"/>
              </a:buClr>
              <a:buSzPts val="9600"/>
              <a:buNone/>
              <a:defRPr sz="9600">
                <a:solidFill>
                  <a:schemeClr val="accent1"/>
                </a:solidFill>
              </a:defRPr>
            </a:lvl5pPr>
            <a:lvl6pPr lvl="5" rtl="0" algn="ctr">
              <a:lnSpc>
                <a:spcPct val="100000"/>
              </a:lnSpc>
              <a:spcBef>
                <a:spcPts val="0"/>
              </a:spcBef>
              <a:spcAft>
                <a:spcPts val="0"/>
              </a:spcAft>
              <a:buClr>
                <a:schemeClr val="accent1"/>
              </a:buClr>
              <a:buSzPts val="9600"/>
              <a:buNone/>
              <a:defRPr sz="9600">
                <a:solidFill>
                  <a:schemeClr val="accent1"/>
                </a:solidFill>
              </a:defRPr>
            </a:lvl6pPr>
            <a:lvl7pPr lvl="6" rtl="0" algn="ctr">
              <a:lnSpc>
                <a:spcPct val="100000"/>
              </a:lnSpc>
              <a:spcBef>
                <a:spcPts val="0"/>
              </a:spcBef>
              <a:spcAft>
                <a:spcPts val="0"/>
              </a:spcAft>
              <a:buClr>
                <a:schemeClr val="accent1"/>
              </a:buClr>
              <a:buSzPts val="9600"/>
              <a:buNone/>
              <a:defRPr sz="9600">
                <a:solidFill>
                  <a:schemeClr val="accent1"/>
                </a:solidFill>
              </a:defRPr>
            </a:lvl7pPr>
            <a:lvl8pPr lvl="7" rtl="0" algn="ctr">
              <a:lnSpc>
                <a:spcPct val="100000"/>
              </a:lnSpc>
              <a:spcBef>
                <a:spcPts val="0"/>
              </a:spcBef>
              <a:spcAft>
                <a:spcPts val="0"/>
              </a:spcAft>
              <a:buClr>
                <a:schemeClr val="accent1"/>
              </a:buClr>
              <a:buSzPts val="9600"/>
              <a:buNone/>
              <a:defRPr sz="9600">
                <a:solidFill>
                  <a:schemeClr val="accent1"/>
                </a:solidFill>
              </a:defRPr>
            </a:lvl8pPr>
            <a:lvl9pPr lvl="8" rtl="0" algn="ctr">
              <a:lnSpc>
                <a:spcPct val="100000"/>
              </a:lnSpc>
              <a:spcBef>
                <a:spcPts val="0"/>
              </a:spcBef>
              <a:spcAft>
                <a:spcPts val="0"/>
              </a:spcAft>
              <a:buClr>
                <a:schemeClr val="accent1"/>
              </a:buClr>
              <a:buSzPts val="9600"/>
              <a:buNone/>
              <a:defRPr sz="9600">
                <a:solidFill>
                  <a:schemeClr val="accent1"/>
                </a:solidFill>
              </a:defRPr>
            </a:lvl9pPr>
          </a:lstStyle>
          <a:p>
            <a:r>
              <a:t>xx%</a:t>
            </a:r>
          </a:p>
        </p:txBody>
      </p:sp>
      <p:sp>
        <p:nvSpPr>
          <p:cNvPr id="299" name="Google Shape;299;g2114997e136_0_1180"/>
          <p:cNvSpPr txBox="1"/>
          <p:nvPr>
            <p:ph idx="1" type="subTitle"/>
          </p:nvPr>
        </p:nvSpPr>
        <p:spPr>
          <a:xfrm>
            <a:off x="2059200" y="2969825"/>
            <a:ext cx="5025600" cy="5706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
    <p:spTree>
      <p:nvGrpSpPr>
        <p:cNvPr id="300" name="Shape 300"/>
        <p:cNvGrpSpPr/>
        <p:nvPr/>
      </p:nvGrpSpPr>
      <p:grpSpPr>
        <a:xfrm>
          <a:off x="0" y="0"/>
          <a:ext cx="0" cy="0"/>
          <a:chOff x="0" y="0"/>
          <a:chExt cx="0" cy="0"/>
        </a:xfrm>
      </p:grpSpPr>
      <p:sp>
        <p:nvSpPr>
          <p:cNvPr id="301" name="Google Shape;301;g2114997e136_0_1213"/>
          <p:cNvSpPr txBox="1"/>
          <p:nvPr>
            <p:ph type="title"/>
          </p:nvPr>
        </p:nvSpPr>
        <p:spPr>
          <a:xfrm>
            <a:off x="1630950" y="539700"/>
            <a:ext cx="58821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
        <p:nvSpPr>
          <p:cNvPr id="302" name="Google Shape;302;g2114997e136_0_1213"/>
          <p:cNvSpPr txBox="1"/>
          <p:nvPr>
            <p:ph idx="1" type="body"/>
          </p:nvPr>
        </p:nvSpPr>
        <p:spPr>
          <a:xfrm>
            <a:off x="1370205" y="1727864"/>
            <a:ext cx="4611900" cy="2727300"/>
          </a:xfrm>
          <a:prstGeom prst="rect">
            <a:avLst/>
          </a:prstGeom>
          <a:noFill/>
          <a:ln>
            <a:noFill/>
          </a:ln>
        </p:spPr>
        <p:txBody>
          <a:bodyPr anchorCtr="0" anchor="ctr" bIns="91425" lIns="91425" spcFirstLastPara="1" rIns="91425" wrap="square" tIns="91425">
            <a:noAutofit/>
          </a:bodyPr>
          <a:lstStyle>
            <a:lvl1pPr indent="-317500" lvl="0" marL="457200" rtl="0" algn="l">
              <a:lnSpc>
                <a:spcPct val="100000"/>
              </a:lnSpc>
              <a:spcBef>
                <a:spcPts val="0"/>
              </a:spcBef>
              <a:spcAft>
                <a:spcPts val="0"/>
              </a:spcAft>
              <a:buSzPts val="1400"/>
              <a:buFont typeface="Lato"/>
              <a:buChar char="●"/>
              <a:defRPr/>
            </a:lvl1pPr>
            <a:lvl2pPr indent="-317500" lvl="1" marL="914400" rtl="0" algn="l">
              <a:lnSpc>
                <a:spcPct val="100000"/>
              </a:lnSpc>
              <a:spcBef>
                <a:spcPts val="0"/>
              </a:spcBef>
              <a:spcAft>
                <a:spcPts val="0"/>
              </a:spcAft>
              <a:buSzPts val="1400"/>
              <a:buFont typeface="Lato"/>
              <a:buChar char="○"/>
              <a:defRPr/>
            </a:lvl2pPr>
            <a:lvl3pPr indent="-317500" lvl="2" marL="1371600" rtl="0" algn="l">
              <a:lnSpc>
                <a:spcPct val="100000"/>
              </a:lnSpc>
              <a:spcBef>
                <a:spcPts val="1600"/>
              </a:spcBef>
              <a:spcAft>
                <a:spcPts val="0"/>
              </a:spcAft>
              <a:buSzPts val="1400"/>
              <a:buFont typeface="Lato"/>
              <a:buChar char="■"/>
              <a:defRPr/>
            </a:lvl3pPr>
            <a:lvl4pPr indent="-317500" lvl="3" marL="1828800" rtl="0" algn="l">
              <a:lnSpc>
                <a:spcPct val="100000"/>
              </a:lnSpc>
              <a:spcBef>
                <a:spcPts val="1600"/>
              </a:spcBef>
              <a:spcAft>
                <a:spcPts val="0"/>
              </a:spcAft>
              <a:buSzPts val="1400"/>
              <a:buFont typeface="Lato"/>
              <a:buChar char="●"/>
              <a:defRPr/>
            </a:lvl4pPr>
            <a:lvl5pPr indent="-317500" lvl="4" marL="2286000" rtl="0" algn="l">
              <a:lnSpc>
                <a:spcPct val="100000"/>
              </a:lnSpc>
              <a:spcBef>
                <a:spcPts val="1600"/>
              </a:spcBef>
              <a:spcAft>
                <a:spcPts val="0"/>
              </a:spcAft>
              <a:buSzPts val="1400"/>
              <a:buFont typeface="Lato"/>
              <a:buChar char="○"/>
              <a:defRPr/>
            </a:lvl5pPr>
            <a:lvl6pPr indent="-317500" lvl="5" marL="2743200" rtl="0" algn="l">
              <a:lnSpc>
                <a:spcPct val="100000"/>
              </a:lnSpc>
              <a:spcBef>
                <a:spcPts val="1600"/>
              </a:spcBef>
              <a:spcAft>
                <a:spcPts val="0"/>
              </a:spcAft>
              <a:buSzPts val="1400"/>
              <a:buFont typeface="Lato"/>
              <a:buChar char="■"/>
              <a:defRPr/>
            </a:lvl6pPr>
            <a:lvl7pPr indent="-317500" lvl="6" marL="3200400" rtl="0" algn="l">
              <a:lnSpc>
                <a:spcPct val="100000"/>
              </a:lnSpc>
              <a:spcBef>
                <a:spcPts val="1600"/>
              </a:spcBef>
              <a:spcAft>
                <a:spcPts val="0"/>
              </a:spcAft>
              <a:buSzPts val="1400"/>
              <a:buFont typeface="Lato"/>
              <a:buChar char="●"/>
              <a:defRPr/>
            </a:lvl7pPr>
            <a:lvl8pPr indent="-317500" lvl="7" marL="3657600" rtl="0" algn="l">
              <a:lnSpc>
                <a:spcPct val="100000"/>
              </a:lnSpc>
              <a:spcBef>
                <a:spcPts val="1600"/>
              </a:spcBef>
              <a:spcAft>
                <a:spcPts val="0"/>
              </a:spcAft>
              <a:buSzPts val="1400"/>
              <a:buFont typeface="Lato"/>
              <a:buChar char="○"/>
              <a:defRPr/>
            </a:lvl8pPr>
            <a:lvl9pPr indent="-317500" lvl="8" marL="4114800" rtl="0" algn="l">
              <a:lnSpc>
                <a:spcPct val="100000"/>
              </a:lnSpc>
              <a:spcBef>
                <a:spcPts val="1600"/>
              </a:spcBef>
              <a:spcAft>
                <a:spcPts val="1600"/>
              </a:spcAft>
              <a:buSzPts val="1400"/>
              <a:buFont typeface="Lato"/>
              <a:buChar char="■"/>
              <a:defRPr/>
            </a:lvl9pPr>
          </a:lstStyle>
          <a:p/>
        </p:txBody>
      </p:sp>
      <p:grpSp>
        <p:nvGrpSpPr>
          <p:cNvPr id="303" name="Google Shape;303;g2114997e136_0_1213"/>
          <p:cNvGrpSpPr/>
          <p:nvPr/>
        </p:nvGrpSpPr>
        <p:grpSpPr>
          <a:xfrm>
            <a:off x="-1411812" y="3924763"/>
            <a:ext cx="2961179" cy="2085653"/>
            <a:chOff x="-1411812" y="3924763"/>
            <a:chExt cx="2961179" cy="2085653"/>
          </a:xfrm>
        </p:grpSpPr>
        <p:grpSp>
          <p:nvGrpSpPr>
            <p:cNvPr id="304" name="Google Shape;304;g2114997e136_0_1213"/>
            <p:cNvGrpSpPr/>
            <p:nvPr/>
          </p:nvGrpSpPr>
          <p:grpSpPr>
            <a:xfrm flipH="1">
              <a:off x="-1411812" y="4556641"/>
              <a:ext cx="2808779" cy="1148975"/>
              <a:chOff x="6525475" y="148600"/>
              <a:chExt cx="2808779" cy="1148975"/>
            </a:xfrm>
          </p:grpSpPr>
          <p:sp>
            <p:nvSpPr>
              <p:cNvPr id="305" name="Google Shape;305;g2114997e136_0_1213"/>
              <p:cNvSpPr/>
              <p:nvPr/>
            </p:nvSpPr>
            <p:spPr>
              <a:xfrm>
                <a:off x="6629575" y="195700"/>
                <a:ext cx="2704679" cy="1101875"/>
              </a:xfrm>
              <a:custGeom>
                <a:rect b="b" l="l" r="r" t="t"/>
                <a:pathLst>
                  <a:path extrusionOk="0" fill="none" h="44075" w="50914">
                    <a:moveTo>
                      <a:pt x="50913" y="44074"/>
                    </a:moveTo>
                    <a:lnTo>
                      <a:pt x="25442" y="44074"/>
                    </a:lnTo>
                    <a:lnTo>
                      <a:pt x="25442" y="1"/>
                    </a:lnTo>
                    <a:lnTo>
                      <a:pt x="1" y="1"/>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g2114997e136_0_1213"/>
              <p:cNvSpPr/>
              <p:nvPr/>
            </p:nvSpPr>
            <p:spPr>
              <a:xfrm>
                <a:off x="6525475" y="148600"/>
                <a:ext cx="118575" cy="118550"/>
              </a:xfrm>
              <a:custGeom>
                <a:rect b="b" l="l" r="r" t="t"/>
                <a:pathLst>
                  <a:path extrusionOk="0" fill="none" h="4742" w="4743">
                    <a:moveTo>
                      <a:pt x="0" y="2037"/>
                    </a:moveTo>
                    <a:cubicBezTo>
                      <a:pt x="0" y="3830"/>
                      <a:pt x="2189" y="4742"/>
                      <a:pt x="3465" y="3465"/>
                    </a:cubicBezTo>
                    <a:cubicBezTo>
                      <a:pt x="4742" y="2189"/>
                      <a:pt x="3830" y="0"/>
                      <a:pt x="2037" y="30"/>
                    </a:cubicBezTo>
                    <a:cubicBezTo>
                      <a:pt x="912" y="30"/>
                      <a:pt x="0" y="912"/>
                      <a:pt x="0"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 name="Google Shape;307;g2114997e136_0_1213"/>
            <p:cNvGrpSpPr/>
            <p:nvPr/>
          </p:nvGrpSpPr>
          <p:grpSpPr>
            <a:xfrm rot="10800000">
              <a:off x="282879" y="3924763"/>
              <a:ext cx="474200" cy="1505350"/>
              <a:chOff x="3995775" y="-443725"/>
              <a:chExt cx="474200" cy="1505350"/>
            </a:xfrm>
          </p:grpSpPr>
          <p:sp>
            <p:nvSpPr>
              <p:cNvPr id="308" name="Google Shape;308;g2114997e136_0_1213"/>
              <p:cNvSpPr/>
              <p:nvPr/>
            </p:nvSpPr>
            <p:spPr>
              <a:xfrm>
                <a:off x="4042125" y="-443725"/>
                <a:ext cx="427850" cy="1386800"/>
              </a:xfrm>
              <a:custGeom>
                <a:rect b="b" l="l" r="r" t="t"/>
                <a:pathLst>
                  <a:path extrusionOk="0" fill="none" h="55472" w="17114">
                    <a:moveTo>
                      <a:pt x="1" y="55472"/>
                    </a:moveTo>
                    <a:lnTo>
                      <a:pt x="1" y="40669"/>
                    </a:lnTo>
                    <a:lnTo>
                      <a:pt x="17114" y="40669"/>
                    </a:lnTo>
                    <a:lnTo>
                      <a:pt x="171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2114997e136_0_1213"/>
              <p:cNvSpPr/>
              <p:nvPr/>
            </p:nvSpPr>
            <p:spPr>
              <a:xfrm>
                <a:off x="3995775" y="943825"/>
                <a:ext cx="117825" cy="117800"/>
              </a:xfrm>
              <a:custGeom>
                <a:rect b="b" l="l" r="r" t="t"/>
                <a:pathLst>
                  <a:path extrusionOk="0" fill="none" h="4712" w="4713">
                    <a:moveTo>
                      <a:pt x="1" y="2006"/>
                    </a:moveTo>
                    <a:cubicBezTo>
                      <a:pt x="1" y="3830"/>
                      <a:pt x="2159" y="4712"/>
                      <a:pt x="3435" y="3465"/>
                    </a:cubicBezTo>
                    <a:cubicBezTo>
                      <a:pt x="4712" y="2189"/>
                      <a:pt x="3800" y="0"/>
                      <a:pt x="2007" y="0"/>
                    </a:cubicBezTo>
                    <a:cubicBezTo>
                      <a:pt x="882" y="0"/>
                      <a:pt x="1" y="912"/>
                      <a:pt x="1" y="20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0" name="Google Shape;310;g2114997e136_0_1213"/>
            <p:cNvGrpSpPr/>
            <p:nvPr/>
          </p:nvGrpSpPr>
          <p:grpSpPr>
            <a:xfrm flipH="1">
              <a:off x="-1259412" y="4861441"/>
              <a:ext cx="2808779" cy="1148975"/>
              <a:chOff x="6525475" y="148600"/>
              <a:chExt cx="2808779" cy="1148975"/>
            </a:xfrm>
          </p:grpSpPr>
          <p:sp>
            <p:nvSpPr>
              <p:cNvPr id="311" name="Google Shape;311;g2114997e136_0_1213"/>
              <p:cNvSpPr/>
              <p:nvPr/>
            </p:nvSpPr>
            <p:spPr>
              <a:xfrm>
                <a:off x="6629575" y="195700"/>
                <a:ext cx="2704679" cy="1101875"/>
              </a:xfrm>
              <a:custGeom>
                <a:rect b="b" l="l" r="r" t="t"/>
                <a:pathLst>
                  <a:path extrusionOk="0" fill="none" h="44075" w="50914">
                    <a:moveTo>
                      <a:pt x="50913" y="44074"/>
                    </a:moveTo>
                    <a:lnTo>
                      <a:pt x="25442" y="44074"/>
                    </a:lnTo>
                    <a:lnTo>
                      <a:pt x="25442" y="1"/>
                    </a:lnTo>
                    <a:lnTo>
                      <a:pt x="1" y="1"/>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2114997e136_0_1213"/>
              <p:cNvSpPr/>
              <p:nvPr/>
            </p:nvSpPr>
            <p:spPr>
              <a:xfrm>
                <a:off x="6525475" y="148600"/>
                <a:ext cx="118575" cy="118550"/>
              </a:xfrm>
              <a:custGeom>
                <a:rect b="b" l="l" r="r" t="t"/>
                <a:pathLst>
                  <a:path extrusionOk="0" fill="none" h="4742" w="4743">
                    <a:moveTo>
                      <a:pt x="0" y="2037"/>
                    </a:moveTo>
                    <a:cubicBezTo>
                      <a:pt x="0" y="3830"/>
                      <a:pt x="2189" y="4742"/>
                      <a:pt x="3465" y="3465"/>
                    </a:cubicBezTo>
                    <a:cubicBezTo>
                      <a:pt x="4742" y="2189"/>
                      <a:pt x="3830" y="0"/>
                      <a:pt x="2037" y="30"/>
                    </a:cubicBezTo>
                    <a:cubicBezTo>
                      <a:pt x="912" y="30"/>
                      <a:pt x="0" y="912"/>
                      <a:pt x="0"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13" name="Google Shape;313;g2114997e136_0_1213"/>
          <p:cNvGrpSpPr/>
          <p:nvPr/>
        </p:nvGrpSpPr>
        <p:grpSpPr>
          <a:xfrm flipH="1">
            <a:off x="7393917" y="159663"/>
            <a:ext cx="2014792" cy="464411"/>
            <a:chOff x="-35117" y="4350781"/>
            <a:chExt cx="2014792" cy="464411"/>
          </a:xfrm>
        </p:grpSpPr>
        <p:sp>
          <p:nvSpPr>
            <p:cNvPr id="314" name="Google Shape;314;g2114997e136_0_1213"/>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2114997e136_0_1213"/>
            <p:cNvSpPr/>
            <p:nvPr/>
          </p:nvSpPr>
          <p:spPr>
            <a:xfrm>
              <a:off x="1861099" y="4350781"/>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6" name="Google Shape;316;g2114997e136_0_1213"/>
          <p:cNvGrpSpPr/>
          <p:nvPr/>
        </p:nvGrpSpPr>
        <p:grpSpPr>
          <a:xfrm flipH="1">
            <a:off x="7393917" y="480896"/>
            <a:ext cx="2014792" cy="473129"/>
            <a:chOff x="-35117" y="4342063"/>
            <a:chExt cx="2014792" cy="473129"/>
          </a:xfrm>
        </p:grpSpPr>
        <p:sp>
          <p:nvSpPr>
            <p:cNvPr id="317" name="Google Shape;317;g2114997e136_0_1213"/>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2114997e136_0_1213"/>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APTION_ONLY_1">
    <p:spTree>
      <p:nvGrpSpPr>
        <p:cNvPr id="319" name="Shape 319"/>
        <p:cNvGrpSpPr/>
        <p:nvPr/>
      </p:nvGrpSpPr>
      <p:grpSpPr>
        <a:xfrm>
          <a:off x="0" y="0"/>
          <a:ext cx="0" cy="0"/>
          <a:chOff x="0" y="0"/>
          <a:chExt cx="0" cy="0"/>
        </a:xfrm>
      </p:grpSpPr>
      <p:sp>
        <p:nvSpPr>
          <p:cNvPr id="320" name="Google Shape;320;g2114997e136_0_1232"/>
          <p:cNvSpPr txBox="1"/>
          <p:nvPr>
            <p:ph type="title"/>
          </p:nvPr>
        </p:nvSpPr>
        <p:spPr>
          <a:xfrm>
            <a:off x="-41150" y="4095000"/>
            <a:ext cx="9226200" cy="508800"/>
          </a:xfrm>
          <a:prstGeom prst="rect">
            <a:avLst/>
          </a:prstGeom>
          <a:solidFill>
            <a:schemeClr val="lt1"/>
          </a:solid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sz="2500"/>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21" name="Shape 321"/>
        <p:cNvGrpSpPr/>
        <p:nvPr/>
      </p:nvGrpSpPr>
      <p:grpSpPr>
        <a:xfrm>
          <a:off x="0" y="0"/>
          <a:ext cx="0" cy="0"/>
          <a:chOff x="0" y="0"/>
          <a:chExt cx="0" cy="0"/>
        </a:xfrm>
      </p:grpSpPr>
      <p:grpSp>
        <p:nvGrpSpPr>
          <p:cNvPr id="322" name="Google Shape;322;g2114997e136_0_1234"/>
          <p:cNvGrpSpPr/>
          <p:nvPr/>
        </p:nvGrpSpPr>
        <p:grpSpPr>
          <a:xfrm>
            <a:off x="87588" y="-482281"/>
            <a:ext cx="482550" cy="1505350"/>
            <a:chOff x="3121150" y="-443725"/>
            <a:chExt cx="482550" cy="1505350"/>
          </a:xfrm>
        </p:grpSpPr>
        <p:sp>
          <p:nvSpPr>
            <p:cNvPr id="323" name="Google Shape;323;g2114997e136_0_1234"/>
            <p:cNvSpPr/>
            <p:nvPr/>
          </p:nvSpPr>
          <p:spPr>
            <a:xfrm>
              <a:off x="3121150" y="-443725"/>
              <a:ext cx="427075" cy="1386800"/>
            </a:xfrm>
            <a:custGeom>
              <a:rect b="b" l="l" r="r" t="t"/>
              <a:pathLst>
                <a:path extrusionOk="0" fill="none" h="55472" w="17083">
                  <a:moveTo>
                    <a:pt x="17083" y="55472"/>
                  </a:moveTo>
                  <a:lnTo>
                    <a:pt x="17083" y="40669"/>
                  </a:lnTo>
                  <a:lnTo>
                    <a:pt x="0" y="40669"/>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114997e136_0_1234"/>
            <p:cNvSpPr/>
            <p:nvPr/>
          </p:nvSpPr>
          <p:spPr>
            <a:xfrm>
              <a:off x="3485125" y="943825"/>
              <a:ext cx="118575" cy="117800"/>
            </a:xfrm>
            <a:custGeom>
              <a:rect b="b" l="l" r="r" t="t"/>
              <a:pathLst>
                <a:path extrusionOk="0" fill="none" h="4712" w="4743">
                  <a:moveTo>
                    <a:pt x="4743" y="2006"/>
                  </a:moveTo>
                  <a:cubicBezTo>
                    <a:pt x="4743" y="3830"/>
                    <a:pt x="2554" y="4712"/>
                    <a:pt x="1277" y="3465"/>
                  </a:cubicBezTo>
                  <a:cubicBezTo>
                    <a:pt x="1" y="2189"/>
                    <a:pt x="913" y="0"/>
                    <a:pt x="2706" y="0"/>
                  </a:cubicBezTo>
                  <a:cubicBezTo>
                    <a:pt x="3831" y="0"/>
                    <a:pt x="4743" y="912"/>
                    <a:pt x="4743" y="20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5" name="Google Shape;325;g2114997e136_0_1234"/>
          <p:cNvGrpSpPr/>
          <p:nvPr/>
        </p:nvGrpSpPr>
        <p:grpSpPr>
          <a:xfrm>
            <a:off x="999825" y="-467301"/>
            <a:ext cx="929375" cy="1078300"/>
            <a:chOff x="1990425" y="-443725"/>
            <a:chExt cx="929375" cy="1078300"/>
          </a:xfrm>
        </p:grpSpPr>
        <p:sp>
          <p:nvSpPr>
            <p:cNvPr id="326" name="Google Shape;326;g2114997e136_0_1234"/>
            <p:cNvSpPr/>
            <p:nvPr/>
          </p:nvSpPr>
          <p:spPr>
            <a:xfrm>
              <a:off x="1990425" y="-443725"/>
              <a:ext cx="826800" cy="1006875"/>
            </a:xfrm>
            <a:custGeom>
              <a:rect b="b" l="l" r="r" t="t"/>
              <a:pathLst>
                <a:path extrusionOk="0" fill="none" h="40275" w="33072">
                  <a:moveTo>
                    <a:pt x="33071" y="40274"/>
                  </a:moveTo>
                  <a:lnTo>
                    <a:pt x="0" y="40274"/>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2114997e136_0_1234"/>
            <p:cNvSpPr/>
            <p:nvPr/>
          </p:nvSpPr>
          <p:spPr>
            <a:xfrm>
              <a:off x="2801225" y="516000"/>
              <a:ext cx="118575" cy="118575"/>
            </a:xfrm>
            <a:custGeom>
              <a:rect b="b" l="l" r="r" t="t"/>
              <a:pathLst>
                <a:path extrusionOk="0" fill="none" h="4743" w="4743">
                  <a:moveTo>
                    <a:pt x="4742" y="2037"/>
                  </a:moveTo>
                  <a:cubicBezTo>
                    <a:pt x="4742" y="3830"/>
                    <a:pt x="2554" y="4742"/>
                    <a:pt x="1277" y="3466"/>
                  </a:cubicBezTo>
                  <a:cubicBezTo>
                    <a:pt x="1" y="2189"/>
                    <a:pt x="913" y="31"/>
                    <a:pt x="2706" y="31"/>
                  </a:cubicBezTo>
                  <a:cubicBezTo>
                    <a:pt x="3831"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8" name="Google Shape;328;g2114997e136_0_1234"/>
          <p:cNvGrpSpPr/>
          <p:nvPr/>
        </p:nvGrpSpPr>
        <p:grpSpPr>
          <a:xfrm>
            <a:off x="296925" y="-1076901"/>
            <a:ext cx="1138350" cy="1439250"/>
            <a:chOff x="1287525" y="-443725"/>
            <a:chExt cx="1138350" cy="1439250"/>
          </a:xfrm>
        </p:grpSpPr>
        <p:sp>
          <p:nvSpPr>
            <p:cNvPr id="329" name="Google Shape;329;g2114997e136_0_1234"/>
            <p:cNvSpPr/>
            <p:nvPr/>
          </p:nvSpPr>
          <p:spPr>
            <a:xfrm>
              <a:off x="1287525" y="-443725"/>
              <a:ext cx="1082875" cy="1320700"/>
            </a:xfrm>
            <a:custGeom>
              <a:rect b="b" l="l" r="r" t="t"/>
              <a:pathLst>
                <a:path extrusionOk="0" fill="none" h="52828" w="43315">
                  <a:moveTo>
                    <a:pt x="43314" y="52828"/>
                  </a:moveTo>
                  <a:lnTo>
                    <a:pt x="43314" y="25836"/>
                  </a:lnTo>
                  <a:lnTo>
                    <a:pt x="0" y="25836"/>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2114997e136_0_1234"/>
            <p:cNvSpPr/>
            <p:nvPr/>
          </p:nvSpPr>
          <p:spPr>
            <a:xfrm>
              <a:off x="2307300" y="87695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1" name="Google Shape;331;g2114997e136_0_1234"/>
          <p:cNvGrpSpPr/>
          <p:nvPr/>
        </p:nvGrpSpPr>
        <p:grpSpPr>
          <a:xfrm>
            <a:off x="8582213" y="-482281"/>
            <a:ext cx="474200" cy="1505350"/>
            <a:chOff x="3995775" y="-443725"/>
            <a:chExt cx="474200" cy="1505350"/>
          </a:xfrm>
        </p:grpSpPr>
        <p:sp>
          <p:nvSpPr>
            <p:cNvPr id="332" name="Google Shape;332;g2114997e136_0_1234"/>
            <p:cNvSpPr/>
            <p:nvPr/>
          </p:nvSpPr>
          <p:spPr>
            <a:xfrm>
              <a:off x="4042125" y="-443725"/>
              <a:ext cx="427850" cy="1386800"/>
            </a:xfrm>
            <a:custGeom>
              <a:rect b="b" l="l" r="r" t="t"/>
              <a:pathLst>
                <a:path extrusionOk="0" fill="none" h="55472" w="17114">
                  <a:moveTo>
                    <a:pt x="1" y="55472"/>
                  </a:moveTo>
                  <a:lnTo>
                    <a:pt x="1" y="40669"/>
                  </a:lnTo>
                  <a:lnTo>
                    <a:pt x="17114" y="40669"/>
                  </a:lnTo>
                  <a:lnTo>
                    <a:pt x="171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2114997e136_0_1234"/>
            <p:cNvSpPr/>
            <p:nvPr/>
          </p:nvSpPr>
          <p:spPr>
            <a:xfrm>
              <a:off x="3995775" y="943825"/>
              <a:ext cx="117825" cy="117800"/>
            </a:xfrm>
            <a:custGeom>
              <a:rect b="b" l="l" r="r" t="t"/>
              <a:pathLst>
                <a:path extrusionOk="0" fill="none" h="4712" w="4713">
                  <a:moveTo>
                    <a:pt x="1" y="2006"/>
                  </a:moveTo>
                  <a:cubicBezTo>
                    <a:pt x="1" y="3830"/>
                    <a:pt x="2159" y="4712"/>
                    <a:pt x="3435" y="3465"/>
                  </a:cubicBezTo>
                  <a:cubicBezTo>
                    <a:pt x="4712" y="2189"/>
                    <a:pt x="3800" y="0"/>
                    <a:pt x="2007" y="0"/>
                  </a:cubicBezTo>
                  <a:cubicBezTo>
                    <a:pt x="882" y="0"/>
                    <a:pt x="1" y="912"/>
                    <a:pt x="1" y="20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4" name="Google Shape;334;g2114997e136_0_1234"/>
          <p:cNvGrpSpPr/>
          <p:nvPr/>
        </p:nvGrpSpPr>
        <p:grpSpPr>
          <a:xfrm>
            <a:off x="7270475" y="-467301"/>
            <a:ext cx="920275" cy="1078300"/>
            <a:chOff x="4679675" y="-443725"/>
            <a:chExt cx="920275" cy="1078300"/>
          </a:xfrm>
        </p:grpSpPr>
        <p:sp>
          <p:nvSpPr>
            <p:cNvPr id="335" name="Google Shape;335;g2114997e136_0_1234"/>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g2114997e136_0_1234"/>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7" name="Google Shape;337;g2114997e136_0_1234"/>
          <p:cNvGrpSpPr/>
          <p:nvPr/>
        </p:nvGrpSpPr>
        <p:grpSpPr>
          <a:xfrm>
            <a:off x="7764425" y="-1076901"/>
            <a:ext cx="1129225" cy="1439250"/>
            <a:chOff x="5173625" y="-443725"/>
            <a:chExt cx="1129225" cy="1439250"/>
          </a:xfrm>
        </p:grpSpPr>
        <p:sp>
          <p:nvSpPr>
            <p:cNvPr id="338" name="Google Shape;338;g2114997e136_0_1234"/>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g2114997e136_0_1234"/>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0" name="Google Shape;340;g2114997e136_0_1234"/>
          <p:cNvGrpSpPr/>
          <p:nvPr/>
        </p:nvGrpSpPr>
        <p:grpSpPr>
          <a:xfrm>
            <a:off x="-1220287" y="-761576"/>
            <a:ext cx="2249325" cy="1657325"/>
            <a:chOff x="746475" y="-443725"/>
            <a:chExt cx="2249325" cy="1657325"/>
          </a:xfrm>
        </p:grpSpPr>
        <p:sp>
          <p:nvSpPr>
            <p:cNvPr id="341" name="Google Shape;341;g2114997e136_0_1234"/>
            <p:cNvSpPr/>
            <p:nvPr/>
          </p:nvSpPr>
          <p:spPr>
            <a:xfrm>
              <a:off x="746475" y="-443725"/>
              <a:ext cx="2158875" cy="1560825"/>
            </a:xfrm>
            <a:custGeom>
              <a:rect b="b" l="l" r="r" t="t"/>
              <a:pathLst>
                <a:path extrusionOk="0" fill="none" h="62433" w="86355">
                  <a:moveTo>
                    <a:pt x="86355" y="62433"/>
                  </a:moveTo>
                  <a:lnTo>
                    <a:pt x="34621" y="14833"/>
                  </a:lnTo>
                  <a:lnTo>
                    <a:pt x="1" y="14833"/>
                  </a:lnTo>
                  <a:lnTo>
                    <a:pt x="1"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2114997e136_0_1234"/>
            <p:cNvSpPr/>
            <p:nvPr/>
          </p:nvSpPr>
          <p:spPr>
            <a:xfrm>
              <a:off x="2877225" y="1095800"/>
              <a:ext cx="118575" cy="117800"/>
            </a:xfrm>
            <a:custGeom>
              <a:rect b="b" l="l" r="r" t="t"/>
              <a:pathLst>
                <a:path extrusionOk="0" fill="none" h="4712" w="4743">
                  <a:moveTo>
                    <a:pt x="4742" y="2007"/>
                  </a:moveTo>
                  <a:cubicBezTo>
                    <a:pt x="4742" y="3830"/>
                    <a:pt x="2554" y="4712"/>
                    <a:pt x="1277" y="3466"/>
                  </a:cubicBezTo>
                  <a:cubicBezTo>
                    <a:pt x="0" y="2189"/>
                    <a:pt x="912" y="0"/>
                    <a:pt x="2705" y="0"/>
                  </a:cubicBezTo>
                  <a:cubicBezTo>
                    <a:pt x="3830" y="0"/>
                    <a:pt x="4742" y="912"/>
                    <a:pt x="4742" y="200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3" name="Google Shape;343;g2114997e136_0_1234"/>
          <p:cNvGrpSpPr/>
          <p:nvPr/>
        </p:nvGrpSpPr>
        <p:grpSpPr>
          <a:xfrm>
            <a:off x="8123338" y="-761576"/>
            <a:ext cx="2240950" cy="1657325"/>
            <a:chOff x="4603700" y="-443725"/>
            <a:chExt cx="2240950" cy="1657325"/>
          </a:xfrm>
        </p:grpSpPr>
        <p:sp>
          <p:nvSpPr>
            <p:cNvPr id="344" name="Google Shape;344;g2114997e136_0_1234"/>
            <p:cNvSpPr/>
            <p:nvPr/>
          </p:nvSpPr>
          <p:spPr>
            <a:xfrm>
              <a:off x="4689575" y="-443725"/>
              <a:ext cx="2155075" cy="1560825"/>
            </a:xfrm>
            <a:custGeom>
              <a:rect b="b" l="l" r="r" t="t"/>
              <a:pathLst>
                <a:path extrusionOk="0" fill="none" h="62433" w="86203">
                  <a:moveTo>
                    <a:pt x="0" y="62433"/>
                  </a:moveTo>
                  <a:lnTo>
                    <a:pt x="51916" y="14833"/>
                  </a:lnTo>
                  <a:lnTo>
                    <a:pt x="86202" y="14833"/>
                  </a:lnTo>
                  <a:lnTo>
                    <a:pt x="86202"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g2114997e136_0_1234"/>
            <p:cNvSpPr/>
            <p:nvPr/>
          </p:nvSpPr>
          <p:spPr>
            <a:xfrm>
              <a:off x="4603700" y="1095800"/>
              <a:ext cx="117800" cy="117800"/>
            </a:xfrm>
            <a:custGeom>
              <a:rect b="b" l="l" r="r" t="t"/>
              <a:pathLst>
                <a:path extrusionOk="0" fill="none" h="4712" w="4712">
                  <a:moveTo>
                    <a:pt x="0" y="2007"/>
                  </a:moveTo>
                  <a:cubicBezTo>
                    <a:pt x="0" y="3830"/>
                    <a:pt x="2158" y="4712"/>
                    <a:pt x="3435" y="3466"/>
                  </a:cubicBezTo>
                  <a:cubicBezTo>
                    <a:pt x="4712" y="2189"/>
                    <a:pt x="3800" y="0"/>
                    <a:pt x="2006" y="0"/>
                  </a:cubicBezTo>
                  <a:cubicBezTo>
                    <a:pt x="882" y="0"/>
                    <a:pt x="0" y="912"/>
                    <a:pt x="0" y="200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g2114997e136_0_1234"/>
          <p:cNvGrpSpPr/>
          <p:nvPr/>
        </p:nvGrpSpPr>
        <p:grpSpPr>
          <a:xfrm>
            <a:off x="2926213" y="-467301"/>
            <a:ext cx="929375" cy="1078300"/>
            <a:chOff x="1990425" y="-443725"/>
            <a:chExt cx="929375" cy="1078300"/>
          </a:xfrm>
        </p:grpSpPr>
        <p:sp>
          <p:nvSpPr>
            <p:cNvPr id="347" name="Google Shape;347;g2114997e136_0_1234"/>
            <p:cNvSpPr/>
            <p:nvPr/>
          </p:nvSpPr>
          <p:spPr>
            <a:xfrm>
              <a:off x="1990425" y="-443725"/>
              <a:ext cx="826800" cy="1006875"/>
            </a:xfrm>
            <a:custGeom>
              <a:rect b="b" l="l" r="r" t="t"/>
              <a:pathLst>
                <a:path extrusionOk="0" fill="none" h="40275" w="33072">
                  <a:moveTo>
                    <a:pt x="33071" y="40274"/>
                  </a:moveTo>
                  <a:lnTo>
                    <a:pt x="0" y="40274"/>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2114997e136_0_1234"/>
            <p:cNvSpPr/>
            <p:nvPr/>
          </p:nvSpPr>
          <p:spPr>
            <a:xfrm>
              <a:off x="2801225" y="516000"/>
              <a:ext cx="118575" cy="118575"/>
            </a:xfrm>
            <a:custGeom>
              <a:rect b="b" l="l" r="r" t="t"/>
              <a:pathLst>
                <a:path extrusionOk="0" fill="none" h="4743" w="4743">
                  <a:moveTo>
                    <a:pt x="4742" y="2037"/>
                  </a:moveTo>
                  <a:cubicBezTo>
                    <a:pt x="4742" y="3830"/>
                    <a:pt x="2554" y="4742"/>
                    <a:pt x="1277" y="3466"/>
                  </a:cubicBezTo>
                  <a:cubicBezTo>
                    <a:pt x="1" y="2189"/>
                    <a:pt x="913" y="31"/>
                    <a:pt x="2706" y="31"/>
                  </a:cubicBezTo>
                  <a:cubicBezTo>
                    <a:pt x="3831"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9" name="Google Shape;349;g2114997e136_0_1234"/>
          <p:cNvGrpSpPr/>
          <p:nvPr/>
        </p:nvGrpSpPr>
        <p:grpSpPr>
          <a:xfrm>
            <a:off x="3535813" y="-695901"/>
            <a:ext cx="929375" cy="1078300"/>
            <a:chOff x="1990425" y="-443725"/>
            <a:chExt cx="929375" cy="1078300"/>
          </a:xfrm>
        </p:grpSpPr>
        <p:sp>
          <p:nvSpPr>
            <p:cNvPr id="350" name="Google Shape;350;g2114997e136_0_1234"/>
            <p:cNvSpPr/>
            <p:nvPr/>
          </p:nvSpPr>
          <p:spPr>
            <a:xfrm>
              <a:off x="1990425" y="-443725"/>
              <a:ext cx="826800" cy="1006875"/>
            </a:xfrm>
            <a:custGeom>
              <a:rect b="b" l="l" r="r" t="t"/>
              <a:pathLst>
                <a:path extrusionOk="0" fill="none" h="40275" w="33072">
                  <a:moveTo>
                    <a:pt x="33071" y="40274"/>
                  </a:moveTo>
                  <a:lnTo>
                    <a:pt x="0" y="40274"/>
                  </a:lnTo>
                  <a:lnTo>
                    <a:pt x="0"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g2114997e136_0_1234"/>
            <p:cNvSpPr/>
            <p:nvPr/>
          </p:nvSpPr>
          <p:spPr>
            <a:xfrm>
              <a:off x="2801225" y="516000"/>
              <a:ext cx="118575" cy="118575"/>
            </a:xfrm>
            <a:custGeom>
              <a:rect b="b" l="l" r="r" t="t"/>
              <a:pathLst>
                <a:path extrusionOk="0" fill="none" h="4743" w="4743">
                  <a:moveTo>
                    <a:pt x="4742" y="2037"/>
                  </a:moveTo>
                  <a:cubicBezTo>
                    <a:pt x="4742" y="3830"/>
                    <a:pt x="2554" y="4742"/>
                    <a:pt x="1277" y="3466"/>
                  </a:cubicBezTo>
                  <a:cubicBezTo>
                    <a:pt x="1" y="2189"/>
                    <a:pt x="913" y="31"/>
                    <a:pt x="2706" y="31"/>
                  </a:cubicBezTo>
                  <a:cubicBezTo>
                    <a:pt x="3831" y="1"/>
                    <a:pt x="4742" y="912"/>
                    <a:pt x="4742"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 name="Google Shape;352;g2114997e136_0_1234"/>
          <p:cNvSpPr txBox="1"/>
          <p:nvPr>
            <p:ph type="title"/>
          </p:nvPr>
        </p:nvSpPr>
        <p:spPr>
          <a:xfrm>
            <a:off x="1096600" y="2625463"/>
            <a:ext cx="1581600" cy="788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6200"/>
              <a:buNone/>
              <a:defRPr sz="4000">
                <a:solidFill>
                  <a:schemeClr val="accent1"/>
                </a:solidFill>
              </a:defRPr>
            </a:lvl1pPr>
            <a:lvl2pPr lvl="1" rtl="0" algn="ctr">
              <a:lnSpc>
                <a:spcPct val="100000"/>
              </a:lnSpc>
              <a:spcBef>
                <a:spcPts val="0"/>
              </a:spcBef>
              <a:spcAft>
                <a:spcPts val="0"/>
              </a:spcAft>
              <a:buSzPts val="6200"/>
              <a:buNone/>
              <a:defRPr sz="6200"/>
            </a:lvl2pPr>
            <a:lvl3pPr lvl="2" rtl="0" algn="ctr">
              <a:lnSpc>
                <a:spcPct val="100000"/>
              </a:lnSpc>
              <a:spcBef>
                <a:spcPts val="0"/>
              </a:spcBef>
              <a:spcAft>
                <a:spcPts val="0"/>
              </a:spcAft>
              <a:buSzPts val="6200"/>
              <a:buNone/>
              <a:defRPr sz="6200"/>
            </a:lvl3pPr>
            <a:lvl4pPr lvl="3" rtl="0" algn="ctr">
              <a:lnSpc>
                <a:spcPct val="100000"/>
              </a:lnSpc>
              <a:spcBef>
                <a:spcPts val="0"/>
              </a:spcBef>
              <a:spcAft>
                <a:spcPts val="0"/>
              </a:spcAft>
              <a:buSzPts val="6200"/>
              <a:buNone/>
              <a:defRPr sz="6200"/>
            </a:lvl4pPr>
            <a:lvl5pPr lvl="4" rtl="0" algn="ctr">
              <a:lnSpc>
                <a:spcPct val="100000"/>
              </a:lnSpc>
              <a:spcBef>
                <a:spcPts val="0"/>
              </a:spcBef>
              <a:spcAft>
                <a:spcPts val="0"/>
              </a:spcAft>
              <a:buSzPts val="6200"/>
              <a:buNone/>
              <a:defRPr sz="6200"/>
            </a:lvl5pPr>
            <a:lvl6pPr lvl="5" rtl="0" algn="ctr">
              <a:lnSpc>
                <a:spcPct val="100000"/>
              </a:lnSpc>
              <a:spcBef>
                <a:spcPts val="0"/>
              </a:spcBef>
              <a:spcAft>
                <a:spcPts val="0"/>
              </a:spcAft>
              <a:buSzPts val="6200"/>
              <a:buNone/>
              <a:defRPr sz="6200"/>
            </a:lvl6pPr>
            <a:lvl7pPr lvl="6" rtl="0" algn="ctr">
              <a:lnSpc>
                <a:spcPct val="100000"/>
              </a:lnSpc>
              <a:spcBef>
                <a:spcPts val="0"/>
              </a:spcBef>
              <a:spcAft>
                <a:spcPts val="0"/>
              </a:spcAft>
              <a:buSzPts val="6200"/>
              <a:buNone/>
              <a:defRPr sz="6200"/>
            </a:lvl7pPr>
            <a:lvl8pPr lvl="7" rtl="0" algn="ctr">
              <a:lnSpc>
                <a:spcPct val="100000"/>
              </a:lnSpc>
              <a:spcBef>
                <a:spcPts val="0"/>
              </a:spcBef>
              <a:spcAft>
                <a:spcPts val="0"/>
              </a:spcAft>
              <a:buSzPts val="6200"/>
              <a:buNone/>
              <a:defRPr sz="6200"/>
            </a:lvl8pPr>
            <a:lvl9pPr lvl="8" rtl="0" algn="ctr">
              <a:lnSpc>
                <a:spcPct val="100000"/>
              </a:lnSpc>
              <a:spcBef>
                <a:spcPts val="0"/>
              </a:spcBef>
              <a:spcAft>
                <a:spcPts val="0"/>
              </a:spcAft>
              <a:buSzPts val="6200"/>
              <a:buNone/>
              <a:defRPr sz="6200"/>
            </a:lvl9pPr>
          </a:lstStyle>
          <a:p/>
        </p:txBody>
      </p:sp>
      <p:sp>
        <p:nvSpPr>
          <p:cNvPr id="353" name="Google Shape;353;g2114997e136_0_1234"/>
          <p:cNvSpPr txBox="1"/>
          <p:nvPr>
            <p:ph idx="1" type="subTitle"/>
          </p:nvPr>
        </p:nvSpPr>
        <p:spPr>
          <a:xfrm>
            <a:off x="775750" y="3853760"/>
            <a:ext cx="2223300" cy="6510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4" name="Google Shape;354;g2114997e136_0_1234"/>
          <p:cNvSpPr txBox="1"/>
          <p:nvPr>
            <p:ph idx="2" type="title"/>
          </p:nvPr>
        </p:nvSpPr>
        <p:spPr>
          <a:xfrm>
            <a:off x="775750" y="3474560"/>
            <a:ext cx="2223300" cy="3792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355" name="Google Shape;355;g2114997e136_0_1234"/>
          <p:cNvSpPr txBox="1"/>
          <p:nvPr>
            <p:ph idx="3" type="title"/>
          </p:nvPr>
        </p:nvSpPr>
        <p:spPr>
          <a:xfrm>
            <a:off x="3781200" y="2724513"/>
            <a:ext cx="1581600" cy="788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6200"/>
              <a:buNone/>
              <a:defRPr sz="4000">
                <a:solidFill>
                  <a:schemeClr val="accent1"/>
                </a:solidFill>
              </a:defRPr>
            </a:lvl1pPr>
            <a:lvl2pPr lvl="1" rtl="0" algn="ctr">
              <a:lnSpc>
                <a:spcPct val="100000"/>
              </a:lnSpc>
              <a:spcBef>
                <a:spcPts val="0"/>
              </a:spcBef>
              <a:spcAft>
                <a:spcPts val="0"/>
              </a:spcAft>
              <a:buSzPts val="6200"/>
              <a:buNone/>
              <a:defRPr sz="6200"/>
            </a:lvl2pPr>
            <a:lvl3pPr lvl="2" rtl="0" algn="ctr">
              <a:lnSpc>
                <a:spcPct val="100000"/>
              </a:lnSpc>
              <a:spcBef>
                <a:spcPts val="0"/>
              </a:spcBef>
              <a:spcAft>
                <a:spcPts val="0"/>
              </a:spcAft>
              <a:buSzPts val="6200"/>
              <a:buNone/>
              <a:defRPr sz="6200"/>
            </a:lvl3pPr>
            <a:lvl4pPr lvl="3" rtl="0" algn="ctr">
              <a:lnSpc>
                <a:spcPct val="100000"/>
              </a:lnSpc>
              <a:spcBef>
                <a:spcPts val="0"/>
              </a:spcBef>
              <a:spcAft>
                <a:spcPts val="0"/>
              </a:spcAft>
              <a:buSzPts val="6200"/>
              <a:buNone/>
              <a:defRPr sz="6200"/>
            </a:lvl4pPr>
            <a:lvl5pPr lvl="4" rtl="0" algn="ctr">
              <a:lnSpc>
                <a:spcPct val="100000"/>
              </a:lnSpc>
              <a:spcBef>
                <a:spcPts val="0"/>
              </a:spcBef>
              <a:spcAft>
                <a:spcPts val="0"/>
              </a:spcAft>
              <a:buSzPts val="6200"/>
              <a:buNone/>
              <a:defRPr sz="6200"/>
            </a:lvl5pPr>
            <a:lvl6pPr lvl="5" rtl="0" algn="ctr">
              <a:lnSpc>
                <a:spcPct val="100000"/>
              </a:lnSpc>
              <a:spcBef>
                <a:spcPts val="0"/>
              </a:spcBef>
              <a:spcAft>
                <a:spcPts val="0"/>
              </a:spcAft>
              <a:buSzPts val="6200"/>
              <a:buNone/>
              <a:defRPr sz="6200"/>
            </a:lvl6pPr>
            <a:lvl7pPr lvl="6" rtl="0" algn="ctr">
              <a:lnSpc>
                <a:spcPct val="100000"/>
              </a:lnSpc>
              <a:spcBef>
                <a:spcPts val="0"/>
              </a:spcBef>
              <a:spcAft>
                <a:spcPts val="0"/>
              </a:spcAft>
              <a:buSzPts val="6200"/>
              <a:buNone/>
              <a:defRPr sz="6200"/>
            </a:lvl7pPr>
            <a:lvl8pPr lvl="7" rtl="0" algn="ctr">
              <a:lnSpc>
                <a:spcPct val="100000"/>
              </a:lnSpc>
              <a:spcBef>
                <a:spcPts val="0"/>
              </a:spcBef>
              <a:spcAft>
                <a:spcPts val="0"/>
              </a:spcAft>
              <a:buSzPts val="6200"/>
              <a:buNone/>
              <a:defRPr sz="6200"/>
            </a:lvl8pPr>
            <a:lvl9pPr lvl="8" rtl="0" algn="ctr">
              <a:lnSpc>
                <a:spcPct val="100000"/>
              </a:lnSpc>
              <a:spcBef>
                <a:spcPts val="0"/>
              </a:spcBef>
              <a:spcAft>
                <a:spcPts val="0"/>
              </a:spcAft>
              <a:buSzPts val="6200"/>
              <a:buNone/>
              <a:defRPr sz="6200"/>
            </a:lvl9pPr>
          </a:lstStyle>
          <a:p/>
        </p:txBody>
      </p:sp>
      <p:sp>
        <p:nvSpPr>
          <p:cNvPr id="356" name="Google Shape;356;g2114997e136_0_1234"/>
          <p:cNvSpPr txBox="1"/>
          <p:nvPr>
            <p:ph idx="4" type="subTitle"/>
          </p:nvPr>
        </p:nvSpPr>
        <p:spPr>
          <a:xfrm>
            <a:off x="3460350" y="3952810"/>
            <a:ext cx="2223300" cy="6510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7" name="Google Shape;357;g2114997e136_0_1234"/>
          <p:cNvSpPr txBox="1"/>
          <p:nvPr>
            <p:ph idx="5" type="title"/>
          </p:nvPr>
        </p:nvSpPr>
        <p:spPr>
          <a:xfrm>
            <a:off x="3460350" y="3573610"/>
            <a:ext cx="2223300" cy="3792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sp>
        <p:nvSpPr>
          <p:cNvPr id="358" name="Google Shape;358;g2114997e136_0_1234"/>
          <p:cNvSpPr txBox="1"/>
          <p:nvPr>
            <p:ph idx="6" type="title"/>
          </p:nvPr>
        </p:nvSpPr>
        <p:spPr>
          <a:xfrm>
            <a:off x="6465800" y="2724513"/>
            <a:ext cx="1581600" cy="788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6200"/>
              <a:buNone/>
              <a:defRPr sz="4000">
                <a:solidFill>
                  <a:schemeClr val="accent1"/>
                </a:solidFill>
              </a:defRPr>
            </a:lvl1pPr>
            <a:lvl2pPr lvl="1" rtl="0" algn="ctr">
              <a:lnSpc>
                <a:spcPct val="100000"/>
              </a:lnSpc>
              <a:spcBef>
                <a:spcPts val="0"/>
              </a:spcBef>
              <a:spcAft>
                <a:spcPts val="0"/>
              </a:spcAft>
              <a:buSzPts val="6200"/>
              <a:buNone/>
              <a:defRPr sz="6200"/>
            </a:lvl2pPr>
            <a:lvl3pPr lvl="2" rtl="0" algn="ctr">
              <a:lnSpc>
                <a:spcPct val="100000"/>
              </a:lnSpc>
              <a:spcBef>
                <a:spcPts val="0"/>
              </a:spcBef>
              <a:spcAft>
                <a:spcPts val="0"/>
              </a:spcAft>
              <a:buSzPts val="6200"/>
              <a:buNone/>
              <a:defRPr sz="6200"/>
            </a:lvl3pPr>
            <a:lvl4pPr lvl="3" rtl="0" algn="ctr">
              <a:lnSpc>
                <a:spcPct val="100000"/>
              </a:lnSpc>
              <a:spcBef>
                <a:spcPts val="0"/>
              </a:spcBef>
              <a:spcAft>
                <a:spcPts val="0"/>
              </a:spcAft>
              <a:buSzPts val="6200"/>
              <a:buNone/>
              <a:defRPr sz="6200"/>
            </a:lvl4pPr>
            <a:lvl5pPr lvl="4" rtl="0" algn="ctr">
              <a:lnSpc>
                <a:spcPct val="100000"/>
              </a:lnSpc>
              <a:spcBef>
                <a:spcPts val="0"/>
              </a:spcBef>
              <a:spcAft>
                <a:spcPts val="0"/>
              </a:spcAft>
              <a:buSzPts val="6200"/>
              <a:buNone/>
              <a:defRPr sz="6200"/>
            </a:lvl5pPr>
            <a:lvl6pPr lvl="5" rtl="0" algn="ctr">
              <a:lnSpc>
                <a:spcPct val="100000"/>
              </a:lnSpc>
              <a:spcBef>
                <a:spcPts val="0"/>
              </a:spcBef>
              <a:spcAft>
                <a:spcPts val="0"/>
              </a:spcAft>
              <a:buSzPts val="6200"/>
              <a:buNone/>
              <a:defRPr sz="6200"/>
            </a:lvl6pPr>
            <a:lvl7pPr lvl="6" rtl="0" algn="ctr">
              <a:lnSpc>
                <a:spcPct val="100000"/>
              </a:lnSpc>
              <a:spcBef>
                <a:spcPts val="0"/>
              </a:spcBef>
              <a:spcAft>
                <a:spcPts val="0"/>
              </a:spcAft>
              <a:buSzPts val="6200"/>
              <a:buNone/>
              <a:defRPr sz="6200"/>
            </a:lvl7pPr>
            <a:lvl8pPr lvl="7" rtl="0" algn="ctr">
              <a:lnSpc>
                <a:spcPct val="100000"/>
              </a:lnSpc>
              <a:spcBef>
                <a:spcPts val="0"/>
              </a:spcBef>
              <a:spcAft>
                <a:spcPts val="0"/>
              </a:spcAft>
              <a:buSzPts val="6200"/>
              <a:buNone/>
              <a:defRPr sz="6200"/>
            </a:lvl8pPr>
            <a:lvl9pPr lvl="8" rtl="0" algn="ctr">
              <a:lnSpc>
                <a:spcPct val="100000"/>
              </a:lnSpc>
              <a:spcBef>
                <a:spcPts val="0"/>
              </a:spcBef>
              <a:spcAft>
                <a:spcPts val="0"/>
              </a:spcAft>
              <a:buSzPts val="6200"/>
              <a:buNone/>
              <a:defRPr sz="6200"/>
            </a:lvl9pPr>
          </a:lstStyle>
          <a:p/>
        </p:txBody>
      </p:sp>
      <p:sp>
        <p:nvSpPr>
          <p:cNvPr id="359" name="Google Shape;359;g2114997e136_0_1234"/>
          <p:cNvSpPr txBox="1"/>
          <p:nvPr>
            <p:ph idx="7" type="subTitle"/>
          </p:nvPr>
        </p:nvSpPr>
        <p:spPr>
          <a:xfrm>
            <a:off x="6144950" y="3952810"/>
            <a:ext cx="2223300" cy="6510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60" name="Google Shape;360;g2114997e136_0_1234"/>
          <p:cNvSpPr txBox="1"/>
          <p:nvPr>
            <p:ph idx="8" type="title"/>
          </p:nvPr>
        </p:nvSpPr>
        <p:spPr>
          <a:xfrm>
            <a:off x="6144950" y="3573610"/>
            <a:ext cx="2223300" cy="3792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000"/>
              <a:buNone/>
              <a:defRPr sz="2000"/>
            </a:lvl1pPr>
            <a:lvl2pPr lvl="1" rtl="0" algn="ctr">
              <a:lnSpc>
                <a:spcPct val="100000"/>
              </a:lnSpc>
              <a:spcBef>
                <a:spcPts val="0"/>
              </a:spcBef>
              <a:spcAft>
                <a:spcPts val="0"/>
              </a:spcAft>
              <a:buSzPts val="2000"/>
              <a:buNone/>
              <a:defRPr sz="2000"/>
            </a:lvl2pPr>
            <a:lvl3pPr lvl="2" rtl="0" algn="ctr">
              <a:lnSpc>
                <a:spcPct val="100000"/>
              </a:lnSpc>
              <a:spcBef>
                <a:spcPts val="0"/>
              </a:spcBef>
              <a:spcAft>
                <a:spcPts val="0"/>
              </a:spcAft>
              <a:buSzPts val="2000"/>
              <a:buNone/>
              <a:defRPr sz="2000"/>
            </a:lvl3pPr>
            <a:lvl4pPr lvl="3" rtl="0" algn="ctr">
              <a:lnSpc>
                <a:spcPct val="100000"/>
              </a:lnSpc>
              <a:spcBef>
                <a:spcPts val="0"/>
              </a:spcBef>
              <a:spcAft>
                <a:spcPts val="0"/>
              </a:spcAft>
              <a:buSzPts val="2000"/>
              <a:buNone/>
              <a:defRPr sz="2000"/>
            </a:lvl4pPr>
            <a:lvl5pPr lvl="4" rtl="0" algn="ctr">
              <a:lnSpc>
                <a:spcPct val="100000"/>
              </a:lnSpc>
              <a:spcBef>
                <a:spcPts val="0"/>
              </a:spcBef>
              <a:spcAft>
                <a:spcPts val="0"/>
              </a:spcAft>
              <a:buSzPts val="2000"/>
              <a:buNone/>
              <a:defRPr sz="2000"/>
            </a:lvl5pPr>
            <a:lvl6pPr lvl="5" rtl="0" algn="ctr">
              <a:lnSpc>
                <a:spcPct val="100000"/>
              </a:lnSpc>
              <a:spcBef>
                <a:spcPts val="0"/>
              </a:spcBef>
              <a:spcAft>
                <a:spcPts val="0"/>
              </a:spcAft>
              <a:buSzPts val="2000"/>
              <a:buNone/>
              <a:defRPr sz="2000"/>
            </a:lvl6pPr>
            <a:lvl7pPr lvl="6" rtl="0" algn="ctr">
              <a:lnSpc>
                <a:spcPct val="100000"/>
              </a:lnSpc>
              <a:spcBef>
                <a:spcPts val="0"/>
              </a:spcBef>
              <a:spcAft>
                <a:spcPts val="0"/>
              </a:spcAft>
              <a:buSzPts val="2000"/>
              <a:buNone/>
              <a:defRPr sz="2000"/>
            </a:lvl7pPr>
            <a:lvl8pPr lvl="7" rtl="0" algn="ctr">
              <a:lnSpc>
                <a:spcPct val="100000"/>
              </a:lnSpc>
              <a:spcBef>
                <a:spcPts val="0"/>
              </a:spcBef>
              <a:spcAft>
                <a:spcPts val="0"/>
              </a:spcAft>
              <a:buSzPts val="2000"/>
              <a:buNone/>
              <a:defRPr sz="2000"/>
            </a:lvl8pPr>
            <a:lvl9pPr lvl="8" rtl="0" algn="ctr">
              <a:lnSpc>
                <a:spcPct val="100000"/>
              </a:lnSpc>
              <a:spcBef>
                <a:spcPts val="0"/>
              </a:spcBef>
              <a:spcAft>
                <a:spcPts val="0"/>
              </a:spcAft>
              <a:buSzPts val="2000"/>
              <a:buNone/>
              <a:defRPr sz="2000"/>
            </a:lvl9pPr>
          </a:lstStyle>
          <a:p/>
        </p:txBody>
      </p:sp>
      <p:grpSp>
        <p:nvGrpSpPr>
          <p:cNvPr id="361" name="Google Shape;361;g2114997e136_0_1234"/>
          <p:cNvGrpSpPr/>
          <p:nvPr/>
        </p:nvGrpSpPr>
        <p:grpSpPr>
          <a:xfrm>
            <a:off x="4852625" y="-1035569"/>
            <a:ext cx="1138350" cy="1439250"/>
            <a:chOff x="1287525" y="-443725"/>
            <a:chExt cx="1138350" cy="1439250"/>
          </a:xfrm>
        </p:grpSpPr>
        <p:sp>
          <p:nvSpPr>
            <p:cNvPr id="362" name="Google Shape;362;g2114997e136_0_1234"/>
            <p:cNvSpPr/>
            <p:nvPr/>
          </p:nvSpPr>
          <p:spPr>
            <a:xfrm>
              <a:off x="1287525" y="-443725"/>
              <a:ext cx="1082875" cy="1320700"/>
            </a:xfrm>
            <a:custGeom>
              <a:rect b="b" l="l" r="r" t="t"/>
              <a:pathLst>
                <a:path extrusionOk="0" fill="none" h="52828" w="43315">
                  <a:moveTo>
                    <a:pt x="43314" y="52828"/>
                  </a:moveTo>
                  <a:lnTo>
                    <a:pt x="43314" y="25836"/>
                  </a:lnTo>
                  <a:lnTo>
                    <a:pt x="0" y="25836"/>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2114997e136_0_1234"/>
            <p:cNvSpPr/>
            <p:nvPr/>
          </p:nvSpPr>
          <p:spPr>
            <a:xfrm>
              <a:off x="2307300" y="87695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_1_1">
    <p:spTree>
      <p:nvGrpSpPr>
        <p:cNvPr id="364" name="Shape 364"/>
        <p:cNvGrpSpPr/>
        <p:nvPr/>
      </p:nvGrpSpPr>
      <p:grpSpPr>
        <a:xfrm>
          <a:off x="0" y="0"/>
          <a:ext cx="0" cy="0"/>
          <a:chOff x="0" y="0"/>
          <a:chExt cx="0" cy="0"/>
        </a:xfrm>
      </p:grpSpPr>
      <p:grpSp>
        <p:nvGrpSpPr>
          <p:cNvPr id="365" name="Google Shape;365;g2114997e136_0_1277"/>
          <p:cNvGrpSpPr/>
          <p:nvPr/>
        </p:nvGrpSpPr>
        <p:grpSpPr>
          <a:xfrm flipH="1" rot="10800000">
            <a:off x="7503134" y="4535967"/>
            <a:ext cx="920275" cy="1078300"/>
            <a:chOff x="4679675" y="-443725"/>
            <a:chExt cx="920275" cy="1078300"/>
          </a:xfrm>
        </p:grpSpPr>
        <p:sp>
          <p:nvSpPr>
            <p:cNvPr id="366" name="Google Shape;366;g2114997e136_0_1277"/>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2114997e136_0_1277"/>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8" name="Google Shape;368;g2114997e136_0_1277"/>
          <p:cNvGrpSpPr/>
          <p:nvPr/>
        </p:nvGrpSpPr>
        <p:grpSpPr>
          <a:xfrm flipH="1" rot="10800000">
            <a:off x="7997084" y="4251217"/>
            <a:ext cx="1129225" cy="1439250"/>
            <a:chOff x="5173625" y="-443725"/>
            <a:chExt cx="1129225" cy="1439250"/>
          </a:xfrm>
        </p:grpSpPr>
        <p:sp>
          <p:nvSpPr>
            <p:cNvPr id="369" name="Google Shape;369;g2114997e136_0_1277"/>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2114997e136_0_1277"/>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1" name="Google Shape;371;g2114997e136_0_1277"/>
          <p:cNvGrpSpPr/>
          <p:nvPr/>
        </p:nvGrpSpPr>
        <p:grpSpPr>
          <a:xfrm flipH="1" rot="10800000">
            <a:off x="8527088" y="4255494"/>
            <a:ext cx="2240950" cy="1657325"/>
            <a:chOff x="4603700" y="-443725"/>
            <a:chExt cx="2240950" cy="1657325"/>
          </a:xfrm>
        </p:grpSpPr>
        <p:sp>
          <p:nvSpPr>
            <p:cNvPr id="372" name="Google Shape;372;g2114997e136_0_1277"/>
            <p:cNvSpPr/>
            <p:nvPr/>
          </p:nvSpPr>
          <p:spPr>
            <a:xfrm>
              <a:off x="4689575" y="-443725"/>
              <a:ext cx="2155075" cy="1560825"/>
            </a:xfrm>
            <a:custGeom>
              <a:rect b="b" l="l" r="r" t="t"/>
              <a:pathLst>
                <a:path extrusionOk="0" fill="none" h="62433" w="86203">
                  <a:moveTo>
                    <a:pt x="0" y="62433"/>
                  </a:moveTo>
                  <a:lnTo>
                    <a:pt x="51916" y="14833"/>
                  </a:lnTo>
                  <a:lnTo>
                    <a:pt x="86202" y="14833"/>
                  </a:lnTo>
                  <a:lnTo>
                    <a:pt x="86202"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2114997e136_0_1277"/>
            <p:cNvSpPr/>
            <p:nvPr/>
          </p:nvSpPr>
          <p:spPr>
            <a:xfrm>
              <a:off x="4603700" y="1095800"/>
              <a:ext cx="117800" cy="117800"/>
            </a:xfrm>
            <a:custGeom>
              <a:rect b="b" l="l" r="r" t="t"/>
              <a:pathLst>
                <a:path extrusionOk="0" fill="none" h="4712" w="4712">
                  <a:moveTo>
                    <a:pt x="0" y="2007"/>
                  </a:moveTo>
                  <a:cubicBezTo>
                    <a:pt x="0" y="3830"/>
                    <a:pt x="2158" y="4712"/>
                    <a:pt x="3435" y="3466"/>
                  </a:cubicBezTo>
                  <a:cubicBezTo>
                    <a:pt x="4712" y="2189"/>
                    <a:pt x="3800" y="0"/>
                    <a:pt x="2006" y="0"/>
                  </a:cubicBezTo>
                  <a:cubicBezTo>
                    <a:pt x="882" y="0"/>
                    <a:pt x="0" y="912"/>
                    <a:pt x="0" y="200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4" name="Google Shape;374;g2114997e136_0_1277"/>
          <p:cNvGrpSpPr/>
          <p:nvPr/>
        </p:nvGrpSpPr>
        <p:grpSpPr>
          <a:xfrm rot="10800000">
            <a:off x="7021" y="-639006"/>
            <a:ext cx="1623175" cy="1972650"/>
            <a:chOff x="4193384" y="4053542"/>
            <a:chExt cx="1623175" cy="1972650"/>
          </a:xfrm>
        </p:grpSpPr>
        <p:grpSp>
          <p:nvGrpSpPr>
            <p:cNvPr id="375" name="Google Shape;375;g2114997e136_0_1277"/>
            <p:cNvGrpSpPr/>
            <p:nvPr/>
          </p:nvGrpSpPr>
          <p:grpSpPr>
            <a:xfrm flipH="1" rot="10800000">
              <a:off x="4193384" y="4947892"/>
              <a:ext cx="920275" cy="1078300"/>
              <a:chOff x="4679675" y="-1053325"/>
              <a:chExt cx="920275" cy="1078300"/>
            </a:xfrm>
          </p:grpSpPr>
          <p:sp>
            <p:nvSpPr>
              <p:cNvPr id="376" name="Google Shape;376;g2114997e136_0_1277"/>
              <p:cNvSpPr/>
              <p:nvPr/>
            </p:nvSpPr>
            <p:spPr>
              <a:xfrm>
                <a:off x="4783025" y="-10533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2114997e136_0_1277"/>
              <p:cNvSpPr/>
              <p:nvPr/>
            </p:nvSpPr>
            <p:spPr>
              <a:xfrm>
                <a:off x="4679675" y="-936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8" name="Google Shape;378;g2114997e136_0_1277"/>
            <p:cNvGrpSpPr/>
            <p:nvPr/>
          </p:nvGrpSpPr>
          <p:grpSpPr>
            <a:xfrm flipH="1" rot="10800000">
              <a:off x="4687334" y="4053542"/>
              <a:ext cx="1129225" cy="1439250"/>
              <a:chOff x="5173625" y="-443725"/>
              <a:chExt cx="1129225" cy="1439250"/>
            </a:xfrm>
          </p:grpSpPr>
          <p:sp>
            <p:nvSpPr>
              <p:cNvPr id="379" name="Google Shape;379;g2114997e136_0_1277"/>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2114997e136_0_1277"/>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81" name="Google Shape;381;g2114997e136_0_1277"/>
          <p:cNvGrpSpPr/>
          <p:nvPr/>
        </p:nvGrpSpPr>
        <p:grpSpPr>
          <a:xfrm>
            <a:off x="-1256131" y="715243"/>
            <a:ext cx="2014792" cy="473129"/>
            <a:chOff x="-35117" y="4342063"/>
            <a:chExt cx="2014792" cy="473129"/>
          </a:xfrm>
        </p:grpSpPr>
        <p:sp>
          <p:nvSpPr>
            <p:cNvPr id="382" name="Google Shape;382;g2114997e136_0_1277"/>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2114997e136_0_1277"/>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4" name="Google Shape;384;g2114997e136_0_1277"/>
          <p:cNvGrpSpPr/>
          <p:nvPr/>
        </p:nvGrpSpPr>
        <p:grpSpPr>
          <a:xfrm>
            <a:off x="-1179936" y="967068"/>
            <a:ext cx="2014792" cy="473129"/>
            <a:chOff x="-35117" y="4342063"/>
            <a:chExt cx="2014792" cy="473129"/>
          </a:xfrm>
        </p:grpSpPr>
        <p:sp>
          <p:nvSpPr>
            <p:cNvPr id="385" name="Google Shape;385;g2114997e136_0_1277"/>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2114997e136_0_1277"/>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7" name="Google Shape;387;g2114997e136_0_1277"/>
          <p:cNvSpPr txBox="1"/>
          <p:nvPr>
            <p:ph type="title"/>
          </p:nvPr>
        </p:nvSpPr>
        <p:spPr>
          <a:xfrm>
            <a:off x="713325" y="539700"/>
            <a:ext cx="77175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2">
    <p:spTree>
      <p:nvGrpSpPr>
        <p:cNvPr id="388" name="Shape 388"/>
        <p:cNvGrpSpPr/>
        <p:nvPr/>
      </p:nvGrpSpPr>
      <p:grpSpPr>
        <a:xfrm>
          <a:off x="0" y="0"/>
          <a:ext cx="0" cy="0"/>
          <a:chOff x="0" y="0"/>
          <a:chExt cx="0" cy="0"/>
        </a:xfrm>
      </p:grpSpPr>
      <p:sp>
        <p:nvSpPr>
          <p:cNvPr id="389" name="Google Shape;389;g2114997e136_0_1301"/>
          <p:cNvSpPr txBox="1"/>
          <p:nvPr>
            <p:ph type="title"/>
          </p:nvPr>
        </p:nvSpPr>
        <p:spPr>
          <a:xfrm>
            <a:off x="803750" y="1813650"/>
            <a:ext cx="3372600" cy="6969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3000"/>
              <a:buNone/>
              <a:defRPr sz="3000">
                <a:latin typeface="Source Sans Pro"/>
                <a:ea typeface="Source Sans Pro"/>
                <a:cs typeface="Source Sans Pro"/>
                <a:sym typeface="Source Sans Pro"/>
              </a:defRPr>
            </a:lvl1pPr>
            <a:lvl2pPr lvl="1" rtl="0" algn="l">
              <a:lnSpc>
                <a:spcPct val="100000"/>
              </a:lnSpc>
              <a:spcBef>
                <a:spcPts val="0"/>
              </a:spcBef>
              <a:spcAft>
                <a:spcPts val="0"/>
              </a:spcAft>
              <a:buSzPts val="3000"/>
              <a:buNone/>
              <a:defRPr sz="3000">
                <a:latin typeface="Source Sans Pro"/>
                <a:ea typeface="Source Sans Pro"/>
                <a:cs typeface="Source Sans Pro"/>
                <a:sym typeface="Source Sans Pro"/>
              </a:defRPr>
            </a:lvl2pPr>
            <a:lvl3pPr lvl="2" rtl="0" algn="l">
              <a:lnSpc>
                <a:spcPct val="100000"/>
              </a:lnSpc>
              <a:spcBef>
                <a:spcPts val="0"/>
              </a:spcBef>
              <a:spcAft>
                <a:spcPts val="0"/>
              </a:spcAft>
              <a:buSzPts val="3000"/>
              <a:buNone/>
              <a:defRPr sz="3000">
                <a:latin typeface="Source Sans Pro"/>
                <a:ea typeface="Source Sans Pro"/>
                <a:cs typeface="Source Sans Pro"/>
                <a:sym typeface="Source Sans Pro"/>
              </a:defRPr>
            </a:lvl3pPr>
            <a:lvl4pPr lvl="3" rtl="0" algn="l">
              <a:lnSpc>
                <a:spcPct val="100000"/>
              </a:lnSpc>
              <a:spcBef>
                <a:spcPts val="0"/>
              </a:spcBef>
              <a:spcAft>
                <a:spcPts val="0"/>
              </a:spcAft>
              <a:buSzPts val="3000"/>
              <a:buNone/>
              <a:defRPr sz="3000">
                <a:latin typeface="Source Sans Pro"/>
                <a:ea typeface="Source Sans Pro"/>
                <a:cs typeface="Source Sans Pro"/>
                <a:sym typeface="Source Sans Pro"/>
              </a:defRPr>
            </a:lvl4pPr>
            <a:lvl5pPr lvl="4" rtl="0" algn="l">
              <a:lnSpc>
                <a:spcPct val="100000"/>
              </a:lnSpc>
              <a:spcBef>
                <a:spcPts val="0"/>
              </a:spcBef>
              <a:spcAft>
                <a:spcPts val="0"/>
              </a:spcAft>
              <a:buSzPts val="3000"/>
              <a:buNone/>
              <a:defRPr sz="3000">
                <a:latin typeface="Source Sans Pro"/>
                <a:ea typeface="Source Sans Pro"/>
                <a:cs typeface="Source Sans Pro"/>
                <a:sym typeface="Source Sans Pro"/>
              </a:defRPr>
            </a:lvl5pPr>
            <a:lvl6pPr lvl="5" rtl="0" algn="l">
              <a:lnSpc>
                <a:spcPct val="100000"/>
              </a:lnSpc>
              <a:spcBef>
                <a:spcPts val="0"/>
              </a:spcBef>
              <a:spcAft>
                <a:spcPts val="0"/>
              </a:spcAft>
              <a:buSzPts val="3000"/>
              <a:buNone/>
              <a:defRPr sz="3000">
                <a:latin typeface="Source Sans Pro"/>
                <a:ea typeface="Source Sans Pro"/>
                <a:cs typeface="Source Sans Pro"/>
                <a:sym typeface="Source Sans Pro"/>
              </a:defRPr>
            </a:lvl6pPr>
            <a:lvl7pPr lvl="6" rtl="0" algn="l">
              <a:lnSpc>
                <a:spcPct val="100000"/>
              </a:lnSpc>
              <a:spcBef>
                <a:spcPts val="0"/>
              </a:spcBef>
              <a:spcAft>
                <a:spcPts val="0"/>
              </a:spcAft>
              <a:buSzPts val="3000"/>
              <a:buNone/>
              <a:defRPr sz="3000">
                <a:latin typeface="Source Sans Pro"/>
                <a:ea typeface="Source Sans Pro"/>
                <a:cs typeface="Source Sans Pro"/>
                <a:sym typeface="Source Sans Pro"/>
              </a:defRPr>
            </a:lvl7pPr>
            <a:lvl8pPr lvl="7" rtl="0" algn="l">
              <a:lnSpc>
                <a:spcPct val="100000"/>
              </a:lnSpc>
              <a:spcBef>
                <a:spcPts val="0"/>
              </a:spcBef>
              <a:spcAft>
                <a:spcPts val="0"/>
              </a:spcAft>
              <a:buSzPts val="3000"/>
              <a:buNone/>
              <a:defRPr sz="3000">
                <a:latin typeface="Source Sans Pro"/>
                <a:ea typeface="Source Sans Pro"/>
                <a:cs typeface="Source Sans Pro"/>
                <a:sym typeface="Source Sans Pro"/>
              </a:defRPr>
            </a:lvl8pPr>
            <a:lvl9pPr lvl="8" rtl="0" algn="l">
              <a:lnSpc>
                <a:spcPct val="100000"/>
              </a:lnSpc>
              <a:spcBef>
                <a:spcPts val="0"/>
              </a:spcBef>
              <a:spcAft>
                <a:spcPts val="0"/>
              </a:spcAft>
              <a:buSzPts val="3000"/>
              <a:buNone/>
              <a:defRPr sz="3000">
                <a:latin typeface="Source Sans Pro"/>
                <a:ea typeface="Source Sans Pro"/>
                <a:cs typeface="Source Sans Pro"/>
                <a:sym typeface="Source Sans Pro"/>
              </a:defRPr>
            </a:lvl9pPr>
          </a:lstStyle>
          <a:p/>
        </p:txBody>
      </p:sp>
      <p:sp>
        <p:nvSpPr>
          <p:cNvPr id="390" name="Google Shape;390;g2114997e136_0_1301"/>
          <p:cNvSpPr txBox="1"/>
          <p:nvPr>
            <p:ph idx="1" type="subTitle"/>
          </p:nvPr>
        </p:nvSpPr>
        <p:spPr>
          <a:xfrm>
            <a:off x="803738" y="2546138"/>
            <a:ext cx="3453900" cy="9546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391" name="Google Shape;391;g2114997e136_0_1301"/>
          <p:cNvGrpSpPr/>
          <p:nvPr/>
        </p:nvGrpSpPr>
        <p:grpSpPr>
          <a:xfrm>
            <a:off x="8429813" y="-482281"/>
            <a:ext cx="474200" cy="1505350"/>
            <a:chOff x="3995775" y="-443725"/>
            <a:chExt cx="474200" cy="1505350"/>
          </a:xfrm>
        </p:grpSpPr>
        <p:sp>
          <p:nvSpPr>
            <p:cNvPr id="392" name="Google Shape;392;g2114997e136_0_1301"/>
            <p:cNvSpPr/>
            <p:nvPr/>
          </p:nvSpPr>
          <p:spPr>
            <a:xfrm>
              <a:off x="4042125" y="-443725"/>
              <a:ext cx="427850" cy="1386800"/>
            </a:xfrm>
            <a:custGeom>
              <a:rect b="b" l="l" r="r" t="t"/>
              <a:pathLst>
                <a:path extrusionOk="0" fill="none" h="55472" w="17114">
                  <a:moveTo>
                    <a:pt x="1" y="55472"/>
                  </a:moveTo>
                  <a:lnTo>
                    <a:pt x="1" y="40669"/>
                  </a:lnTo>
                  <a:lnTo>
                    <a:pt x="17114" y="40669"/>
                  </a:lnTo>
                  <a:lnTo>
                    <a:pt x="171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g2114997e136_0_1301"/>
            <p:cNvSpPr/>
            <p:nvPr/>
          </p:nvSpPr>
          <p:spPr>
            <a:xfrm>
              <a:off x="3995775" y="943825"/>
              <a:ext cx="117825" cy="117800"/>
            </a:xfrm>
            <a:custGeom>
              <a:rect b="b" l="l" r="r" t="t"/>
              <a:pathLst>
                <a:path extrusionOk="0" fill="none" h="4712" w="4713">
                  <a:moveTo>
                    <a:pt x="1" y="2006"/>
                  </a:moveTo>
                  <a:cubicBezTo>
                    <a:pt x="1" y="3830"/>
                    <a:pt x="2159" y="4712"/>
                    <a:pt x="3435" y="3465"/>
                  </a:cubicBezTo>
                  <a:cubicBezTo>
                    <a:pt x="4712" y="2189"/>
                    <a:pt x="3800" y="0"/>
                    <a:pt x="2007" y="0"/>
                  </a:cubicBezTo>
                  <a:cubicBezTo>
                    <a:pt x="882" y="0"/>
                    <a:pt x="1" y="912"/>
                    <a:pt x="1" y="20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4" name="Google Shape;394;g2114997e136_0_1301"/>
          <p:cNvGrpSpPr/>
          <p:nvPr/>
        </p:nvGrpSpPr>
        <p:grpSpPr>
          <a:xfrm>
            <a:off x="7118075" y="-467301"/>
            <a:ext cx="920275" cy="1078300"/>
            <a:chOff x="4679675" y="-443725"/>
            <a:chExt cx="920275" cy="1078300"/>
          </a:xfrm>
        </p:grpSpPr>
        <p:sp>
          <p:nvSpPr>
            <p:cNvPr id="395" name="Google Shape;395;g2114997e136_0_1301"/>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2114997e136_0_1301"/>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7" name="Google Shape;397;g2114997e136_0_1301"/>
          <p:cNvGrpSpPr/>
          <p:nvPr/>
        </p:nvGrpSpPr>
        <p:grpSpPr>
          <a:xfrm>
            <a:off x="7612025" y="-1076901"/>
            <a:ext cx="1129225" cy="1439250"/>
            <a:chOff x="5173625" y="-443725"/>
            <a:chExt cx="1129225" cy="1439250"/>
          </a:xfrm>
        </p:grpSpPr>
        <p:sp>
          <p:nvSpPr>
            <p:cNvPr id="398" name="Google Shape;398;g2114997e136_0_1301"/>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2114997e136_0_1301"/>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0" name="Google Shape;400;g2114997e136_0_1301"/>
          <p:cNvGrpSpPr/>
          <p:nvPr/>
        </p:nvGrpSpPr>
        <p:grpSpPr>
          <a:xfrm>
            <a:off x="7970938" y="-761576"/>
            <a:ext cx="2240950" cy="1657325"/>
            <a:chOff x="4603700" y="-443725"/>
            <a:chExt cx="2240950" cy="1657325"/>
          </a:xfrm>
        </p:grpSpPr>
        <p:sp>
          <p:nvSpPr>
            <p:cNvPr id="401" name="Google Shape;401;g2114997e136_0_1301"/>
            <p:cNvSpPr/>
            <p:nvPr/>
          </p:nvSpPr>
          <p:spPr>
            <a:xfrm>
              <a:off x="4689575" y="-443725"/>
              <a:ext cx="2155075" cy="1560825"/>
            </a:xfrm>
            <a:custGeom>
              <a:rect b="b" l="l" r="r" t="t"/>
              <a:pathLst>
                <a:path extrusionOk="0" fill="none" h="62433" w="86203">
                  <a:moveTo>
                    <a:pt x="0" y="62433"/>
                  </a:moveTo>
                  <a:lnTo>
                    <a:pt x="51916" y="14833"/>
                  </a:lnTo>
                  <a:lnTo>
                    <a:pt x="86202" y="14833"/>
                  </a:lnTo>
                  <a:lnTo>
                    <a:pt x="86202"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g2114997e136_0_1301"/>
            <p:cNvSpPr/>
            <p:nvPr/>
          </p:nvSpPr>
          <p:spPr>
            <a:xfrm>
              <a:off x="4603700" y="1095800"/>
              <a:ext cx="117800" cy="117800"/>
            </a:xfrm>
            <a:custGeom>
              <a:rect b="b" l="l" r="r" t="t"/>
              <a:pathLst>
                <a:path extrusionOk="0" fill="none" h="4712" w="4712">
                  <a:moveTo>
                    <a:pt x="0" y="2007"/>
                  </a:moveTo>
                  <a:cubicBezTo>
                    <a:pt x="0" y="3830"/>
                    <a:pt x="2158" y="4712"/>
                    <a:pt x="3435" y="3466"/>
                  </a:cubicBezTo>
                  <a:cubicBezTo>
                    <a:pt x="4712" y="2189"/>
                    <a:pt x="3800" y="0"/>
                    <a:pt x="2006" y="0"/>
                  </a:cubicBezTo>
                  <a:cubicBezTo>
                    <a:pt x="882" y="0"/>
                    <a:pt x="0" y="912"/>
                    <a:pt x="0" y="200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3" name="Google Shape;403;g2114997e136_0_1301"/>
          <p:cNvGrpSpPr/>
          <p:nvPr/>
        </p:nvGrpSpPr>
        <p:grpSpPr>
          <a:xfrm flipH="1" rot="10800000">
            <a:off x="-483486" y="4432692"/>
            <a:ext cx="2014792" cy="473129"/>
            <a:chOff x="-35117" y="4342063"/>
            <a:chExt cx="2014792" cy="473129"/>
          </a:xfrm>
        </p:grpSpPr>
        <p:sp>
          <p:nvSpPr>
            <p:cNvPr id="404" name="Google Shape;404;g2114997e136_0_1301"/>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g2114997e136_0_1301"/>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6" name="Google Shape;406;g2114997e136_0_1301"/>
          <p:cNvGrpSpPr/>
          <p:nvPr/>
        </p:nvGrpSpPr>
        <p:grpSpPr>
          <a:xfrm>
            <a:off x="-483495" y="4392827"/>
            <a:ext cx="2014792" cy="473129"/>
            <a:chOff x="-35117" y="4342063"/>
            <a:chExt cx="2014792" cy="473129"/>
          </a:xfrm>
        </p:grpSpPr>
        <p:sp>
          <p:nvSpPr>
            <p:cNvPr id="407" name="Google Shape;407;g2114997e136_0_1301"/>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g2114997e136_0_1301"/>
            <p:cNvSpPr/>
            <p:nvPr/>
          </p:nvSpPr>
          <p:spPr>
            <a:xfrm>
              <a:off x="1861099" y="434206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g2114997e136_0_1301"/>
          <p:cNvGrpSpPr/>
          <p:nvPr/>
        </p:nvGrpSpPr>
        <p:grpSpPr>
          <a:xfrm>
            <a:off x="239988" y="-482281"/>
            <a:ext cx="482550" cy="1505350"/>
            <a:chOff x="3121150" y="-443725"/>
            <a:chExt cx="482550" cy="1505350"/>
          </a:xfrm>
        </p:grpSpPr>
        <p:sp>
          <p:nvSpPr>
            <p:cNvPr id="410" name="Google Shape;410;g2114997e136_0_1301"/>
            <p:cNvSpPr/>
            <p:nvPr/>
          </p:nvSpPr>
          <p:spPr>
            <a:xfrm>
              <a:off x="3121150" y="-443725"/>
              <a:ext cx="427075" cy="1386800"/>
            </a:xfrm>
            <a:custGeom>
              <a:rect b="b" l="l" r="r" t="t"/>
              <a:pathLst>
                <a:path extrusionOk="0" fill="none" h="55472" w="17083">
                  <a:moveTo>
                    <a:pt x="17083" y="55472"/>
                  </a:moveTo>
                  <a:lnTo>
                    <a:pt x="17083" y="40669"/>
                  </a:lnTo>
                  <a:lnTo>
                    <a:pt x="0" y="40669"/>
                  </a:lnTo>
                  <a:lnTo>
                    <a:pt x="0"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g2114997e136_0_1301"/>
            <p:cNvSpPr/>
            <p:nvPr/>
          </p:nvSpPr>
          <p:spPr>
            <a:xfrm>
              <a:off x="3485125" y="943825"/>
              <a:ext cx="118575" cy="117800"/>
            </a:xfrm>
            <a:custGeom>
              <a:rect b="b" l="l" r="r" t="t"/>
              <a:pathLst>
                <a:path extrusionOk="0" fill="none" h="4712" w="4743">
                  <a:moveTo>
                    <a:pt x="4743" y="2006"/>
                  </a:moveTo>
                  <a:cubicBezTo>
                    <a:pt x="4743" y="3830"/>
                    <a:pt x="2554" y="4712"/>
                    <a:pt x="1277" y="3465"/>
                  </a:cubicBezTo>
                  <a:cubicBezTo>
                    <a:pt x="1" y="2189"/>
                    <a:pt x="913" y="0"/>
                    <a:pt x="2706" y="0"/>
                  </a:cubicBezTo>
                  <a:cubicBezTo>
                    <a:pt x="3831" y="0"/>
                    <a:pt x="4743" y="912"/>
                    <a:pt x="4743" y="2006"/>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2" name="Google Shape;412;g2114997e136_0_1301"/>
          <p:cNvGrpSpPr/>
          <p:nvPr/>
        </p:nvGrpSpPr>
        <p:grpSpPr>
          <a:xfrm>
            <a:off x="444769" y="-913981"/>
            <a:ext cx="482550" cy="1505350"/>
            <a:chOff x="3121150" y="-443725"/>
            <a:chExt cx="482550" cy="1505350"/>
          </a:xfrm>
        </p:grpSpPr>
        <p:sp>
          <p:nvSpPr>
            <p:cNvPr id="413" name="Google Shape;413;g2114997e136_0_1301"/>
            <p:cNvSpPr/>
            <p:nvPr/>
          </p:nvSpPr>
          <p:spPr>
            <a:xfrm>
              <a:off x="3121150" y="-443725"/>
              <a:ext cx="427075" cy="1386800"/>
            </a:xfrm>
            <a:custGeom>
              <a:rect b="b" l="l" r="r" t="t"/>
              <a:pathLst>
                <a:path extrusionOk="0" fill="none" h="55472" w="17083">
                  <a:moveTo>
                    <a:pt x="17083" y="55472"/>
                  </a:moveTo>
                  <a:lnTo>
                    <a:pt x="17083" y="40669"/>
                  </a:lnTo>
                  <a:lnTo>
                    <a:pt x="0" y="40669"/>
                  </a:lnTo>
                  <a:lnTo>
                    <a:pt x="0"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2114997e136_0_1301"/>
            <p:cNvSpPr/>
            <p:nvPr/>
          </p:nvSpPr>
          <p:spPr>
            <a:xfrm>
              <a:off x="3485125" y="943825"/>
              <a:ext cx="118575" cy="117800"/>
            </a:xfrm>
            <a:custGeom>
              <a:rect b="b" l="l" r="r" t="t"/>
              <a:pathLst>
                <a:path extrusionOk="0" fill="none" h="4712" w="4743">
                  <a:moveTo>
                    <a:pt x="4743" y="2006"/>
                  </a:moveTo>
                  <a:cubicBezTo>
                    <a:pt x="4743" y="3830"/>
                    <a:pt x="2554" y="4712"/>
                    <a:pt x="1277" y="3465"/>
                  </a:cubicBezTo>
                  <a:cubicBezTo>
                    <a:pt x="1" y="2189"/>
                    <a:pt x="913" y="0"/>
                    <a:pt x="2706" y="0"/>
                  </a:cubicBezTo>
                  <a:cubicBezTo>
                    <a:pt x="3831" y="0"/>
                    <a:pt x="4743" y="912"/>
                    <a:pt x="4743" y="200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5" name="Google Shape;415;g2114997e136_0_1301"/>
          <p:cNvGrpSpPr/>
          <p:nvPr/>
        </p:nvGrpSpPr>
        <p:grpSpPr>
          <a:xfrm rot="5400000">
            <a:off x="965855" y="-856181"/>
            <a:ext cx="2290315" cy="1518338"/>
            <a:chOff x="-736445" y="1581995"/>
            <a:chExt cx="2290315" cy="1518338"/>
          </a:xfrm>
        </p:grpSpPr>
        <p:sp>
          <p:nvSpPr>
            <p:cNvPr id="416" name="Google Shape;416;g2114997e136_0_1301"/>
            <p:cNvSpPr/>
            <p:nvPr/>
          </p:nvSpPr>
          <p:spPr>
            <a:xfrm>
              <a:off x="1109379" y="2803495"/>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7" name="Google Shape;417;g2114997e136_0_1301"/>
            <p:cNvGrpSpPr/>
            <p:nvPr/>
          </p:nvGrpSpPr>
          <p:grpSpPr>
            <a:xfrm>
              <a:off x="-736445" y="1581995"/>
              <a:ext cx="2290315" cy="1518338"/>
              <a:chOff x="-565732" y="1582220"/>
              <a:chExt cx="2290315" cy="1518338"/>
            </a:xfrm>
          </p:grpSpPr>
          <p:sp>
            <p:nvSpPr>
              <p:cNvPr id="418" name="Google Shape;418;g2114997e136_0_1301"/>
              <p:cNvSpPr/>
              <p:nvPr/>
            </p:nvSpPr>
            <p:spPr>
              <a:xfrm>
                <a:off x="-565732" y="2486098"/>
                <a:ext cx="1862289" cy="395491"/>
              </a:xfrm>
              <a:custGeom>
                <a:rect b="b" l="l" r="r" t="t"/>
                <a:pathLst>
                  <a:path extrusionOk="0" h="4803" w="22615">
                    <a:moveTo>
                      <a:pt x="1" y="0"/>
                    </a:moveTo>
                    <a:lnTo>
                      <a:pt x="1" y="365"/>
                    </a:lnTo>
                    <a:lnTo>
                      <a:pt x="11429" y="365"/>
                    </a:lnTo>
                    <a:lnTo>
                      <a:pt x="11460" y="395"/>
                    </a:lnTo>
                    <a:lnTo>
                      <a:pt x="13010" y="1945"/>
                    </a:lnTo>
                    <a:cubicBezTo>
                      <a:pt x="13922" y="2857"/>
                      <a:pt x="14894" y="3830"/>
                      <a:pt x="15837" y="4742"/>
                    </a:cubicBezTo>
                    <a:lnTo>
                      <a:pt x="15897" y="4803"/>
                    </a:lnTo>
                    <a:lnTo>
                      <a:pt x="22615" y="4803"/>
                    </a:lnTo>
                    <a:lnTo>
                      <a:pt x="22615" y="4408"/>
                    </a:lnTo>
                    <a:lnTo>
                      <a:pt x="16049" y="4408"/>
                    </a:lnTo>
                    <a:cubicBezTo>
                      <a:pt x="15107" y="3526"/>
                      <a:pt x="14195" y="2584"/>
                      <a:pt x="13283" y="1672"/>
                    </a:cubicBezTo>
                    <a:cubicBezTo>
                      <a:pt x="12767" y="1155"/>
                      <a:pt x="12250" y="638"/>
                      <a:pt x="11733" y="122"/>
                    </a:cubicBezTo>
                    <a:lnTo>
                      <a:pt x="11703" y="91"/>
                    </a:lnTo>
                    <a:cubicBezTo>
                      <a:pt x="11672" y="61"/>
                      <a:pt x="11642" y="61"/>
                      <a:pt x="11612" y="31"/>
                    </a:cubicBezTo>
                    <a:lnTo>
                      <a:pt x="1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9" name="Google Shape;419;g2114997e136_0_1301"/>
              <p:cNvGrpSpPr/>
              <p:nvPr/>
            </p:nvGrpSpPr>
            <p:grpSpPr>
              <a:xfrm>
                <a:off x="-565732" y="1582220"/>
                <a:ext cx="2290315" cy="435914"/>
                <a:chOff x="-565732" y="1582220"/>
                <a:chExt cx="2290315" cy="435914"/>
              </a:xfrm>
            </p:grpSpPr>
            <p:sp>
              <p:nvSpPr>
                <p:cNvPr id="420" name="Google Shape;420;g2114997e136_0_1301"/>
                <p:cNvSpPr/>
                <p:nvPr/>
              </p:nvSpPr>
              <p:spPr>
                <a:xfrm>
                  <a:off x="-565732" y="1622561"/>
                  <a:ext cx="2202713" cy="395573"/>
                </a:xfrm>
                <a:custGeom>
                  <a:rect b="b" l="l" r="r" t="t"/>
                  <a:pathLst>
                    <a:path extrusionOk="0" h="4804" w="26749">
                      <a:moveTo>
                        <a:pt x="14803" y="1"/>
                      </a:moveTo>
                      <a:lnTo>
                        <a:pt x="10457" y="4347"/>
                      </a:lnTo>
                      <a:lnTo>
                        <a:pt x="10396" y="4408"/>
                      </a:lnTo>
                      <a:lnTo>
                        <a:pt x="10396" y="4438"/>
                      </a:lnTo>
                      <a:lnTo>
                        <a:pt x="1" y="4438"/>
                      </a:lnTo>
                      <a:lnTo>
                        <a:pt x="1" y="4803"/>
                      </a:lnTo>
                      <a:lnTo>
                        <a:pt x="10517" y="4803"/>
                      </a:lnTo>
                      <a:lnTo>
                        <a:pt x="10548" y="4773"/>
                      </a:lnTo>
                      <a:cubicBezTo>
                        <a:pt x="10609" y="4742"/>
                        <a:pt x="10639" y="4712"/>
                        <a:pt x="10700" y="4651"/>
                      </a:cubicBezTo>
                      <a:lnTo>
                        <a:pt x="10730" y="4621"/>
                      </a:lnTo>
                      <a:lnTo>
                        <a:pt x="14955" y="365"/>
                      </a:lnTo>
                      <a:lnTo>
                        <a:pt x="26749" y="365"/>
                      </a:lnTo>
                      <a:lnTo>
                        <a:pt x="26749"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g2114997e136_0_1301"/>
                <p:cNvSpPr/>
                <p:nvPr/>
              </p:nvSpPr>
              <p:spPr>
                <a:xfrm>
                  <a:off x="1606008" y="158222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2" name="Google Shape;422;g2114997e136_0_1301"/>
              <p:cNvGrpSpPr/>
              <p:nvPr/>
            </p:nvGrpSpPr>
            <p:grpSpPr>
              <a:xfrm>
                <a:off x="-565732" y="1759770"/>
                <a:ext cx="1948882" cy="441084"/>
                <a:chOff x="-565732" y="1759770"/>
                <a:chExt cx="1948882" cy="441084"/>
              </a:xfrm>
            </p:grpSpPr>
            <p:sp>
              <p:nvSpPr>
                <p:cNvPr id="423" name="Google Shape;423;g2114997e136_0_1301"/>
                <p:cNvSpPr/>
                <p:nvPr/>
              </p:nvSpPr>
              <p:spPr>
                <a:xfrm>
                  <a:off x="-565732" y="1805281"/>
                  <a:ext cx="1862289" cy="395573"/>
                </a:xfrm>
                <a:custGeom>
                  <a:rect b="b" l="l" r="r" t="t"/>
                  <a:pathLst>
                    <a:path extrusionOk="0" h="4804" w="22615">
                      <a:moveTo>
                        <a:pt x="15867" y="1"/>
                      </a:moveTo>
                      <a:lnTo>
                        <a:pt x="15806" y="61"/>
                      </a:lnTo>
                      <a:cubicBezTo>
                        <a:pt x="14864" y="973"/>
                        <a:pt x="13922" y="1946"/>
                        <a:pt x="12980" y="2858"/>
                      </a:cubicBezTo>
                      <a:lnTo>
                        <a:pt x="11460" y="4408"/>
                      </a:lnTo>
                      <a:lnTo>
                        <a:pt x="11429" y="4438"/>
                      </a:lnTo>
                      <a:lnTo>
                        <a:pt x="1" y="4438"/>
                      </a:lnTo>
                      <a:lnTo>
                        <a:pt x="1" y="4803"/>
                      </a:lnTo>
                      <a:lnTo>
                        <a:pt x="11581" y="4803"/>
                      </a:lnTo>
                      <a:lnTo>
                        <a:pt x="11612" y="4773"/>
                      </a:lnTo>
                      <a:cubicBezTo>
                        <a:pt x="11642" y="4742"/>
                        <a:pt x="11672" y="4712"/>
                        <a:pt x="11703" y="4681"/>
                      </a:cubicBezTo>
                      <a:lnTo>
                        <a:pt x="11733" y="4681"/>
                      </a:lnTo>
                      <a:lnTo>
                        <a:pt x="13283" y="3131"/>
                      </a:lnTo>
                      <a:cubicBezTo>
                        <a:pt x="14165" y="2219"/>
                        <a:pt x="15107" y="1277"/>
                        <a:pt x="16049" y="365"/>
                      </a:cubicBezTo>
                      <a:lnTo>
                        <a:pt x="22615" y="365"/>
                      </a:lnTo>
                      <a:lnTo>
                        <a:pt x="2261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2114997e136_0_1301"/>
                <p:cNvSpPr/>
                <p:nvPr/>
              </p:nvSpPr>
              <p:spPr>
                <a:xfrm>
                  <a:off x="1264575" y="1759770"/>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5" name="Google Shape;425;g2114997e136_0_1301"/>
              <p:cNvGrpSpPr/>
              <p:nvPr/>
            </p:nvGrpSpPr>
            <p:grpSpPr>
              <a:xfrm>
                <a:off x="-390503" y="2295383"/>
                <a:ext cx="1572778" cy="118575"/>
                <a:chOff x="-390503" y="2295383"/>
                <a:chExt cx="1572778" cy="118575"/>
              </a:xfrm>
            </p:grpSpPr>
            <p:sp>
              <p:nvSpPr>
                <p:cNvPr id="426" name="Google Shape;426;g2114997e136_0_1301"/>
                <p:cNvSpPr/>
                <p:nvPr/>
              </p:nvSpPr>
              <p:spPr>
                <a:xfrm>
                  <a:off x="-390503" y="2338374"/>
                  <a:ext cx="1474350" cy="32608"/>
                </a:xfrm>
                <a:custGeom>
                  <a:rect b="b" l="l" r="r" t="t"/>
                  <a:pathLst>
                    <a:path extrusionOk="0" h="396" w="17904">
                      <a:moveTo>
                        <a:pt x="0" y="1"/>
                      </a:moveTo>
                      <a:lnTo>
                        <a:pt x="0" y="396"/>
                      </a:lnTo>
                      <a:lnTo>
                        <a:pt x="17903" y="396"/>
                      </a:lnTo>
                      <a:lnTo>
                        <a:pt x="17903"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2114997e136_0_1301"/>
                <p:cNvSpPr/>
                <p:nvPr/>
              </p:nvSpPr>
              <p:spPr>
                <a:xfrm>
                  <a:off x="1063700" y="229538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8" name="Google Shape;428;g2114997e136_0_1301"/>
              <p:cNvGrpSpPr/>
              <p:nvPr/>
            </p:nvGrpSpPr>
            <p:grpSpPr>
              <a:xfrm>
                <a:off x="-565732" y="2666266"/>
                <a:ext cx="2239329" cy="434292"/>
                <a:chOff x="-565732" y="2666266"/>
                <a:chExt cx="2239329" cy="434292"/>
              </a:xfrm>
            </p:grpSpPr>
            <p:sp>
              <p:nvSpPr>
                <p:cNvPr id="429" name="Google Shape;429;g2114997e136_0_1301"/>
                <p:cNvSpPr/>
                <p:nvPr/>
              </p:nvSpPr>
              <p:spPr>
                <a:xfrm>
                  <a:off x="-565732" y="2666266"/>
                  <a:ext cx="2165163" cy="393021"/>
                </a:xfrm>
                <a:custGeom>
                  <a:rect b="b" l="l" r="r" t="t"/>
                  <a:pathLst>
                    <a:path extrusionOk="0" h="4773" w="26293">
                      <a:moveTo>
                        <a:pt x="1" y="1"/>
                      </a:moveTo>
                      <a:lnTo>
                        <a:pt x="1" y="396"/>
                      </a:lnTo>
                      <a:lnTo>
                        <a:pt x="10396" y="396"/>
                      </a:lnTo>
                      <a:lnTo>
                        <a:pt x="10457" y="457"/>
                      </a:lnTo>
                      <a:lnTo>
                        <a:pt x="14803" y="4773"/>
                      </a:lnTo>
                      <a:lnTo>
                        <a:pt x="26293" y="4773"/>
                      </a:lnTo>
                      <a:cubicBezTo>
                        <a:pt x="26171" y="4712"/>
                        <a:pt x="26050" y="4560"/>
                        <a:pt x="25928" y="4438"/>
                      </a:cubicBezTo>
                      <a:lnTo>
                        <a:pt x="14986" y="4438"/>
                      </a:lnTo>
                      <a:lnTo>
                        <a:pt x="10730" y="183"/>
                      </a:lnTo>
                      <a:cubicBezTo>
                        <a:pt x="10700" y="183"/>
                        <a:pt x="10700" y="183"/>
                        <a:pt x="10700" y="153"/>
                      </a:cubicBezTo>
                      <a:cubicBezTo>
                        <a:pt x="10639" y="92"/>
                        <a:pt x="10609" y="61"/>
                        <a:pt x="10548" y="31"/>
                      </a:cubicBezTo>
                      <a:lnTo>
                        <a:pt x="1048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2114997e136_0_1301"/>
                <p:cNvSpPr/>
                <p:nvPr/>
              </p:nvSpPr>
              <p:spPr>
                <a:xfrm>
                  <a:off x="1555022" y="2981983"/>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
    <p:spTree>
      <p:nvGrpSpPr>
        <p:cNvPr id="431" name="Shape 431"/>
        <p:cNvGrpSpPr/>
        <p:nvPr/>
      </p:nvGrpSpPr>
      <p:grpSpPr>
        <a:xfrm>
          <a:off x="0" y="0"/>
          <a:ext cx="0" cy="0"/>
          <a:chOff x="0" y="0"/>
          <a:chExt cx="0" cy="0"/>
        </a:xfrm>
      </p:grpSpPr>
      <p:grpSp>
        <p:nvGrpSpPr>
          <p:cNvPr id="432" name="Google Shape;432;g2114997e136_0_1344"/>
          <p:cNvGrpSpPr/>
          <p:nvPr/>
        </p:nvGrpSpPr>
        <p:grpSpPr>
          <a:xfrm>
            <a:off x="7068170" y="-466234"/>
            <a:ext cx="1368260" cy="1078296"/>
            <a:chOff x="4231725" y="-443721"/>
            <a:chExt cx="1368260" cy="1078296"/>
          </a:xfrm>
        </p:grpSpPr>
        <p:sp>
          <p:nvSpPr>
            <p:cNvPr id="433" name="Google Shape;433;g2114997e136_0_1344"/>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g2114997e136_0_1344"/>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5" name="Google Shape;435;g2114997e136_0_1344"/>
          <p:cNvGrpSpPr/>
          <p:nvPr/>
        </p:nvGrpSpPr>
        <p:grpSpPr>
          <a:xfrm>
            <a:off x="8010070" y="-466238"/>
            <a:ext cx="1129225" cy="1439250"/>
            <a:chOff x="5173625" y="-443725"/>
            <a:chExt cx="1129225" cy="1439250"/>
          </a:xfrm>
        </p:grpSpPr>
        <p:sp>
          <p:nvSpPr>
            <p:cNvPr id="436" name="Google Shape;436;g2114997e136_0_1344"/>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g2114997e136_0_1344"/>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8" name="Google Shape;438;g2114997e136_0_1344"/>
          <p:cNvGrpSpPr/>
          <p:nvPr/>
        </p:nvGrpSpPr>
        <p:grpSpPr>
          <a:xfrm flipH="1">
            <a:off x="707991" y="-472343"/>
            <a:ext cx="920275" cy="1078300"/>
            <a:chOff x="4679675" y="-443725"/>
            <a:chExt cx="920275" cy="1078300"/>
          </a:xfrm>
        </p:grpSpPr>
        <p:sp>
          <p:nvSpPr>
            <p:cNvPr id="439" name="Google Shape;439;g2114997e136_0_1344"/>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2114997e136_0_1344"/>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1" name="Google Shape;441;g2114997e136_0_1344"/>
          <p:cNvGrpSpPr/>
          <p:nvPr/>
        </p:nvGrpSpPr>
        <p:grpSpPr>
          <a:xfrm flipH="1">
            <a:off x="5091" y="-472343"/>
            <a:ext cx="1129225" cy="1439250"/>
            <a:chOff x="5173625" y="-443725"/>
            <a:chExt cx="1129225" cy="1439250"/>
          </a:xfrm>
        </p:grpSpPr>
        <p:sp>
          <p:nvSpPr>
            <p:cNvPr id="442" name="Google Shape;442;g2114997e136_0_1344"/>
            <p:cNvSpPr/>
            <p:nvPr/>
          </p:nvSpPr>
          <p:spPr>
            <a:xfrm>
              <a:off x="5219975" y="-443725"/>
              <a:ext cx="1082875" cy="1320700"/>
            </a:xfrm>
            <a:custGeom>
              <a:rect b="b" l="l" r="r" t="t"/>
              <a:pathLst>
                <a:path extrusionOk="0" fill="none" h="52828" w="43315">
                  <a:moveTo>
                    <a:pt x="0" y="52828"/>
                  </a:moveTo>
                  <a:lnTo>
                    <a:pt x="0" y="25836"/>
                  </a:lnTo>
                  <a:lnTo>
                    <a:pt x="43314" y="25836"/>
                  </a:lnTo>
                  <a:lnTo>
                    <a:pt x="43314"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g2114997e136_0_1344"/>
            <p:cNvSpPr/>
            <p:nvPr/>
          </p:nvSpPr>
          <p:spPr>
            <a:xfrm>
              <a:off x="5173625" y="876950"/>
              <a:ext cx="117800" cy="118575"/>
            </a:xfrm>
            <a:custGeom>
              <a:rect b="b" l="l" r="r" t="t"/>
              <a:pathLst>
                <a:path extrusionOk="0" fill="none" h="4743" w="4712">
                  <a:moveTo>
                    <a:pt x="0" y="2037"/>
                  </a:moveTo>
                  <a:cubicBezTo>
                    <a:pt x="0" y="3830"/>
                    <a:pt x="2158" y="4742"/>
                    <a:pt x="3435" y="3466"/>
                  </a:cubicBezTo>
                  <a:cubicBezTo>
                    <a:pt x="4711" y="2189"/>
                    <a:pt x="3800" y="1"/>
                    <a:pt x="2006" y="1"/>
                  </a:cubicBezTo>
                  <a:cubicBezTo>
                    <a:pt x="882" y="31"/>
                    <a:pt x="0" y="912"/>
                    <a:pt x="0"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4" name="Google Shape;444;g2114997e136_0_1344"/>
          <p:cNvGrpSpPr/>
          <p:nvPr/>
        </p:nvGrpSpPr>
        <p:grpSpPr>
          <a:xfrm>
            <a:off x="8479270" y="-223284"/>
            <a:ext cx="1368260" cy="1078296"/>
            <a:chOff x="4231725" y="-443721"/>
            <a:chExt cx="1368260" cy="1078296"/>
          </a:xfrm>
        </p:grpSpPr>
        <p:sp>
          <p:nvSpPr>
            <p:cNvPr id="445" name="Google Shape;445;g2114997e136_0_1344"/>
            <p:cNvSpPr/>
            <p:nvPr/>
          </p:nvSpPr>
          <p:spPr>
            <a:xfrm>
              <a:off x="4327869" y="-443721"/>
              <a:ext cx="1272116"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g2114997e136_0_1344"/>
            <p:cNvSpPr/>
            <p:nvPr/>
          </p:nvSpPr>
          <p:spPr>
            <a:xfrm>
              <a:off x="423172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7" name="Google Shape;447;g2114997e136_0_1344"/>
          <p:cNvGrpSpPr/>
          <p:nvPr/>
        </p:nvGrpSpPr>
        <p:grpSpPr>
          <a:xfrm flipH="1">
            <a:off x="-98709" y="-223280"/>
            <a:ext cx="920275" cy="1078300"/>
            <a:chOff x="4679675" y="-443725"/>
            <a:chExt cx="920275" cy="1078300"/>
          </a:xfrm>
        </p:grpSpPr>
        <p:sp>
          <p:nvSpPr>
            <p:cNvPr id="448" name="Google Shape;448;g2114997e136_0_1344"/>
            <p:cNvSpPr/>
            <p:nvPr/>
          </p:nvSpPr>
          <p:spPr>
            <a:xfrm>
              <a:off x="4783025" y="-443725"/>
              <a:ext cx="816925" cy="1006875"/>
            </a:xfrm>
            <a:custGeom>
              <a:rect b="b" l="l" r="r" t="t"/>
              <a:pathLst>
                <a:path extrusionOk="0" fill="none" h="40275" w="32677">
                  <a:moveTo>
                    <a:pt x="1" y="40274"/>
                  </a:moveTo>
                  <a:lnTo>
                    <a:pt x="32676" y="40274"/>
                  </a:lnTo>
                  <a:lnTo>
                    <a:pt x="3267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g2114997e136_0_1344"/>
            <p:cNvSpPr/>
            <p:nvPr/>
          </p:nvSpPr>
          <p:spPr>
            <a:xfrm>
              <a:off x="4679675" y="516000"/>
              <a:ext cx="117825" cy="118575"/>
            </a:xfrm>
            <a:custGeom>
              <a:rect b="b" l="l" r="r" t="t"/>
              <a:pathLst>
                <a:path extrusionOk="0" fill="none" h="4743" w="4713">
                  <a:moveTo>
                    <a:pt x="1" y="2037"/>
                  </a:moveTo>
                  <a:cubicBezTo>
                    <a:pt x="1" y="3830"/>
                    <a:pt x="2159" y="4742"/>
                    <a:pt x="3436" y="3466"/>
                  </a:cubicBezTo>
                  <a:cubicBezTo>
                    <a:pt x="4712" y="2189"/>
                    <a:pt x="3800" y="1"/>
                    <a:pt x="2007" y="31"/>
                  </a:cubicBezTo>
                  <a:cubicBezTo>
                    <a:pt x="882" y="31"/>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0" name="Google Shape;450;g2114997e136_0_1344"/>
          <p:cNvSpPr txBox="1"/>
          <p:nvPr>
            <p:ph type="title"/>
          </p:nvPr>
        </p:nvSpPr>
        <p:spPr>
          <a:xfrm>
            <a:off x="1774800" y="539700"/>
            <a:ext cx="5594400" cy="4779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2500"/>
              <a:buNone/>
              <a:defRPr/>
            </a:lvl2pPr>
            <a:lvl3pPr lvl="2" rtl="0" algn="ctr">
              <a:lnSpc>
                <a:spcPct val="100000"/>
              </a:lnSpc>
              <a:spcBef>
                <a:spcPts val="0"/>
              </a:spcBef>
              <a:spcAft>
                <a:spcPts val="0"/>
              </a:spcAft>
              <a:buSzPts val="2500"/>
              <a:buNone/>
              <a:defRPr/>
            </a:lvl3pPr>
            <a:lvl4pPr lvl="3" rtl="0" algn="ctr">
              <a:lnSpc>
                <a:spcPct val="100000"/>
              </a:lnSpc>
              <a:spcBef>
                <a:spcPts val="0"/>
              </a:spcBef>
              <a:spcAft>
                <a:spcPts val="0"/>
              </a:spcAft>
              <a:buSzPts val="2500"/>
              <a:buNone/>
              <a:defRPr/>
            </a:lvl4pPr>
            <a:lvl5pPr lvl="4" rtl="0" algn="ctr">
              <a:lnSpc>
                <a:spcPct val="100000"/>
              </a:lnSpc>
              <a:spcBef>
                <a:spcPts val="0"/>
              </a:spcBef>
              <a:spcAft>
                <a:spcPts val="0"/>
              </a:spcAft>
              <a:buSzPts val="2500"/>
              <a:buNone/>
              <a:defRPr/>
            </a:lvl5pPr>
            <a:lvl6pPr lvl="5" rtl="0" algn="ctr">
              <a:lnSpc>
                <a:spcPct val="100000"/>
              </a:lnSpc>
              <a:spcBef>
                <a:spcPts val="0"/>
              </a:spcBef>
              <a:spcAft>
                <a:spcPts val="0"/>
              </a:spcAft>
              <a:buSzPts val="2500"/>
              <a:buNone/>
              <a:defRPr/>
            </a:lvl6pPr>
            <a:lvl7pPr lvl="6" rtl="0" algn="ctr">
              <a:lnSpc>
                <a:spcPct val="100000"/>
              </a:lnSpc>
              <a:spcBef>
                <a:spcPts val="0"/>
              </a:spcBef>
              <a:spcAft>
                <a:spcPts val="0"/>
              </a:spcAft>
              <a:buSzPts val="2500"/>
              <a:buNone/>
              <a:defRPr/>
            </a:lvl7pPr>
            <a:lvl8pPr lvl="7" rtl="0" algn="ctr">
              <a:lnSpc>
                <a:spcPct val="100000"/>
              </a:lnSpc>
              <a:spcBef>
                <a:spcPts val="0"/>
              </a:spcBef>
              <a:spcAft>
                <a:spcPts val="0"/>
              </a:spcAft>
              <a:buSzPts val="2500"/>
              <a:buNone/>
              <a:defRPr/>
            </a:lvl8pPr>
            <a:lvl9pPr lvl="8" rtl="0" algn="ctr">
              <a:lnSpc>
                <a:spcPct val="100000"/>
              </a:lnSpc>
              <a:spcBef>
                <a:spcPts val="0"/>
              </a:spcBef>
              <a:spcAft>
                <a:spcPts val="0"/>
              </a:spcAft>
              <a:buSzPts val="2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51" name="Shape 451"/>
        <p:cNvGrpSpPr/>
        <p:nvPr/>
      </p:nvGrpSpPr>
      <p:grpSpPr>
        <a:xfrm>
          <a:off x="0" y="0"/>
          <a:ext cx="0" cy="0"/>
          <a:chOff x="0" y="0"/>
          <a:chExt cx="0" cy="0"/>
        </a:xfrm>
      </p:grpSpPr>
      <p:sp>
        <p:nvSpPr>
          <p:cNvPr id="452" name="Google Shape;452;g2114997e136_0_1364"/>
          <p:cNvSpPr txBox="1"/>
          <p:nvPr>
            <p:ph type="ctrTitle"/>
          </p:nvPr>
        </p:nvSpPr>
        <p:spPr>
          <a:xfrm>
            <a:off x="713325" y="565547"/>
            <a:ext cx="4069500" cy="12429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5200"/>
              <a:buNone/>
              <a:defRPr sz="65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453" name="Google Shape;453;g2114997e136_0_1364"/>
          <p:cNvSpPr txBox="1"/>
          <p:nvPr>
            <p:ph idx="1" type="subTitle"/>
          </p:nvPr>
        </p:nvSpPr>
        <p:spPr>
          <a:xfrm>
            <a:off x="713325" y="1736300"/>
            <a:ext cx="3583500" cy="8316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4" name="Google Shape;454;g2114997e136_0_1364"/>
          <p:cNvSpPr txBox="1"/>
          <p:nvPr/>
        </p:nvSpPr>
        <p:spPr>
          <a:xfrm>
            <a:off x="713325" y="3571950"/>
            <a:ext cx="3328800" cy="69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accent1"/>
                </a:solidFill>
                <a:latin typeface="Montserrat"/>
                <a:ea typeface="Montserrat"/>
                <a:cs typeface="Montserrat"/>
                <a:sym typeface="Montserrat"/>
              </a:rPr>
              <a:t>CREDITS: This presentation template was created by Slidesgo, including icons by Flaticon, and infographics &amp; images by Freepik</a:t>
            </a:r>
            <a:endParaRPr b="0" i="0" sz="1000" u="none" cap="none" strike="noStrike">
              <a:solidFill>
                <a:schemeClr val="accent1"/>
              </a:solidFill>
              <a:latin typeface="Montserrat"/>
              <a:ea typeface="Montserrat"/>
              <a:cs typeface="Montserrat"/>
              <a:sym typeface="Montserrat"/>
            </a:endParaRPr>
          </a:p>
        </p:txBody>
      </p:sp>
      <p:sp>
        <p:nvSpPr>
          <p:cNvPr id="455" name="Google Shape;455;g2114997e136_0_1364"/>
          <p:cNvSpPr/>
          <p:nvPr/>
        </p:nvSpPr>
        <p:spPr>
          <a:xfrm>
            <a:off x="8125138" y="1179072"/>
            <a:ext cx="39607" cy="39607"/>
          </a:xfrm>
          <a:custGeom>
            <a:rect b="b" l="l" r="r" t="t"/>
            <a:pathLst>
              <a:path extrusionOk="0" h="1217" w="1217">
                <a:moveTo>
                  <a:pt x="609" y="1"/>
                </a:moveTo>
                <a:cubicBezTo>
                  <a:pt x="274" y="1"/>
                  <a:pt x="1" y="274"/>
                  <a:pt x="1" y="609"/>
                </a:cubicBezTo>
                <a:cubicBezTo>
                  <a:pt x="1" y="943"/>
                  <a:pt x="274" y="1217"/>
                  <a:pt x="609" y="1217"/>
                </a:cubicBezTo>
                <a:cubicBezTo>
                  <a:pt x="943" y="1217"/>
                  <a:pt x="1217" y="943"/>
                  <a:pt x="1217" y="609"/>
                </a:cubicBezTo>
                <a:cubicBezTo>
                  <a:pt x="1217" y="274"/>
                  <a:pt x="943" y="1"/>
                  <a:pt x="609"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56" name="Google Shape;456;g2114997e136_0_1364"/>
          <p:cNvGrpSpPr/>
          <p:nvPr/>
        </p:nvGrpSpPr>
        <p:grpSpPr>
          <a:xfrm flipH="1">
            <a:off x="7136201" y="4054216"/>
            <a:ext cx="2074947" cy="962379"/>
            <a:chOff x="-85246" y="3960975"/>
            <a:chExt cx="2074948" cy="962379"/>
          </a:xfrm>
        </p:grpSpPr>
        <p:grpSp>
          <p:nvGrpSpPr>
            <p:cNvPr id="457" name="Google Shape;457;g2114997e136_0_1364"/>
            <p:cNvGrpSpPr/>
            <p:nvPr/>
          </p:nvGrpSpPr>
          <p:grpSpPr>
            <a:xfrm>
              <a:off x="-44137" y="3960975"/>
              <a:ext cx="2033838" cy="459179"/>
              <a:chOff x="-101291" y="3971002"/>
              <a:chExt cx="2033838" cy="459179"/>
            </a:xfrm>
          </p:grpSpPr>
          <p:sp>
            <p:nvSpPr>
              <p:cNvPr id="458" name="Google Shape;458;g2114997e136_0_1364"/>
              <p:cNvSpPr/>
              <p:nvPr/>
            </p:nvSpPr>
            <p:spPr>
              <a:xfrm rot="-5400000">
                <a:off x="646715" y="3256635"/>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g2114997e136_0_1364"/>
              <p:cNvSpPr/>
              <p:nvPr/>
            </p:nvSpPr>
            <p:spPr>
              <a:xfrm>
                <a:off x="1813971" y="397100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0" name="Google Shape;460;g2114997e136_0_1364"/>
            <p:cNvGrpSpPr/>
            <p:nvPr/>
          </p:nvGrpSpPr>
          <p:grpSpPr>
            <a:xfrm>
              <a:off x="-85247" y="4203623"/>
              <a:ext cx="2014792" cy="469196"/>
              <a:chOff x="-35117" y="4163517"/>
              <a:chExt cx="2014792" cy="469196"/>
            </a:xfrm>
          </p:grpSpPr>
          <p:sp>
            <p:nvSpPr>
              <p:cNvPr id="461" name="Google Shape;461;g2114997e136_0_1364"/>
              <p:cNvSpPr/>
              <p:nvPr/>
            </p:nvSpPr>
            <p:spPr>
              <a:xfrm rot="-5400000">
                <a:off x="712889" y="3459167"/>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2114997e136_0_1364"/>
              <p:cNvSpPr/>
              <p:nvPr/>
            </p:nvSpPr>
            <p:spPr>
              <a:xfrm>
                <a:off x="1861099" y="4163517"/>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63" name="Google Shape;463;g2114997e136_0_1364"/>
            <p:cNvGrpSpPr/>
            <p:nvPr/>
          </p:nvGrpSpPr>
          <p:grpSpPr>
            <a:xfrm>
              <a:off x="-85247" y="4454155"/>
              <a:ext cx="2014792" cy="469200"/>
              <a:chOff x="-35117" y="4345992"/>
              <a:chExt cx="2014792" cy="469200"/>
            </a:xfrm>
          </p:grpSpPr>
          <p:sp>
            <p:nvSpPr>
              <p:cNvPr id="464" name="Google Shape;464;g2114997e136_0_1364"/>
              <p:cNvSpPr/>
              <p:nvPr/>
            </p:nvSpPr>
            <p:spPr>
              <a:xfrm rot="-5400000">
                <a:off x="712889" y="3641646"/>
                <a:ext cx="425539" cy="1921552"/>
              </a:xfrm>
              <a:custGeom>
                <a:rect b="b" l="l" r="r" t="t"/>
                <a:pathLst>
                  <a:path extrusionOk="0" h="51613" w="11430">
                    <a:moveTo>
                      <a:pt x="0" y="1"/>
                    </a:moveTo>
                    <a:lnTo>
                      <a:pt x="0" y="17995"/>
                    </a:lnTo>
                    <a:lnTo>
                      <a:pt x="31" y="18056"/>
                    </a:lnTo>
                    <a:cubicBezTo>
                      <a:pt x="61" y="18117"/>
                      <a:pt x="91" y="18147"/>
                      <a:pt x="122" y="18177"/>
                    </a:cubicBezTo>
                    <a:lnTo>
                      <a:pt x="10852" y="28877"/>
                    </a:lnTo>
                    <a:lnTo>
                      <a:pt x="10852" y="51612"/>
                    </a:lnTo>
                    <a:lnTo>
                      <a:pt x="11429" y="51612"/>
                    </a:lnTo>
                    <a:lnTo>
                      <a:pt x="11429" y="28633"/>
                    </a:lnTo>
                    <a:lnTo>
                      <a:pt x="669" y="17873"/>
                    </a:lnTo>
                    <a:lnTo>
                      <a:pt x="608" y="17813"/>
                    </a:lnTo>
                    <a:lnTo>
                      <a:pt x="608"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g2114997e136_0_1364"/>
              <p:cNvSpPr/>
              <p:nvPr/>
            </p:nvSpPr>
            <p:spPr>
              <a:xfrm>
                <a:off x="1861099" y="4345992"/>
                <a:ext cx="118575" cy="118575"/>
              </a:xfrm>
              <a:custGeom>
                <a:rect b="b" l="l" r="r" t="t"/>
                <a:pathLst>
                  <a:path extrusionOk="0" fill="none" h="4743" w="4743">
                    <a:moveTo>
                      <a:pt x="4742" y="2037"/>
                    </a:moveTo>
                    <a:cubicBezTo>
                      <a:pt x="4742" y="3830"/>
                      <a:pt x="2554" y="4742"/>
                      <a:pt x="1277" y="3466"/>
                    </a:cubicBezTo>
                    <a:cubicBezTo>
                      <a:pt x="1" y="2189"/>
                      <a:pt x="912" y="31"/>
                      <a:pt x="2706" y="1"/>
                    </a:cubicBezTo>
                    <a:cubicBezTo>
                      <a:pt x="3830" y="1"/>
                      <a:pt x="4742" y="912"/>
                      <a:pt x="4742"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66" name="Google Shape;466;g2114997e136_0_1364"/>
          <p:cNvGrpSpPr/>
          <p:nvPr/>
        </p:nvGrpSpPr>
        <p:grpSpPr>
          <a:xfrm>
            <a:off x="7691206" y="833500"/>
            <a:ext cx="2649775" cy="3476500"/>
            <a:chOff x="7691206" y="833500"/>
            <a:chExt cx="2649775" cy="3476500"/>
          </a:xfrm>
        </p:grpSpPr>
        <p:sp>
          <p:nvSpPr>
            <p:cNvPr id="467" name="Google Shape;467;g2114997e136_0_1364"/>
            <p:cNvSpPr/>
            <p:nvPr/>
          </p:nvSpPr>
          <p:spPr>
            <a:xfrm>
              <a:off x="7691206" y="2268175"/>
              <a:ext cx="118575" cy="118550"/>
            </a:xfrm>
            <a:custGeom>
              <a:rect b="b" l="l" r="r" t="t"/>
              <a:pathLst>
                <a:path extrusionOk="0" fill="none" h="4742" w="4743">
                  <a:moveTo>
                    <a:pt x="1" y="2037"/>
                  </a:moveTo>
                  <a:cubicBezTo>
                    <a:pt x="1" y="3830"/>
                    <a:pt x="2189" y="4742"/>
                    <a:pt x="3466" y="3465"/>
                  </a:cubicBezTo>
                  <a:cubicBezTo>
                    <a:pt x="4742" y="2189"/>
                    <a:pt x="3830" y="0"/>
                    <a:pt x="2037" y="30"/>
                  </a:cubicBezTo>
                  <a:cubicBezTo>
                    <a:pt x="912" y="30"/>
                    <a:pt x="1" y="912"/>
                    <a:pt x="1" y="2037"/>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g2114997e136_0_1364"/>
            <p:cNvSpPr/>
            <p:nvPr/>
          </p:nvSpPr>
          <p:spPr>
            <a:xfrm>
              <a:off x="7691206" y="2758300"/>
              <a:ext cx="118575" cy="117800"/>
            </a:xfrm>
            <a:custGeom>
              <a:rect b="b" l="l" r="r" t="t"/>
              <a:pathLst>
                <a:path extrusionOk="0" fill="none" h="4712" w="4743">
                  <a:moveTo>
                    <a:pt x="1" y="2705"/>
                  </a:moveTo>
                  <a:cubicBezTo>
                    <a:pt x="1" y="912"/>
                    <a:pt x="2189" y="0"/>
                    <a:pt x="3466" y="1277"/>
                  </a:cubicBezTo>
                  <a:cubicBezTo>
                    <a:pt x="4742" y="2553"/>
                    <a:pt x="3830" y="4712"/>
                    <a:pt x="2037" y="4712"/>
                  </a:cubicBezTo>
                  <a:cubicBezTo>
                    <a:pt x="912" y="4712"/>
                    <a:pt x="1" y="3830"/>
                    <a:pt x="1" y="2705"/>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9" name="Google Shape;469;g2114997e136_0_1364"/>
            <p:cNvGrpSpPr/>
            <p:nvPr/>
          </p:nvGrpSpPr>
          <p:grpSpPr>
            <a:xfrm>
              <a:off x="7795306" y="833500"/>
              <a:ext cx="2545675" cy="3476500"/>
              <a:chOff x="7795306" y="833500"/>
              <a:chExt cx="2545675" cy="3476500"/>
            </a:xfrm>
          </p:grpSpPr>
          <p:sp>
            <p:nvSpPr>
              <p:cNvPr id="470" name="Google Shape;470;g2114997e136_0_1364"/>
              <p:cNvSpPr/>
              <p:nvPr/>
            </p:nvSpPr>
            <p:spPr>
              <a:xfrm>
                <a:off x="7900181" y="2373025"/>
                <a:ext cx="118575" cy="117800"/>
              </a:xfrm>
              <a:custGeom>
                <a:rect b="b" l="l" r="r" t="t"/>
                <a:pathLst>
                  <a:path extrusionOk="0" fill="none" h="4712" w="4743">
                    <a:moveTo>
                      <a:pt x="0" y="2007"/>
                    </a:moveTo>
                    <a:cubicBezTo>
                      <a:pt x="0" y="3831"/>
                      <a:pt x="2189" y="4712"/>
                      <a:pt x="3465" y="3466"/>
                    </a:cubicBezTo>
                    <a:cubicBezTo>
                      <a:pt x="4742" y="2189"/>
                      <a:pt x="3830" y="1"/>
                      <a:pt x="2037" y="1"/>
                    </a:cubicBezTo>
                    <a:cubicBezTo>
                      <a:pt x="912" y="1"/>
                      <a:pt x="0" y="913"/>
                      <a:pt x="0" y="2007"/>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2114997e136_0_1364"/>
              <p:cNvSpPr/>
              <p:nvPr/>
            </p:nvSpPr>
            <p:spPr>
              <a:xfrm>
                <a:off x="7988331" y="1479400"/>
                <a:ext cx="2342775" cy="913400"/>
              </a:xfrm>
              <a:custGeom>
                <a:rect b="b" l="l" r="r" t="t"/>
                <a:pathLst>
                  <a:path extrusionOk="0" fill="none" h="36536" w="93711">
                    <a:moveTo>
                      <a:pt x="0" y="36536"/>
                    </a:moveTo>
                    <a:lnTo>
                      <a:pt x="36262" y="0"/>
                    </a:lnTo>
                    <a:lnTo>
                      <a:pt x="93710" y="0"/>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g2114997e136_0_1364"/>
              <p:cNvSpPr/>
              <p:nvPr/>
            </p:nvSpPr>
            <p:spPr>
              <a:xfrm>
                <a:off x="7795306" y="833500"/>
                <a:ext cx="2545675" cy="1481800"/>
              </a:xfrm>
              <a:custGeom>
                <a:rect b="b" l="l" r="r" t="t"/>
                <a:pathLst>
                  <a:path extrusionOk="0" fill="none" h="59272" w="101827">
                    <a:moveTo>
                      <a:pt x="1" y="59272"/>
                    </a:moveTo>
                    <a:lnTo>
                      <a:pt x="25442" y="59272"/>
                    </a:lnTo>
                    <a:lnTo>
                      <a:pt x="25442" y="33435"/>
                    </a:lnTo>
                    <a:lnTo>
                      <a:pt x="66871" y="33435"/>
                    </a:lnTo>
                    <a:lnTo>
                      <a:pt x="66871" y="0"/>
                    </a:lnTo>
                    <a:lnTo>
                      <a:pt x="101826" y="0"/>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2114997e136_0_1364"/>
              <p:cNvSpPr/>
              <p:nvPr/>
            </p:nvSpPr>
            <p:spPr>
              <a:xfrm>
                <a:off x="7900181" y="2653425"/>
                <a:ext cx="118575" cy="118575"/>
              </a:xfrm>
              <a:custGeom>
                <a:rect b="b" l="l" r="r" t="t"/>
                <a:pathLst>
                  <a:path extrusionOk="0" fill="none" h="4743" w="4743">
                    <a:moveTo>
                      <a:pt x="0" y="2706"/>
                    </a:moveTo>
                    <a:cubicBezTo>
                      <a:pt x="0" y="913"/>
                      <a:pt x="2189" y="1"/>
                      <a:pt x="3465" y="1277"/>
                    </a:cubicBezTo>
                    <a:cubicBezTo>
                      <a:pt x="4742" y="2554"/>
                      <a:pt x="3830" y="4742"/>
                      <a:pt x="2037" y="4742"/>
                    </a:cubicBezTo>
                    <a:cubicBezTo>
                      <a:pt x="912" y="4742"/>
                      <a:pt x="0" y="3830"/>
                      <a:pt x="0" y="2706"/>
                    </a:cubicBezTo>
                    <a:close/>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2114997e136_0_1364"/>
              <p:cNvSpPr/>
              <p:nvPr/>
            </p:nvSpPr>
            <p:spPr>
              <a:xfrm>
                <a:off x="7988331" y="2750700"/>
                <a:ext cx="2342775" cy="913400"/>
              </a:xfrm>
              <a:custGeom>
                <a:rect b="b" l="l" r="r" t="t"/>
                <a:pathLst>
                  <a:path extrusionOk="0" fill="none" h="36536" w="93711">
                    <a:moveTo>
                      <a:pt x="0" y="0"/>
                    </a:moveTo>
                    <a:lnTo>
                      <a:pt x="36262" y="36536"/>
                    </a:lnTo>
                    <a:lnTo>
                      <a:pt x="93710" y="36536"/>
                    </a:lnTo>
                  </a:path>
                </a:pathLst>
              </a:custGeom>
              <a:noFill/>
              <a:ln cap="flat" cmpd="sng" w="28575">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2114997e136_0_1364"/>
              <p:cNvSpPr/>
              <p:nvPr/>
            </p:nvSpPr>
            <p:spPr>
              <a:xfrm>
                <a:off x="7795306" y="2828200"/>
                <a:ext cx="2545675" cy="1481800"/>
              </a:xfrm>
              <a:custGeom>
                <a:rect b="b" l="l" r="r" t="t"/>
                <a:pathLst>
                  <a:path extrusionOk="0" fill="none" h="59272" w="101827">
                    <a:moveTo>
                      <a:pt x="1" y="1"/>
                    </a:moveTo>
                    <a:lnTo>
                      <a:pt x="25442" y="1"/>
                    </a:lnTo>
                    <a:lnTo>
                      <a:pt x="25442" y="25837"/>
                    </a:lnTo>
                    <a:lnTo>
                      <a:pt x="66871" y="25837"/>
                    </a:lnTo>
                    <a:lnTo>
                      <a:pt x="66871" y="59272"/>
                    </a:lnTo>
                    <a:lnTo>
                      <a:pt x="101826" y="59272"/>
                    </a:lnTo>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6" name="Google Shape;476;g2114997e136_0_1364"/>
              <p:cNvGrpSpPr/>
              <p:nvPr/>
            </p:nvGrpSpPr>
            <p:grpSpPr>
              <a:xfrm>
                <a:off x="8530783" y="2299824"/>
                <a:ext cx="640686" cy="543854"/>
                <a:chOff x="10364519" y="2624211"/>
                <a:chExt cx="640686" cy="543854"/>
              </a:xfrm>
            </p:grpSpPr>
            <p:sp>
              <p:nvSpPr>
                <p:cNvPr id="477" name="Google Shape;477;g2114997e136_0_1364"/>
                <p:cNvSpPr/>
                <p:nvPr/>
              </p:nvSpPr>
              <p:spPr>
                <a:xfrm>
                  <a:off x="10364519" y="2624211"/>
                  <a:ext cx="640686" cy="136629"/>
                </a:xfrm>
                <a:custGeom>
                  <a:rect b="b" l="l" r="r" t="t"/>
                  <a:pathLst>
                    <a:path extrusionOk="0" h="3131" w="14682">
                      <a:moveTo>
                        <a:pt x="426" y="0"/>
                      </a:moveTo>
                      <a:lnTo>
                        <a:pt x="0" y="395"/>
                      </a:lnTo>
                      <a:lnTo>
                        <a:pt x="2736" y="3131"/>
                      </a:lnTo>
                      <a:lnTo>
                        <a:pt x="14681" y="3131"/>
                      </a:lnTo>
                      <a:lnTo>
                        <a:pt x="14681" y="2553"/>
                      </a:lnTo>
                      <a:lnTo>
                        <a:pt x="2979" y="2553"/>
                      </a:lnTo>
                      <a:lnTo>
                        <a:pt x="426"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2114997e136_0_1364"/>
                <p:cNvSpPr/>
                <p:nvPr/>
              </p:nvSpPr>
              <p:spPr>
                <a:xfrm>
                  <a:off x="10375123" y="3040687"/>
                  <a:ext cx="630082" cy="127378"/>
                </a:xfrm>
                <a:custGeom>
                  <a:rect b="b" l="l" r="r" t="t"/>
                  <a:pathLst>
                    <a:path extrusionOk="0" h="2919" w="14439">
                      <a:moveTo>
                        <a:pt x="2493" y="0"/>
                      </a:moveTo>
                      <a:lnTo>
                        <a:pt x="0" y="2493"/>
                      </a:lnTo>
                      <a:lnTo>
                        <a:pt x="395" y="2918"/>
                      </a:lnTo>
                      <a:lnTo>
                        <a:pt x="2736" y="578"/>
                      </a:lnTo>
                      <a:lnTo>
                        <a:pt x="14438" y="578"/>
                      </a:lnTo>
                      <a:lnTo>
                        <a:pt x="1443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g2114997e136_0_9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g2114997e136_0_9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g2114997e136_0_91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comments" Target="../comments/commen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hyperlink" Target="https://www.einfochips.com/blog/automotive-ethernet-driving-in-vehicle-communication-for-new-age-vehicular-functions/" TargetMode="Externa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hyperlink" Target="https://blogs.synopsys.com/vip-central/2016/04/26/synopsys-extends-verification-ip-portfolio-for-automotive-applications/" TargetMode="External"/><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comments" Target="../comments/commen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2.jp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2.jp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12.jp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2.jp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12.jp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12.jpg"/><Relationship Id="rId5"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8.png"/><Relationship Id="rId4" Type="http://schemas.openxmlformats.org/officeDocument/2006/relationships/image" Target="../media/image12.jpg"/><Relationship Id="rId5"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26.png"/><Relationship Id="rId4" Type="http://schemas.openxmlformats.org/officeDocument/2006/relationships/image" Target="../media/image12.jpg"/><Relationship Id="rId5" Type="http://schemas.openxmlformats.org/officeDocument/2006/relationships/image" Target="../media/image17.png"/><Relationship Id="rId6"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12.jpg"/><Relationship Id="rId5"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12.jpg"/><Relationship Id="rId5"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comments" Target="../comments/commen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2" name="Shape 482"/>
        <p:cNvGrpSpPr/>
        <p:nvPr/>
      </p:nvGrpSpPr>
      <p:grpSpPr>
        <a:xfrm>
          <a:off x="0" y="0"/>
          <a:ext cx="0" cy="0"/>
          <a:chOff x="0" y="0"/>
          <a:chExt cx="0" cy="0"/>
        </a:xfrm>
      </p:grpSpPr>
      <p:sp>
        <p:nvSpPr>
          <p:cNvPr id="483" name="Google Shape;483;p1"/>
          <p:cNvSpPr txBox="1"/>
          <p:nvPr>
            <p:ph type="ctrTitle"/>
          </p:nvPr>
        </p:nvSpPr>
        <p:spPr>
          <a:xfrm>
            <a:off x="955975" y="2193225"/>
            <a:ext cx="7022400" cy="186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5200"/>
              <a:buNone/>
            </a:pPr>
            <a:r>
              <a:rPr lang="en" sz="3600"/>
              <a:t>NDN for In-Vehicle Networking</a:t>
            </a:r>
            <a:endParaRPr sz="3600"/>
          </a:p>
          <a:p>
            <a:pPr indent="0" lvl="0" marL="0" rtl="0" algn="l">
              <a:lnSpc>
                <a:spcPct val="100000"/>
              </a:lnSpc>
              <a:spcBef>
                <a:spcPts val="0"/>
              </a:spcBef>
              <a:spcAft>
                <a:spcPts val="0"/>
              </a:spcAft>
              <a:buSzPts val="5200"/>
              <a:buNone/>
            </a:pPr>
            <a:r>
              <a:rPr lang="en" sz="1700"/>
              <a:t>Zachariah Threet, Luke Lambert, Micah Jones, Alex Afanasyev, Christos Papadopoulos, </a:t>
            </a:r>
            <a:r>
              <a:rPr lang="en" sz="1700"/>
              <a:t>Susmit Shannigrahi</a:t>
            </a:r>
            <a:endParaRPr sz="1700"/>
          </a:p>
        </p:txBody>
      </p:sp>
      <p:pic>
        <p:nvPicPr>
          <p:cNvPr id="484" name="Google Shape;484;p1"/>
          <p:cNvPicPr preferRelativeResize="0"/>
          <p:nvPr/>
        </p:nvPicPr>
        <p:blipFill>
          <a:blip r:embed="rId3">
            <a:alphaModFix/>
          </a:blip>
          <a:stretch>
            <a:fillRect/>
          </a:stretch>
        </p:blipFill>
        <p:spPr>
          <a:xfrm>
            <a:off x="0" y="4359250"/>
            <a:ext cx="784250" cy="784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2114997e136_1_0"/>
          <p:cNvSpPr txBox="1"/>
          <p:nvPr>
            <p:ph type="title"/>
          </p:nvPr>
        </p:nvSpPr>
        <p:spPr>
          <a:xfrm>
            <a:off x="580625" y="299200"/>
            <a:ext cx="3941700" cy="53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Outline</a:t>
            </a:r>
            <a:endParaRPr sz="3100">
              <a:solidFill>
                <a:schemeClr val="dk1"/>
              </a:solidFill>
            </a:endParaRPr>
          </a:p>
        </p:txBody>
      </p:sp>
      <p:sp>
        <p:nvSpPr>
          <p:cNvPr id="490" name="Google Shape;490;g2114997e136_1_0"/>
          <p:cNvSpPr txBox="1"/>
          <p:nvPr>
            <p:ph idx="4294967295" type="subTitle"/>
          </p:nvPr>
        </p:nvSpPr>
        <p:spPr>
          <a:xfrm>
            <a:off x="580625" y="710400"/>
            <a:ext cx="7198500" cy="44331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00000"/>
              </a:lnSpc>
              <a:spcBef>
                <a:spcPts val="0"/>
              </a:spcBef>
              <a:spcAft>
                <a:spcPts val="0"/>
              </a:spcAft>
              <a:buClr>
                <a:schemeClr val="dk2"/>
              </a:buClr>
              <a:buSzPts val="2300"/>
              <a:buChar char="●"/>
            </a:pPr>
            <a:r>
              <a:rPr b="1" lang="en" sz="2300"/>
              <a:t>Overview of current in-vehicle </a:t>
            </a:r>
            <a:r>
              <a:rPr b="1" lang="en" sz="2300"/>
              <a:t>communication</a:t>
            </a:r>
            <a:br>
              <a:rPr lang="en" sz="2300">
                <a:solidFill>
                  <a:schemeClr val="dk2"/>
                </a:solidFill>
              </a:rPr>
            </a:br>
            <a:endParaRPr sz="2300">
              <a:solidFill>
                <a:schemeClr val="dk2"/>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Potential future directions of the community</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NDN for in-vehicle networks</a:t>
            </a:r>
            <a:endParaRPr sz="2300">
              <a:solidFill>
                <a:srgbClr val="9E9E9E"/>
              </a:solidFill>
            </a:endParaRPr>
          </a:p>
          <a:p>
            <a:pPr indent="-374650" lvl="1" marL="1371600" rtl="0" algn="l">
              <a:lnSpc>
                <a:spcPct val="100000"/>
              </a:lnSpc>
              <a:spcBef>
                <a:spcPts val="0"/>
              </a:spcBef>
              <a:spcAft>
                <a:spcPts val="0"/>
              </a:spcAft>
              <a:buClr>
                <a:srgbClr val="9E9E9E"/>
              </a:buClr>
              <a:buSzPts val="2300"/>
              <a:buChar char="○"/>
            </a:pPr>
            <a:r>
              <a:rPr lang="en" sz="2300">
                <a:solidFill>
                  <a:srgbClr val="9E9E9E"/>
                </a:solidFill>
              </a:rPr>
              <a:t>What are the potential benefits?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A bench-top testbed and test harness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Results so far</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Future directions</a:t>
            </a:r>
            <a:endParaRPr sz="2300">
              <a:solidFill>
                <a:srgbClr val="9E9E9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4" name="Shape 494"/>
        <p:cNvGrpSpPr/>
        <p:nvPr/>
      </p:nvGrpSpPr>
      <p:grpSpPr>
        <a:xfrm>
          <a:off x="0" y="0"/>
          <a:ext cx="0" cy="0"/>
          <a:chOff x="0" y="0"/>
          <a:chExt cx="0" cy="0"/>
        </a:xfrm>
      </p:grpSpPr>
      <p:grpSp>
        <p:nvGrpSpPr>
          <p:cNvPr id="495" name="Google Shape;495;g2114997e136_1_34"/>
          <p:cNvGrpSpPr/>
          <p:nvPr/>
        </p:nvGrpSpPr>
        <p:grpSpPr>
          <a:xfrm>
            <a:off x="4713489" y="3994408"/>
            <a:ext cx="634383" cy="644258"/>
            <a:chOff x="4249974" y="1201876"/>
            <a:chExt cx="1958575" cy="1888765"/>
          </a:xfrm>
        </p:grpSpPr>
        <p:sp>
          <p:nvSpPr>
            <p:cNvPr id="496" name="Google Shape;496;g2114997e136_1_34"/>
            <p:cNvSpPr/>
            <p:nvPr/>
          </p:nvSpPr>
          <p:spPr>
            <a:xfrm>
              <a:off x="4468527" y="1411932"/>
              <a:ext cx="1528500" cy="1452600"/>
            </a:xfrm>
            <a:prstGeom prst="pentagon">
              <a:avLst>
                <a:gd fmla="val 105146" name="hf"/>
                <a:gd fmla="val 110557" name="vf"/>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7" name="Google Shape;497;g2114997e136_1_34"/>
            <p:cNvGrpSpPr/>
            <p:nvPr/>
          </p:nvGrpSpPr>
          <p:grpSpPr>
            <a:xfrm>
              <a:off x="5853095" y="1789144"/>
              <a:ext cx="355454" cy="1048011"/>
              <a:chOff x="5576108" y="2016725"/>
              <a:chExt cx="565200" cy="1666420"/>
            </a:xfrm>
          </p:grpSpPr>
          <p:sp>
            <p:nvSpPr>
              <p:cNvPr id="498" name="Google Shape;498;g2114997e136_1_34"/>
              <p:cNvSpPr/>
              <p:nvPr/>
            </p:nvSpPr>
            <p:spPr>
              <a:xfrm>
                <a:off x="5576108" y="20167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499" name="Google Shape;499;g2114997e136_1_34"/>
              <p:cNvSpPr/>
              <p:nvPr/>
            </p:nvSpPr>
            <p:spPr>
              <a:xfrm rot="6479001">
                <a:off x="5275793" y="3050778"/>
                <a:ext cx="1119386" cy="1529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0" name="Google Shape;500;g2114997e136_1_34"/>
            <p:cNvGrpSpPr/>
            <p:nvPr/>
          </p:nvGrpSpPr>
          <p:grpSpPr>
            <a:xfrm>
              <a:off x="4869776" y="2691678"/>
              <a:ext cx="1013576" cy="398962"/>
              <a:chOff x="4012567" y="3451825"/>
              <a:chExt cx="1611666" cy="634381"/>
            </a:xfrm>
          </p:grpSpPr>
          <p:sp>
            <p:nvSpPr>
              <p:cNvPr id="501" name="Google Shape;501;g2114997e136_1_34"/>
              <p:cNvSpPr/>
              <p:nvPr/>
            </p:nvSpPr>
            <p:spPr>
              <a:xfrm>
                <a:off x="5059033" y="34518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02" name="Google Shape;502;g2114997e136_1_34"/>
              <p:cNvSpPr/>
              <p:nvPr/>
            </p:nvSpPr>
            <p:spPr>
              <a:xfrm rot="10799079">
                <a:off x="4012567" y="3933356"/>
                <a:ext cx="1119600" cy="152700"/>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3" name="Google Shape;503;g2114997e136_1_34"/>
            <p:cNvGrpSpPr/>
            <p:nvPr/>
          </p:nvGrpSpPr>
          <p:grpSpPr>
            <a:xfrm>
              <a:off x="4276977" y="2155705"/>
              <a:ext cx="651924" cy="891610"/>
              <a:chOff x="3069973" y="2599595"/>
              <a:chExt cx="1036610" cy="1417730"/>
            </a:xfrm>
          </p:grpSpPr>
          <p:sp>
            <p:nvSpPr>
              <p:cNvPr id="504" name="Google Shape;504;g2114997e136_1_34"/>
              <p:cNvSpPr/>
              <p:nvPr/>
            </p:nvSpPr>
            <p:spPr>
              <a:xfrm>
                <a:off x="3541383" y="34518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05" name="Google Shape;505;g2114997e136_1_34"/>
              <p:cNvSpPr/>
              <p:nvPr/>
            </p:nvSpPr>
            <p:spPr>
              <a:xfrm rot="-6478717">
                <a:off x="2755837" y="3079140"/>
                <a:ext cx="1119672" cy="153311"/>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6" name="Google Shape;506;g2114997e136_1_34"/>
            <p:cNvGrpSpPr/>
            <p:nvPr/>
          </p:nvGrpSpPr>
          <p:grpSpPr>
            <a:xfrm>
              <a:off x="5054915" y="1201876"/>
              <a:ext cx="999465" cy="602650"/>
              <a:chOff x="4306958" y="1082925"/>
              <a:chExt cx="1589227" cy="958261"/>
            </a:xfrm>
          </p:grpSpPr>
          <p:sp>
            <p:nvSpPr>
              <p:cNvPr id="507" name="Google Shape;507;g2114997e136_1_34"/>
              <p:cNvSpPr/>
              <p:nvPr/>
            </p:nvSpPr>
            <p:spPr>
              <a:xfrm>
                <a:off x="4306958" y="10829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08" name="Google Shape;508;g2114997e136_1_34"/>
              <p:cNvSpPr/>
              <p:nvPr/>
            </p:nvSpPr>
            <p:spPr>
              <a:xfrm rot="2159678">
                <a:off x="4838770" y="1574348"/>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9" name="Google Shape;509;g2114997e136_1_34"/>
            <p:cNvGrpSpPr/>
            <p:nvPr/>
          </p:nvGrpSpPr>
          <p:grpSpPr>
            <a:xfrm>
              <a:off x="4249974" y="1303592"/>
              <a:ext cx="799499" cy="841193"/>
              <a:chOff x="3027033" y="1244663"/>
              <a:chExt cx="1271265" cy="1337562"/>
            </a:xfrm>
          </p:grpSpPr>
          <p:sp>
            <p:nvSpPr>
              <p:cNvPr id="510" name="Google Shape;510;g2114997e136_1_34"/>
              <p:cNvSpPr/>
              <p:nvPr/>
            </p:nvSpPr>
            <p:spPr>
              <a:xfrm>
                <a:off x="3027033" y="20167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11" name="Google Shape;511;g2114997e136_1_34"/>
              <p:cNvSpPr/>
              <p:nvPr/>
            </p:nvSpPr>
            <p:spPr>
              <a:xfrm rot="-2159137">
                <a:off x="3240461" y="1558994"/>
                <a:ext cx="1119673" cy="153138"/>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12" name="Google Shape;512;g2114997e136_1_34"/>
          <p:cNvGrpSpPr/>
          <p:nvPr/>
        </p:nvGrpSpPr>
        <p:grpSpPr>
          <a:xfrm>
            <a:off x="5712515" y="2167525"/>
            <a:ext cx="800567" cy="646076"/>
            <a:chOff x="6599718" y="2068734"/>
            <a:chExt cx="940737" cy="721067"/>
          </a:xfrm>
        </p:grpSpPr>
        <p:sp>
          <p:nvSpPr>
            <p:cNvPr id="513" name="Google Shape;513;g2114997e136_1_34"/>
            <p:cNvSpPr/>
            <p:nvPr/>
          </p:nvSpPr>
          <p:spPr>
            <a:xfrm>
              <a:off x="7138953" y="2569473"/>
              <a:ext cx="366935" cy="115933"/>
            </a:xfrm>
            <a:custGeom>
              <a:rect b="b" l="l" r="r" t="t"/>
              <a:pathLst>
                <a:path extrusionOk="0" fill="none" h="33338" w="105517">
                  <a:moveTo>
                    <a:pt x="8231" y="0"/>
                  </a:moveTo>
                  <a:cubicBezTo>
                    <a:pt x="6610" y="2526"/>
                    <a:pt x="5253" y="5215"/>
                    <a:pt x="4198" y="8042"/>
                  </a:cubicBezTo>
                  <a:cubicBezTo>
                    <a:pt x="3205" y="10656"/>
                    <a:pt x="2803" y="13182"/>
                    <a:pt x="2803" y="14991"/>
                  </a:cubicBezTo>
                  <a:cubicBezTo>
                    <a:pt x="2790" y="18636"/>
                    <a:pt x="2840" y="21274"/>
                    <a:pt x="1" y="23008"/>
                  </a:cubicBezTo>
                  <a:cubicBezTo>
                    <a:pt x="164" y="23549"/>
                    <a:pt x="239" y="24114"/>
                    <a:pt x="227" y="24667"/>
                  </a:cubicBezTo>
                  <a:lnTo>
                    <a:pt x="227" y="33338"/>
                  </a:lnTo>
                  <a:lnTo>
                    <a:pt x="105517" y="33338"/>
                  </a:lnTo>
                  <a:lnTo>
                    <a:pt x="105517" y="0"/>
                  </a:lnTo>
                  <a:close/>
                </a:path>
              </a:pathLst>
            </a:custGeom>
            <a:noFill/>
            <a:ln cap="flat" cmpd="sng" w="9525">
              <a:solidFill>
                <a:srgbClr val="374F66"/>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g2114997e136_1_34"/>
            <p:cNvSpPr/>
            <p:nvPr/>
          </p:nvSpPr>
          <p:spPr>
            <a:xfrm>
              <a:off x="6650497" y="2579172"/>
              <a:ext cx="346397" cy="118079"/>
            </a:xfrm>
            <a:custGeom>
              <a:rect b="b" l="l" r="r" t="t"/>
              <a:pathLst>
                <a:path extrusionOk="0" fill="none" h="33955" w="99611">
                  <a:moveTo>
                    <a:pt x="99372" y="21891"/>
                  </a:moveTo>
                  <a:cubicBezTo>
                    <a:pt x="99359" y="21325"/>
                    <a:pt x="99435" y="20760"/>
                    <a:pt x="99611" y="20219"/>
                  </a:cubicBezTo>
                  <a:cubicBezTo>
                    <a:pt x="96758" y="18485"/>
                    <a:pt x="96808" y="15847"/>
                    <a:pt x="96796" y="12215"/>
                  </a:cubicBezTo>
                  <a:cubicBezTo>
                    <a:pt x="96796" y="10405"/>
                    <a:pt x="96394" y="7880"/>
                    <a:pt x="95414" y="5253"/>
                  </a:cubicBezTo>
                  <a:cubicBezTo>
                    <a:pt x="94735" y="3444"/>
                    <a:pt x="93931" y="1697"/>
                    <a:pt x="93014" y="1"/>
                  </a:cubicBezTo>
                  <a:lnTo>
                    <a:pt x="0" y="1"/>
                  </a:lnTo>
                  <a:lnTo>
                    <a:pt x="0" y="33954"/>
                  </a:lnTo>
                  <a:lnTo>
                    <a:pt x="99372" y="33954"/>
                  </a:lnTo>
                  <a:close/>
                </a:path>
              </a:pathLst>
            </a:custGeom>
            <a:noFill/>
            <a:ln cap="flat" cmpd="sng" w="9525">
              <a:solidFill>
                <a:srgbClr val="DBE3E8"/>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g2114997e136_1_34"/>
            <p:cNvSpPr/>
            <p:nvPr/>
          </p:nvSpPr>
          <p:spPr>
            <a:xfrm>
              <a:off x="7236268" y="2370428"/>
              <a:ext cx="304187" cy="115978"/>
            </a:xfrm>
            <a:custGeom>
              <a:rect b="b" l="l" r="r" t="t"/>
              <a:pathLst>
                <a:path extrusionOk="0" fill="none" h="33351" w="87473">
                  <a:moveTo>
                    <a:pt x="15181" y="0"/>
                  </a:moveTo>
                  <a:cubicBezTo>
                    <a:pt x="12114" y="11913"/>
                    <a:pt x="6975" y="23210"/>
                    <a:pt x="1" y="33350"/>
                  </a:cubicBezTo>
                  <a:lnTo>
                    <a:pt x="87472" y="33350"/>
                  </a:lnTo>
                  <a:lnTo>
                    <a:pt x="87472" y="0"/>
                  </a:lnTo>
                  <a:close/>
                </a:path>
              </a:pathLst>
            </a:custGeom>
            <a:noFill/>
            <a:ln cap="flat" cmpd="sng" w="9525">
              <a:solidFill>
                <a:srgbClr val="4F677B"/>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2114997e136_1_34"/>
            <p:cNvSpPr/>
            <p:nvPr/>
          </p:nvSpPr>
          <p:spPr>
            <a:xfrm>
              <a:off x="7252744" y="2161243"/>
              <a:ext cx="271454" cy="115982"/>
            </a:xfrm>
            <a:custGeom>
              <a:rect b="b" l="l" r="r" t="t"/>
              <a:pathLst>
                <a:path extrusionOk="0" fill="none" h="33352" w="78060">
                  <a:moveTo>
                    <a:pt x="0" y="1"/>
                  </a:moveTo>
                  <a:cubicBezTo>
                    <a:pt x="7288" y="9714"/>
                    <a:pt x="11762" y="21250"/>
                    <a:pt x="12918" y="33351"/>
                  </a:cubicBezTo>
                  <a:lnTo>
                    <a:pt x="78060" y="33351"/>
                  </a:lnTo>
                  <a:lnTo>
                    <a:pt x="78060" y="1"/>
                  </a:lnTo>
                  <a:close/>
                </a:path>
              </a:pathLst>
            </a:custGeom>
            <a:noFill/>
            <a:ln cap="flat" cmpd="sng" w="9525">
              <a:solidFill>
                <a:srgbClr val="B3C3CE"/>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2114997e136_1_34"/>
            <p:cNvSpPr/>
            <p:nvPr/>
          </p:nvSpPr>
          <p:spPr>
            <a:xfrm>
              <a:off x="6599718" y="2199610"/>
              <a:ext cx="260051" cy="115978"/>
            </a:xfrm>
            <a:custGeom>
              <a:rect b="b" l="l" r="r" t="t"/>
              <a:pathLst>
                <a:path extrusionOk="0" fill="none" h="33351" w="74781">
                  <a:moveTo>
                    <a:pt x="68246" y="28752"/>
                  </a:moveTo>
                  <a:cubicBezTo>
                    <a:pt x="68234" y="18800"/>
                    <a:pt x="70471" y="8973"/>
                    <a:pt x="74781" y="1"/>
                  </a:cubicBezTo>
                  <a:lnTo>
                    <a:pt x="1" y="1"/>
                  </a:lnTo>
                  <a:lnTo>
                    <a:pt x="1" y="33351"/>
                  </a:lnTo>
                  <a:lnTo>
                    <a:pt x="68397" y="33351"/>
                  </a:lnTo>
                  <a:cubicBezTo>
                    <a:pt x="68284" y="31818"/>
                    <a:pt x="68221" y="30285"/>
                    <a:pt x="68246" y="28752"/>
                  </a:cubicBezTo>
                  <a:close/>
                </a:path>
              </a:pathLst>
            </a:custGeom>
            <a:noFill/>
            <a:ln cap="flat" cmpd="sng" w="9525">
              <a:solidFill>
                <a:srgbClr val="8FA1AF"/>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2114997e136_1_34"/>
            <p:cNvSpPr/>
            <p:nvPr/>
          </p:nvSpPr>
          <p:spPr>
            <a:xfrm>
              <a:off x="6605967" y="2389697"/>
              <a:ext cx="307727" cy="116023"/>
            </a:xfrm>
            <a:custGeom>
              <a:rect b="b" l="l" r="r" t="t"/>
              <a:pathLst>
                <a:path extrusionOk="0" fill="none" h="33364" w="88491">
                  <a:moveTo>
                    <a:pt x="70835" y="1"/>
                  </a:moveTo>
                  <a:lnTo>
                    <a:pt x="1" y="1"/>
                  </a:lnTo>
                  <a:lnTo>
                    <a:pt x="1" y="33363"/>
                  </a:lnTo>
                  <a:lnTo>
                    <a:pt x="88490" y="33363"/>
                  </a:lnTo>
                  <a:cubicBezTo>
                    <a:pt x="80662" y="23386"/>
                    <a:pt x="74680" y="12089"/>
                    <a:pt x="70835" y="1"/>
                  </a:cubicBezTo>
                  <a:close/>
                </a:path>
              </a:pathLst>
            </a:custGeom>
            <a:noFill/>
            <a:ln cap="flat" cmpd="sng" w="9525">
              <a:solidFill>
                <a:srgbClr val="C9D4DC"/>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9" name="Google Shape;519;g2114997e136_1_34"/>
            <p:cNvGrpSpPr/>
            <p:nvPr/>
          </p:nvGrpSpPr>
          <p:grpSpPr>
            <a:xfrm>
              <a:off x="6836957" y="2068734"/>
              <a:ext cx="461892" cy="721067"/>
              <a:chOff x="6836957" y="2068734"/>
              <a:chExt cx="461892" cy="721067"/>
            </a:xfrm>
          </p:grpSpPr>
          <p:sp>
            <p:nvSpPr>
              <p:cNvPr id="520" name="Google Shape;520;g2114997e136_1_34"/>
              <p:cNvSpPr/>
              <p:nvPr/>
            </p:nvSpPr>
            <p:spPr>
              <a:xfrm>
                <a:off x="7080441" y="2287271"/>
                <a:ext cx="187336" cy="123319"/>
              </a:xfrm>
              <a:custGeom>
                <a:rect b="b" l="l" r="r" t="t"/>
                <a:pathLst>
                  <a:path extrusionOk="0" fill="none" h="35462" w="53871">
                    <a:moveTo>
                      <a:pt x="1" y="35461"/>
                    </a:moveTo>
                    <a:lnTo>
                      <a:pt x="47249" y="35461"/>
                    </a:lnTo>
                    <a:cubicBezTo>
                      <a:pt x="51018" y="26213"/>
                      <a:pt x="52665" y="18083"/>
                      <a:pt x="53368" y="12453"/>
                    </a:cubicBezTo>
                    <a:lnTo>
                      <a:pt x="53368" y="12415"/>
                    </a:lnTo>
                    <a:cubicBezTo>
                      <a:pt x="53381" y="12315"/>
                      <a:pt x="53381" y="12227"/>
                      <a:pt x="53393" y="12139"/>
                    </a:cubicBezTo>
                    <a:lnTo>
                      <a:pt x="53419" y="11950"/>
                    </a:lnTo>
                    <a:lnTo>
                      <a:pt x="53469" y="11548"/>
                    </a:lnTo>
                    <a:cubicBezTo>
                      <a:pt x="53506" y="11171"/>
                      <a:pt x="53544" y="10807"/>
                      <a:pt x="53582" y="10455"/>
                    </a:cubicBezTo>
                    <a:cubicBezTo>
                      <a:pt x="53620" y="10091"/>
                      <a:pt x="53645" y="9789"/>
                      <a:pt x="53670" y="9487"/>
                    </a:cubicBezTo>
                    <a:lnTo>
                      <a:pt x="53682" y="9362"/>
                    </a:lnTo>
                    <a:lnTo>
                      <a:pt x="53682" y="9324"/>
                    </a:lnTo>
                    <a:cubicBezTo>
                      <a:pt x="53871" y="6899"/>
                      <a:pt x="53846" y="5441"/>
                      <a:pt x="53846" y="5253"/>
                    </a:cubicBezTo>
                    <a:lnTo>
                      <a:pt x="53833" y="5077"/>
                    </a:lnTo>
                    <a:lnTo>
                      <a:pt x="53833" y="4951"/>
                    </a:lnTo>
                    <a:cubicBezTo>
                      <a:pt x="53833" y="3280"/>
                      <a:pt x="53758" y="1634"/>
                      <a:pt x="53620" y="0"/>
                    </a:cubicBezTo>
                    <a:lnTo>
                      <a:pt x="1" y="0"/>
                    </a:lnTo>
                    <a:close/>
                  </a:path>
                </a:pathLst>
              </a:custGeom>
              <a:noFill/>
              <a:ln cap="flat" cmpd="sng" w="9525">
                <a:solidFill>
                  <a:srgbClr val="4F677B"/>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g2114997e136_1_34"/>
              <p:cNvSpPr/>
              <p:nvPr/>
            </p:nvSpPr>
            <p:spPr>
              <a:xfrm>
                <a:off x="7080441" y="2105091"/>
                <a:ext cx="182750" cy="157141"/>
              </a:xfrm>
              <a:custGeom>
                <a:rect b="b" l="l" r="r" t="t"/>
                <a:pathLst>
                  <a:path extrusionOk="0" fill="none" h="45188" w="52552">
                    <a:moveTo>
                      <a:pt x="1" y="45188"/>
                    </a:moveTo>
                    <a:lnTo>
                      <a:pt x="52551" y="45188"/>
                    </a:lnTo>
                    <a:cubicBezTo>
                      <a:pt x="47211" y="20458"/>
                      <a:pt x="25899" y="1609"/>
                      <a:pt x="1" y="1"/>
                    </a:cubicBezTo>
                    <a:close/>
                  </a:path>
                </a:pathLst>
              </a:custGeom>
              <a:noFill/>
              <a:ln cap="flat" cmpd="sng" w="9525">
                <a:solidFill>
                  <a:srgbClr val="B3C3CE"/>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g2114997e136_1_34"/>
              <p:cNvSpPr/>
              <p:nvPr/>
            </p:nvSpPr>
            <p:spPr>
              <a:xfrm>
                <a:off x="6872702" y="2287006"/>
                <a:ext cx="187378" cy="123364"/>
              </a:xfrm>
              <a:custGeom>
                <a:rect b="b" l="l" r="r" t="t"/>
                <a:pathLst>
                  <a:path extrusionOk="0" fill="none" h="35475" w="53883">
                    <a:moveTo>
                      <a:pt x="53883" y="1"/>
                    </a:moveTo>
                    <a:lnTo>
                      <a:pt x="239" y="1"/>
                    </a:lnTo>
                    <a:cubicBezTo>
                      <a:pt x="101" y="1634"/>
                      <a:pt x="13" y="3293"/>
                      <a:pt x="13" y="4964"/>
                    </a:cubicBezTo>
                    <a:lnTo>
                      <a:pt x="13" y="5266"/>
                    </a:lnTo>
                    <a:cubicBezTo>
                      <a:pt x="13" y="5454"/>
                      <a:pt x="0" y="6912"/>
                      <a:pt x="189" y="9312"/>
                    </a:cubicBezTo>
                    <a:lnTo>
                      <a:pt x="189" y="9375"/>
                    </a:lnTo>
                    <a:lnTo>
                      <a:pt x="189" y="9488"/>
                    </a:lnTo>
                    <a:lnTo>
                      <a:pt x="189" y="9488"/>
                    </a:lnTo>
                    <a:cubicBezTo>
                      <a:pt x="214" y="9802"/>
                      <a:pt x="252" y="10116"/>
                      <a:pt x="277" y="10443"/>
                    </a:cubicBezTo>
                    <a:cubicBezTo>
                      <a:pt x="314" y="10820"/>
                      <a:pt x="352" y="11185"/>
                      <a:pt x="390" y="11536"/>
                    </a:cubicBezTo>
                    <a:lnTo>
                      <a:pt x="440" y="11964"/>
                    </a:lnTo>
                    <a:lnTo>
                      <a:pt x="465" y="12140"/>
                    </a:lnTo>
                    <a:lnTo>
                      <a:pt x="503" y="12416"/>
                    </a:lnTo>
                    <a:lnTo>
                      <a:pt x="503" y="12466"/>
                    </a:lnTo>
                    <a:cubicBezTo>
                      <a:pt x="1194" y="18083"/>
                      <a:pt x="2840" y="26226"/>
                      <a:pt x="6610" y="35475"/>
                    </a:cubicBezTo>
                    <a:lnTo>
                      <a:pt x="53883" y="35475"/>
                    </a:lnTo>
                    <a:close/>
                  </a:path>
                </a:pathLst>
              </a:custGeom>
              <a:noFill/>
              <a:ln cap="flat" cmpd="sng" w="9525">
                <a:solidFill>
                  <a:srgbClr val="C9D4DC"/>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2114997e136_1_34"/>
              <p:cNvSpPr/>
              <p:nvPr/>
            </p:nvSpPr>
            <p:spPr>
              <a:xfrm>
                <a:off x="6902504" y="2430686"/>
                <a:ext cx="152902" cy="185984"/>
              </a:xfrm>
              <a:custGeom>
                <a:rect b="b" l="l" r="r" t="t"/>
                <a:pathLst>
                  <a:path extrusionOk="0" fill="none" h="53482" w="43969">
                    <a:moveTo>
                      <a:pt x="43968" y="1"/>
                    </a:moveTo>
                    <a:lnTo>
                      <a:pt x="0" y="1"/>
                    </a:lnTo>
                    <a:cubicBezTo>
                      <a:pt x="4235" y="8319"/>
                      <a:pt x="10254" y="17191"/>
                      <a:pt x="18837" y="25723"/>
                    </a:cubicBezTo>
                    <a:cubicBezTo>
                      <a:pt x="24454" y="31315"/>
                      <a:pt x="28638" y="37724"/>
                      <a:pt x="31302" y="44823"/>
                    </a:cubicBezTo>
                    <a:cubicBezTo>
                      <a:pt x="31792" y="46130"/>
                      <a:pt x="32194" y="47462"/>
                      <a:pt x="32508" y="48819"/>
                    </a:cubicBezTo>
                    <a:cubicBezTo>
                      <a:pt x="33111" y="51534"/>
                      <a:pt x="35524" y="53469"/>
                      <a:pt x="38301" y="53481"/>
                    </a:cubicBezTo>
                    <a:lnTo>
                      <a:pt x="43968" y="53481"/>
                    </a:lnTo>
                    <a:close/>
                  </a:path>
                </a:pathLst>
              </a:custGeom>
              <a:noFill/>
              <a:ln cap="flat" cmpd="sng" w="9525">
                <a:solidFill>
                  <a:srgbClr val="DBE3E8"/>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g2114997e136_1_34"/>
              <p:cNvSpPr/>
              <p:nvPr/>
            </p:nvSpPr>
            <p:spPr>
              <a:xfrm>
                <a:off x="6877289" y="2104831"/>
                <a:ext cx="182791" cy="157141"/>
              </a:xfrm>
              <a:custGeom>
                <a:rect b="b" l="l" r="r" t="t"/>
                <a:pathLst>
                  <a:path extrusionOk="0" fill="none" h="45188" w="52564">
                    <a:moveTo>
                      <a:pt x="52564" y="45187"/>
                    </a:moveTo>
                    <a:lnTo>
                      <a:pt x="52564" y="0"/>
                    </a:lnTo>
                    <a:cubicBezTo>
                      <a:pt x="26653" y="1621"/>
                      <a:pt x="5354" y="20470"/>
                      <a:pt x="1" y="45187"/>
                    </a:cubicBezTo>
                    <a:close/>
                  </a:path>
                </a:pathLst>
              </a:custGeom>
              <a:noFill/>
              <a:ln cap="flat" cmpd="sng" w="9525">
                <a:solidFill>
                  <a:srgbClr val="8FA1AF"/>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2114997e136_1_34"/>
              <p:cNvSpPr/>
              <p:nvPr/>
            </p:nvSpPr>
            <p:spPr>
              <a:xfrm>
                <a:off x="7080441" y="2430686"/>
                <a:ext cx="152860" cy="185938"/>
              </a:xfrm>
              <a:custGeom>
                <a:rect b="b" l="l" r="r" t="t"/>
                <a:pathLst>
                  <a:path extrusionOk="0" fill="none" h="53469" w="43957">
                    <a:moveTo>
                      <a:pt x="1" y="1"/>
                    </a:moveTo>
                    <a:lnTo>
                      <a:pt x="1" y="53469"/>
                    </a:lnTo>
                    <a:lnTo>
                      <a:pt x="5668" y="53469"/>
                    </a:lnTo>
                    <a:cubicBezTo>
                      <a:pt x="8445" y="53456"/>
                      <a:pt x="10845" y="51521"/>
                      <a:pt x="11448" y="48819"/>
                    </a:cubicBezTo>
                    <a:cubicBezTo>
                      <a:pt x="11762" y="47450"/>
                      <a:pt x="12165" y="46118"/>
                      <a:pt x="12655" y="44811"/>
                    </a:cubicBezTo>
                    <a:cubicBezTo>
                      <a:pt x="15319" y="37724"/>
                      <a:pt x="19503" y="31302"/>
                      <a:pt x="25120" y="25723"/>
                    </a:cubicBezTo>
                    <a:cubicBezTo>
                      <a:pt x="33703" y="17191"/>
                      <a:pt x="39722" y="8319"/>
                      <a:pt x="43956" y="1"/>
                    </a:cubicBezTo>
                    <a:close/>
                  </a:path>
                </a:pathLst>
              </a:custGeom>
              <a:noFill/>
              <a:ln cap="flat" cmpd="sng" w="9525">
                <a:solidFill>
                  <a:srgbClr val="374F66"/>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6" name="Google Shape;526;g2114997e136_1_34"/>
              <p:cNvGrpSpPr/>
              <p:nvPr/>
            </p:nvGrpSpPr>
            <p:grpSpPr>
              <a:xfrm>
                <a:off x="6836957" y="2068734"/>
                <a:ext cx="461892" cy="721067"/>
                <a:chOff x="6836957" y="2068734"/>
                <a:chExt cx="461892" cy="721067"/>
              </a:xfrm>
            </p:grpSpPr>
            <p:sp>
              <p:nvSpPr>
                <p:cNvPr id="527" name="Google Shape;527;g2114997e136_1_34"/>
                <p:cNvSpPr/>
                <p:nvPr/>
              </p:nvSpPr>
              <p:spPr>
                <a:xfrm>
                  <a:off x="6996059" y="2711098"/>
                  <a:ext cx="143729" cy="78703"/>
                </a:xfrm>
                <a:custGeom>
                  <a:rect b="b" l="l" r="r" t="t"/>
                  <a:pathLst>
                    <a:path extrusionOk="0" fill="none" h="22632" w="41331">
                      <a:moveTo>
                        <a:pt x="20659" y="22632"/>
                      </a:moveTo>
                      <a:lnTo>
                        <a:pt x="20659" y="22632"/>
                      </a:lnTo>
                      <a:cubicBezTo>
                        <a:pt x="19252" y="22632"/>
                        <a:pt x="1" y="15658"/>
                        <a:pt x="1" y="5253"/>
                      </a:cubicBezTo>
                      <a:lnTo>
                        <a:pt x="1" y="0"/>
                      </a:lnTo>
                      <a:lnTo>
                        <a:pt x="41318" y="0"/>
                      </a:lnTo>
                      <a:lnTo>
                        <a:pt x="41318" y="5253"/>
                      </a:lnTo>
                      <a:cubicBezTo>
                        <a:pt x="41330" y="14125"/>
                        <a:pt x="22079" y="22632"/>
                        <a:pt x="20659" y="22632"/>
                      </a:cubicBezTo>
                      <a:close/>
                    </a:path>
                  </a:pathLst>
                </a:custGeom>
                <a:noFill/>
                <a:ln cap="flat" cmpd="sng" w="9525">
                  <a:solidFill>
                    <a:srgbClr val="E3E7EA"/>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2114997e136_1_34"/>
                <p:cNvSpPr/>
                <p:nvPr/>
              </p:nvSpPr>
              <p:spPr>
                <a:xfrm>
                  <a:off x="6996059" y="2647693"/>
                  <a:ext cx="143683" cy="88753"/>
                </a:xfrm>
                <a:custGeom>
                  <a:rect b="b" l="l" r="r" t="t"/>
                  <a:pathLst>
                    <a:path extrusionOk="0" fill="none" h="25522" w="41318">
                      <a:moveTo>
                        <a:pt x="667" y="0"/>
                      </a:moveTo>
                      <a:lnTo>
                        <a:pt x="40652" y="0"/>
                      </a:lnTo>
                      <a:cubicBezTo>
                        <a:pt x="41016" y="0"/>
                        <a:pt x="41318" y="980"/>
                        <a:pt x="41318" y="2199"/>
                      </a:cubicBezTo>
                      <a:lnTo>
                        <a:pt x="41318" y="23323"/>
                      </a:lnTo>
                      <a:cubicBezTo>
                        <a:pt x="41318" y="24542"/>
                        <a:pt x="41016" y="25522"/>
                        <a:pt x="40652" y="25522"/>
                      </a:cubicBezTo>
                      <a:lnTo>
                        <a:pt x="667" y="25522"/>
                      </a:lnTo>
                      <a:cubicBezTo>
                        <a:pt x="302" y="25522"/>
                        <a:pt x="1" y="24542"/>
                        <a:pt x="1" y="23323"/>
                      </a:cubicBezTo>
                      <a:lnTo>
                        <a:pt x="1" y="2187"/>
                      </a:lnTo>
                      <a:cubicBezTo>
                        <a:pt x="1" y="980"/>
                        <a:pt x="302" y="0"/>
                        <a:pt x="667" y="0"/>
                      </a:cubicBezTo>
                      <a:close/>
                    </a:path>
                  </a:pathLst>
                </a:custGeom>
                <a:noFill/>
                <a:ln cap="flat" cmpd="sng" w="9525">
                  <a:solidFill>
                    <a:srgbClr val="E3E7EA"/>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g2114997e136_1_34"/>
                <p:cNvSpPr/>
                <p:nvPr/>
              </p:nvSpPr>
              <p:spPr>
                <a:xfrm>
                  <a:off x="6990467" y="2723683"/>
                  <a:ext cx="154870" cy="12721"/>
                </a:xfrm>
                <a:custGeom>
                  <a:rect b="b" l="l" r="r" t="t"/>
                  <a:pathLst>
                    <a:path extrusionOk="0" fill="none" h="3658" w="44535">
                      <a:moveTo>
                        <a:pt x="327" y="0"/>
                      </a:moveTo>
                      <a:lnTo>
                        <a:pt x="44207" y="0"/>
                      </a:lnTo>
                      <a:cubicBezTo>
                        <a:pt x="44383" y="0"/>
                        <a:pt x="44534" y="139"/>
                        <a:pt x="44534" y="327"/>
                      </a:cubicBezTo>
                      <a:lnTo>
                        <a:pt x="44534" y="3343"/>
                      </a:lnTo>
                      <a:cubicBezTo>
                        <a:pt x="44534" y="3519"/>
                        <a:pt x="44383" y="3657"/>
                        <a:pt x="44207" y="3657"/>
                      </a:cubicBezTo>
                      <a:lnTo>
                        <a:pt x="327" y="3657"/>
                      </a:lnTo>
                      <a:cubicBezTo>
                        <a:pt x="151" y="3657"/>
                        <a:pt x="0" y="3519"/>
                        <a:pt x="0" y="3343"/>
                      </a:cubicBezTo>
                      <a:lnTo>
                        <a:pt x="0" y="327"/>
                      </a:lnTo>
                      <a:cubicBezTo>
                        <a:pt x="0" y="139"/>
                        <a:pt x="151" y="0"/>
                        <a:pt x="327" y="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g2114997e136_1_34"/>
                <p:cNvSpPr/>
                <p:nvPr/>
              </p:nvSpPr>
              <p:spPr>
                <a:xfrm>
                  <a:off x="6990467" y="2698339"/>
                  <a:ext cx="154870" cy="12762"/>
                </a:xfrm>
                <a:custGeom>
                  <a:rect b="b" l="l" r="r" t="t"/>
                  <a:pathLst>
                    <a:path extrusionOk="0" fill="none" h="3670" w="44535">
                      <a:moveTo>
                        <a:pt x="42700" y="3669"/>
                      </a:moveTo>
                      <a:lnTo>
                        <a:pt x="1835" y="3669"/>
                      </a:lnTo>
                      <a:cubicBezTo>
                        <a:pt x="830" y="3657"/>
                        <a:pt x="13" y="2840"/>
                        <a:pt x="0" y="1835"/>
                      </a:cubicBezTo>
                      <a:lnTo>
                        <a:pt x="0" y="1835"/>
                      </a:lnTo>
                      <a:cubicBezTo>
                        <a:pt x="13" y="817"/>
                        <a:pt x="830" y="0"/>
                        <a:pt x="1835" y="0"/>
                      </a:cubicBezTo>
                      <a:lnTo>
                        <a:pt x="42700" y="0"/>
                      </a:lnTo>
                      <a:cubicBezTo>
                        <a:pt x="43717" y="0"/>
                        <a:pt x="44534" y="817"/>
                        <a:pt x="44534" y="1835"/>
                      </a:cubicBezTo>
                      <a:lnTo>
                        <a:pt x="44534" y="1835"/>
                      </a:lnTo>
                      <a:cubicBezTo>
                        <a:pt x="44534" y="2840"/>
                        <a:pt x="43717" y="3657"/>
                        <a:pt x="42700" y="3669"/>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g2114997e136_1_34"/>
                <p:cNvSpPr/>
                <p:nvPr/>
              </p:nvSpPr>
              <p:spPr>
                <a:xfrm>
                  <a:off x="6990467" y="2647648"/>
                  <a:ext cx="154870" cy="12762"/>
                </a:xfrm>
                <a:custGeom>
                  <a:rect b="b" l="l" r="r" t="t"/>
                  <a:pathLst>
                    <a:path extrusionOk="0" fill="none" h="3670" w="44535">
                      <a:moveTo>
                        <a:pt x="42700" y="3670"/>
                      </a:moveTo>
                      <a:lnTo>
                        <a:pt x="1835" y="3670"/>
                      </a:lnTo>
                      <a:cubicBezTo>
                        <a:pt x="830" y="3670"/>
                        <a:pt x="13" y="2853"/>
                        <a:pt x="0" y="1835"/>
                      </a:cubicBezTo>
                      <a:lnTo>
                        <a:pt x="0" y="1835"/>
                      </a:lnTo>
                      <a:cubicBezTo>
                        <a:pt x="13" y="830"/>
                        <a:pt x="830" y="13"/>
                        <a:pt x="1835" y="1"/>
                      </a:cubicBezTo>
                      <a:lnTo>
                        <a:pt x="42700" y="1"/>
                      </a:lnTo>
                      <a:cubicBezTo>
                        <a:pt x="43717" y="13"/>
                        <a:pt x="44534" y="830"/>
                        <a:pt x="44534" y="1835"/>
                      </a:cubicBezTo>
                      <a:lnTo>
                        <a:pt x="44534" y="1835"/>
                      </a:lnTo>
                      <a:cubicBezTo>
                        <a:pt x="44534" y="2853"/>
                        <a:pt x="43717" y="3670"/>
                        <a:pt x="42700" y="367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2114997e136_1_34"/>
                <p:cNvSpPr/>
                <p:nvPr/>
              </p:nvSpPr>
              <p:spPr>
                <a:xfrm>
                  <a:off x="6990467" y="2672992"/>
                  <a:ext cx="154870" cy="12766"/>
                </a:xfrm>
                <a:custGeom>
                  <a:rect b="b" l="l" r="r" t="t"/>
                  <a:pathLst>
                    <a:path extrusionOk="0" fill="none" h="3671" w="44535">
                      <a:moveTo>
                        <a:pt x="42700" y="3670"/>
                      </a:moveTo>
                      <a:lnTo>
                        <a:pt x="1835" y="3670"/>
                      </a:lnTo>
                      <a:cubicBezTo>
                        <a:pt x="817" y="3670"/>
                        <a:pt x="0" y="2841"/>
                        <a:pt x="0" y="1836"/>
                      </a:cubicBezTo>
                      <a:lnTo>
                        <a:pt x="0" y="1836"/>
                      </a:lnTo>
                      <a:cubicBezTo>
                        <a:pt x="13" y="818"/>
                        <a:pt x="830" y="1"/>
                        <a:pt x="1835" y="1"/>
                      </a:cubicBezTo>
                      <a:lnTo>
                        <a:pt x="42700" y="1"/>
                      </a:lnTo>
                      <a:cubicBezTo>
                        <a:pt x="43717" y="1"/>
                        <a:pt x="44534" y="818"/>
                        <a:pt x="44534" y="1836"/>
                      </a:cubicBezTo>
                      <a:lnTo>
                        <a:pt x="44534" y="1836"/>
                      </a:lnTo>
                      <a:cubicBezTo>
                        <a:pt x="44534" y="2841"/>
                        <a:pt x="43717" y="3670"/>
                        <a:pt x="42700" y="367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g2114997e136_1_34"/>
                <p:cNvSpPr/>
                <p:nvPr/>
              </p:nvSpPr>
              <p:spPr>
                <a:xfrm>
                  <a:off x="6836957" y="2068734"/>
                  <a:ext cx="461892" cy="589756"/>
                </a:xfrm>
                <a:custGeom>
                  <a:rect b="b" l="l" r="r" t="t"/>
                  <a:pathLst>
                    <a:path extrusionOk="0" fill="none" h="169592" w="132823">
                      <a:moveTo>
                        <a:pt x="132307" y="74442"/>
                      </a:moveTo>
                      <a:cubicBezTo>
                        <a:pt x="132332" y="74278"/>
                        <a:pt x="132345" y="74127"/>
                        <a:pt x="132357" y="73977"/>
                      </a:cubicBezTo>
                      <a:cubicBezTo>
                        <a:pt x="132408" y="73562"/>
                        <a:pt x="132458" y="73135"/>
                        <a:pt x="132496" y="72720"/>
                      </a:cubicBezTo>
                      <a:cubicBezTo>
                        <a:pt x="132533" y="72343"/>
                        <a:pt x="132558" y="71991"/>
                        <a:pt x="132584" y="71639"/>
                      </a:cubicBezTo>
                      <a:cubicBezTo>
                        <a:pt x="132584" y="71577"/>
                        <a:pt x="132596" y="71501"/>
                        <a:pt x="132609" y="71438"/>
                      </a:cubicBezTo>
                      <a:cubicBezTo>
                        <a:pt x="132759" y="69754"/>
                        <a:pt x="132822" y="68071"/>
                        <a:pt x="132797" y="66387"/>
                      </a:cubicBezTo>
                      <a:cubicBezTo>
                        <a:pt x="132797" y="29719"/>
                        <a:pt x="103079" y="1"/>
                        <a:pt x="66411" y="1"/>
                      </a:cubicBezTo>
                      <a:cubicBezTo>
                        <a:pt x="29744" y="1"/>
                        <a:pt x="25" y="29719"/>
                        <a:pt x="25" y="66387"/>
                      </a:cubicBezTo>
                      <a:cubicBezTo>
                        <a:pt x="0" y="68071"/>
                        <a:pt x="63" y="69754"/>
                        <a:pt x="214" y="71438"/>
                      </a:cubicBezTo>
                      <a:cubicBezTo>
                        <a:pt x="214" y="71501"/>
                        <a:pt x="226" y="71577"/>
                        <a:pt x="239" y="71639"/>
                      </a:cubicBezTo>
                      <a:cubicBezTo>
                        <a:pt x="264" y="71991"/>
                        <a:pt x="289" y="72343"/>
                        <a:pt x="327" y="72720"/>
                      </a:cubicBezTo>
                      <a:cubicBezTo>
                        <a:pt x="365" y="73135"/>
                        <a:pt x="415" y="73562"/>
                        <a:pt x="465" y="73977"/>
                      </a:cubicBezTo>
                      <a:cubicBezTo>
                        <a:pt x="478" y="74127"/>
                        <a:pt x="490" y="74278"/>
                        <a:pt x="515" y="74442"/>
                      </a:cubicBezTo>
                      <a:cubicBezTo>
                        <a:pt x="528" y="74617"/>
                        <a:pt x="553" y="74806"/>
                        <a:pt x="578" y="74994"/>
                      </a:cubicBezTo>
                      <a:cubicBezTo>
                        <a:pt x="2187" y="87887"/>
                        <a:pt x="8306" y="113182"/>
                        <a:pt x="31390" y="136140"/>
                      </a:cubicBezTo>
                      <a:cubicBezTo>
                        <a:pt x="35926" y="140652"/>
                        <a:pt x="39545" y="146030"/>
                        <a:pt x="41782" y="152036"/>
                      </a:cubicBezTo>
                      <a:cubicBezTo>
                        <a:pt x="42775" y="154650"/>
                        <a:pt x="43164" y="157176"/>
                        <a:pt x="43177" y="158985"/>
                      </a:cubicBezTo>
                      <a:cubicBezTo>
                        <a:pt x="43202" y="166299"/>
                        <a:pt x="42976" y="169591"/>
                        <a:pt x="66411" y="169591"/>
                      </a:cubicBezTo>
                      <a:cubicBezTo>
                        <a:pt x="89834" y="169591"/>
                        <a:pt x="89621" y="166286"/>
                        <a:pt x="89646" y="158985"/>
                      </a:cubicBezTo>
                      <a:cubicBezTo>
                        <a:pt x="89646" y="157176"/>
                        <a:pt x="90048" y="154650"/>
                        <a:pt x="91041" y="152036"/>
                      </a:cubicBezTo>
                      <a:cubicBezTo>
                        <a:pt x="93277" y="146042"/>
                        <a:pt x="96896" y="140652"/>
                        <a:pt x="101433" y="136140"/>
                      </a:cubicBezTo>
                      <a:cubicBezTo>
                        <a:pt x="124516" y="113182"/>
                        <a:pt x="130636" y="87887"/>
                        <a:pt x="132244" y="74994"/>
                      </a:cubicBezTo>
                      <a:cubicBezTo>
                        <a:pt x="132269" y="74806"/>
                        <a:pt x="132295" y="74617"/>
                        <a:pt x="132307" y="74442"/>
                      </a:cubicBezTo>
                      <a:close/>
                    </a:path>
                  </a:pathLst>
                </a:custGeom>
                <a:noFill/>
                <a:ln cap="flat" cmpd="sng" w="9525">
                  <a:solidFill>
                    <a:srgbClr val="FEFEFE"/>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534" name="Google Shape;534;g2114997e136_1_34"/>
          <p:cNvGrpSpPr/>
          <p:nvPr/>
        </p:nvGrpSpPr>
        <p:grpSpPr>
          <a:xfrm>
            <a:off x="2591355" y="3997160"/>
            <a:ext cx="606451" cy="638257"/>
            <a:chOff x="2559249" y="2069323"/>
            <a:chExt cx="685565" cy="685635"/>
          </a:xfrm>
        </p:grpSpPr>
        <p:sp>
          <p:nvSpPr>
            <p:cNvPr id="535" name="Google Shape;535;g2114997e136_1_34"/>
            <p:cNvSpPr/>
            <p:nvPr/>
          </p:nvSpPr>
          <p:spPr>
            <a:xfrm>
              <a:off x="2637836" y="2532965"/>
              <a:ext cx="376180" cy="221993"/>
            </a:xfrm>
            <a:custGeom>
              <a:rect b="b" l="l" r="r" t="t"/>
              <a:pathLst>
                <a:path extrusionOk="0" h="67784" w="114864">
                  <a:moveTo>
                    <a:pt x="106357" y="13065"/>
                  </a:moveTo>
                  <a:cubicBezTo>
                    <a:pt x="104189" y="14178"/>
                    <a:pt x="101932" y="15164"/>
                    <a:pt x="99610" y="15997"/>
                  </a:cubicBezTo>
                  <a:cubicBezTo>
                    <a:pt x="99509" y="16034"/>
                    <a:pt x="99407" y="16071"/>
                    <a:pt x="99307" y="16108"/>
                  </a:cubicBezTo>
                  <a:lnTo>
                    <a:pt x="99307" y="16108"/>
                  </a:lnTo>
                  <a:cubicBezTo>
                    <a:pt x="101716" y="15259"/>
                    <a:pt x="104072" y="14244"/>
                    <a:pt x="106357" y="13065"/>
                  </a:cubicBezTo>
                  <a:close/>
                  <a:moveTo>
                    <a:pt x="28508" y="0"/>
                  </a:moveTo>
                  <a:cubicBezTo>
                    <a:pt x="24492" y="0"/>
                    <a:pt x="20462" y="1024"/>
                    <a:pt x="16807" y="3134"/>
                  </a:cubicBezTo>
                  <a:lnTo>
                    <a:pt x="16196" y="3489"/>
                  </a:lnTo>
                  <a:cubicBezTo>
                    <a:pt x="1800" y="11798"/>
                    <a:pt x="1" y="31827"/>
                    <a:pt x="12628" y="42646"/>
                  </a:cubicBezTo>
                  <a:cubicBezTo>
                    <a:pt x="28344" y="56100"/>
                    <a:pt x="48088" y="64977"/>
                    <a:pt x="69813" y="67214"/>
                  </a:cubicBezTo>
                  <a:cubicBezTo>
                    <a:pt x="70015" y="67229"/>
                    <a:pt x="70217" y="67254"/>
                    <a:pt x="70424" y="67273"/>
                  </a:cubicBezTo>
                  <a:cubicBezTo>
                    <a:pt x="70803" y="67313"/>
                    <a:pt x="71193" y="67347"/>
                    <a:pt x="71572" y="67377"/>
                  </a:cubicBezTo>
                  <a:cubicBezTo>
                    <a:pt x="72085" y="67421"/>
                    <a:pt x="72592" y="67465"/>
                    <a:pt x="73100" y="67500"/>
                  </a:cubicBezTo>
                  <a:lnTo>
                    <a:pt x="73445" y="67525"/>
                  </a:lnTo>
                  <a:cubicBezTo>
                    <a:pt x="75888" y="67697"/>
                    <a:pt x="78340" y="67783"/>
                    <a:pt x="80797" y="67783"/>
                  </a:cubicBezTo>
                  <a:cubicBezTo>
                    <a:pt x="92212" y="67783"/>
                    <a:pt x="103723" y="65913"/>
                    <a:pt x="114864" y="62044"/>
                  </a:cubicBezTo>
                  <a:lnTo>
                    <a:pt x="114864" y="62044"/>
                  </a:lnTo>
                  <a:cubicBezTo>
                    <a:pt x="112427" y="62820"/>
                    <a:pt x="109978" y="63185"/>
                    <a:pt x="107581" y="63185"/>
                  </a:cubicBezTo>
                  <a:cubicBezTo>
                    <a:pt x="94740" y="63185"/>
                    <a:pt x="83396" y="52710"/>
                    <a:pt x="83396" y="38875"/>
                  </a:cubicBezTo>
                  <a:cubicBezTo>
                    <a:pt x="83396" y="28688"/>
                    <a:pt x="89785" y="19663"/>
                    <a:pt x="99307" y="16108"/>
                  </a:cubicBezTo>
                  <a:lnTo>
                    <a:pt x="99307" y="16108"/>
                  </a:lnTo>
                  <a:cubicBezTo>
                    <a:pt x="93355" y="18205"/>
                    <a:pt x="87080" y="19284"/>
                    <a:pt x="80750" y="19284"/>
                  </a:cubicBezTo>
                  <a:cubicBezTo>
                    <a:pt x="79680" y="19284"/>
                    <a:pt x="78608" y="19253"/>
                    <a:pt x="77536" y="19191"/>
                  </a:cubicBezTo>
                  <a:cubicBezTo>
                    <a:pt x="77230" y="19171"/>
                    <a:pt x="76920" y="19146"/>
                    <a:pt x="76609" y="19127"/>
                  </a:cubicBezTo>
                  <a:cubicBezTo>
                    <a:pt x="76077" y="19092"/>
                    <a:pt x="75554" y="19048"/>
                    <a:pt x="75022" y="18999"/>
                  </a:cubicBezTo>
                  <a:cubicBezTo>
                    <a:pt x="74948" y="18994"/>
                    <a:pt x="74869" y="18979"/>
                    <a:pt x="74795" y="18974"/>
                  </a:cubicBezTo>
                  <a:cubicBezTo>
                    <a:pt x="73346" y="18821"/>
                    <a:pt x="71912" y="18609"/>
                    <a:pt x="70483" y="18353"/>
                  </a:cubicBezTo>
                  <a:cubicBezTo>
                    <a:pt x="70414" y="18338"/>
                    <a:pt x="70340" y="18333"/>
                    <a:pt x="70276" y="18323"/>
                  </a:cubicBezTo>
                  <a:cubicBezTo>
                    <a:pt x="60651" y="16515"/>
                    <a:pt x="51671" y="12222"/>
                    <a:pt x="44234" y="5859"/>
                  </a:cubicBezTo>
                  <a:cubicBezTo>
                    <a:pt x="39736" y="2011"/>
                    <a:pt x="34136" y="0"/>
                    <a:pt x="28508"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g2114997e136_1_34"/>
            <p:cNvSpPr/>
            <p:nvPr/>
          </p:nvSpPr>
          <p:spPr>
            <a:xfrm>
              <a:off x="2910955" y="2421038"/>
              <a:ext cx="327385" cy="318821"/>
            </a:xfrm>
            <a:custGeom>
              <a:rect b="b" l="l" r="r" t="t"/>
              <a:pathLst>
                <a:path extrusionOk="0" h="97350" w="99965">
                  <a:moveTo>
                    <a:pt x="53376" y="1"/>
                  </a:moveTo>
                  <a:lnTo>
                    <a:pt x="53376" y="6"/>
                  </a:lnTo>
                  <a:cubicBezTo>
                    <a:pt x="52883" y="9853"/>
                    <a:pt x="49823" y="19400"/>
                    <a:pt x="44500" y="27694"/>
                  </a:cubicBezTo>
                  <a:lnTo>
                    <a:pt x="44495" y="27689"/>
                  </a:lnTo>
                  <a:cubicBezTo>
                    <a:pt x="39162" y="35945"/>
                    <a:pt x="31740" y="42706"/>
                    <a:pt x="22962" y="47236"/>
                  </a:cubicBezTo>
                  <a:cubicBezTo>
                    <a:pt x="20794" y="48354"/>
                    <a:pt x="18537" y="49335"/>
                    <a:pt x="16215" y="50168"/>
                  </a:cubicBezTo>
                  <a:cubicBezTo>
                    <a:pt x="6526" y="53643"/>
                    <a:pt x="1" y="62751"/>
                    <a:pt x="1" y="73041"/>
                  </a:cubicBezTo>
                  <a:cubicBezTo>
                    <a:pt x="1" y="86877"/>
                    <a:pt x="11338" y="97350"/>
                    <a:pt x="24179" y="97350"/>
                  </a:cubicBezTo>
                  <a:cubicBezTo>
                    <a:pt x="26579" y="97350"/>
                    <a:pt x="29032" y="96984"/>
                    <a:pt x="31474" y="96205"/>
                  </a:cubicBezTo>
                  <a:cubicBezTo>
                    <a:pt x="31730" y="96126"/>
                    <a:pt x="31977" y="96043"/>
                    <a:pt x="32223" y="95954"/>
                  </a:cubicBezTo>
                  <a:cubicBezTo>
                    <a:pt x="49305" y="89907"/>
                    <a:pt x="64347" y="79542"/>
                    <a:pt x="76047" y="66176"/>
                  </a:cubicBezTo>
                  <a:cubicBezTo>
                    <a:pt x="76333" y="65870"/>
                    <a:pt x="76609" y="65575"/>
                    <a:pt x="76880" y="65254"/>
                  </a:cubicBezTo>
                  <a:cubicBezTo>
                    <a:pt x="88664" y="51450"/>
                    <a:pt x="96520" y="34919"/>
                    <a:pt x="99965" y="17468"/>
                  </a:cubicBezTo>
                  <a:lnTo>
                    <a:pt x="99965" y="17468"/>
                  </a:lnTo>
                  <a:cubicBezTo>
                    <a:pt x="97249" y="28811"/>
                    <a:pt x="87103" y="36062"/>
                    <a:pt x="76340" y="36062"/>
                  </a:cubicBezTo>
                  <a:cubicBezTo>
                    <a:pt x="72278" y="36062"/>
                    <a:pt x="68129" y="35030"/>
                    <a:pt x="64258" y="32795"/>
                  </a:cubicBezTo>
                  <a:cubicBezTo>
                    <a:pt x="55426" y="27694"/>
                    <a:pt x="50641" y="17596"/>
                    <a:pt x="52509" y="7571"/>
                  </a:cubicBezTo>
                  <a:cubicBezTo>
                    <a:pt x="52977" y="5067"/>
                    <a:pt x="53268" y="2534"/>
                    <a:pt x="53391" y="1"/>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2114997e136_1_34"/>
            <p:cNvSpPr/>
            <p:nvPr/>
          </p:nvSpPr>
          <p:spPr>
            <a:xfrm>
              <a:off x="3122726" y="2149918"/>
              <a:ext cx="10490" cy="10015"/>
            </a:xfrm>
            <a:custGeom>
              <a:rect b="b" l="l" r="r" t="t"/>
              <a:pathLst>
                <a:path extrusionOk="0" h="3058" w="3203">
                  <a:moveTo>
                    <a:pt x="21" y="0"/>
                  </a:moveTo>
                  <a:cubicBezTo>
                    <a:pt x="0" y="0"/>
                    <a:pt x="1234" y="1124"/>
                    <a:pt x="3203" y="3058"/>
                  </a:cubicBezTo>
                  <a:cubicBezTo>
                    <a:pt x="2429" y="2170"/>
                    <a:pt x="1576" y="1328"/>
                    <a:pt x="645" y="529"/>
                  </a:cubicBezTo>
                  <a:cubicBezTo>
                    <a:pt x="227" y="170"/>
                    <a:pt x="29" y="0"/>
                    <a:pt x="21"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2114997e136_1_34"/>
            <p:cNvSpPr/>
            <p:nvPr/>
          </p:nvSpPr>
          <p:spPr>
            <a:xfrm>
              <a:off x="3022956" y="2159929"/>
              <a:ext cx="221858" cy="379216"/>
            </a:xfrm>
            <a:custGeom>
              <a:rect b="b" l="l" r="r" t="t"/>
              <a:pathLst>
                <a:path extrusionOk="0" h="115791" w="67743">
                  <a:moveTo>
                    <a:pt x="33667" y="1"/>
                  </a:moveTo>
                  <a:cubicBezTo>
                    <a:pt x="43405" y="11169"/>
                    <a:pt x="40882" y="28926"/>
                    <a:pt x="27541" y="36624"/>
                  </a:cubicBezTo>
                  <a:lnTo>
                    <a:pt x="26934" y="36974"/>
                  </a:lnTo>
                  <a:cubicBezTo>
                    <a:pt x="23278" y="39085"/>
                    <a:pt x="19248" y="40109"/>
                    <a:pt x="15233" y="40109"/>
                  </a:cubicBezTo>
                  <a:cubicBezTo>
                    <a:pt x="9809" y="40109"/>
                    <a:pt x="4413" y="38242"/>
                    <a:pt x="0" y="34668"/>
                  </a:cubicBezTo>
                  <a:lnTo>
                    <a:pt x="0" y="34668"/>
                  </a:lnTo>
                  <a:cubicBezTo>
                    <a:pt x="4658" y="38719"/>
                    <a:pt x="8625" y="43529"/>
                    <a:pt x="11725" y="48916"/>
                  </a:cubicBezTo>
                  <a:cubicBezTo>
                    <a:pt x="12179" y="49709"/>
                    <a:pt x="12617" y="50513"/>
                    <a:pt x="13026" y="51316"/>
                  </a:cubicBezTo>
                  <a:cubicBezTo>
                    <a:pt x="13090" y="51439"/>
                    <a:pt x="13150" y="51568"/>
                    <a:pt x="13219" y="51691"/>
                  </a:cubicBezTo>
                  <a:cubicBezTo>
                    <a:pt x="13460" y="52169"/>
                    <a:pt x="13692" y="52642"/>
                    <a:pt x="13913" y="53125"/>
                  </a:cubicBezTo>
                  <a:cubicBezTo>
                    <a:pt x="14047" y="53396"/>
                    <a:pt x="14175" y="53672"/>
                    <a:pt x="14298" y="53948"/>
                  </a:cubicBezTo>
                  <a:cubicBezTo>
                    <a:pt x="14569" y="54544"/>
                    <a:pt x="14835" y="55151"/>
                    <a:pt x="15081" y="55752"/>
                  </a:cubicBezTo>
                  <a:cubicBezTo>
                    <a:pt x="15165" y="55964"/>
                    <a:pt x="15244" y="56171"/>
                    <a:pt x="15328" y="56383"/>
                  </a:cubicBezTo>
                  <a:cubicBezTo>
                    <a:pt x="15525" y="56880"/>
                    <a:pt x="15712" y="57378"/>
                    <a:pt x="15900" y="57886"/>
                  </a:cubicBezTo>
                  <a:cubicBezTo>
                    <a:pt x="18438" y="64904"/>
                    <a:pt x="19547" y="72326"/>
                    <a:pt x="19187" y="79729"/>
                  </a:cubicBezTo>
                  <a:cubicBezTo>
                    <a:pt x="19064" y="82262"/>
                    <a:pt x="18778" y="84795"/>
                    <a:pt x="18310" y="87304"/>
                  </a:cubicBezTo>
                  <a:cubicBezTo>
                    <a:pt x="16442" y="97324"/>
                    <a:pt x="21227" y="107422"/>
                    <a:pt x="30054" y="112523"/>
                  </a:cubicBezTo>
                  <a:cubicBezTo>
                    <a:pt x="33927" y="114758"/>
                    <a:pt x="38077" y="115790"/>
                    <a:pt x="42139" y="115790"/>
                  </a:cubicBezTo>
                  <a:cubicBezTo>
                    <a:pt x="52903" y="115790"/>
                    <a:pt x="63049" y="108539"/>
                    <a:pt x="65761" y="97196"/>
                  </a:cubicBezTo>
                  <a:cubicBezTo>
                    <a:pt x="66717" y="92366"/>
                    <a:pt x="67328" y="87462"/>
                    <a:pt x="67594" y="82533"/>
                  </a:cubicBezTo>
                  <a:cubicBezTo>
                    <a:pt x="67644" y="81602"/>
                    <a:pt x="67678" y="80665"/>
                    <a:pt x="67703" y="79739"/>
                  </a:cubicBezTo>
                  <a:cubicBezTo>
                    <a:pt x="67728" y="78832"/>
                    <a:pt x="67742" y="77920"/>
                    <a:pt x="67742" y="77013"/>
                  </a:cubicBezTo>
                  <a:cubicBezTo>
                    <a:pt x="67737" y="58916"/>
                    <a:pt x="63144" y="41893"/>
                    <a:pt x="55061" y="27043"/>
                  </a:cubicBezTo>
                  <a:lnTo>
                    <a:pt x="55047" y="27058"/>
                  </a:lnTo>
                  <a:cubicBezTo>
                    <a:pt x="54613" y="26255"/>
                    <a:pt x="54169" y="25461"/>
                    <a:pt x="53716" y="24673"/>
                  </a:cubicBezTo>
                  <a:cubicBezTo>
                    <a:pt x="47915" y="14623"/>
                    <a:pt x="38541" y="4811"/>
                    <a:pt x="33667"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g2114997e136_1_34"/>
            <p:cNvSpPr/>
            <p:nvPr/>
          </p:nvSpPr>
          <p:spPr>
            <a:xfrm>
              <a:off x="3001649" y="2257452"/>
              <a:ext cx="4395" cy="2908"/>
            </a:xfrm>
            <a:custGeom>
              <a:rect b="b" l="l" r="r" t="t"/>
              <a:pathLst>
                <a:path extrusionOk="0" h="888" w="1342">
                  <a:moveTo>
                    <a:pt x="1" y="1"/>
                  </a:moveTo>
                  <a:cubicBezTo>
                    <a:pt x="449" y="291"/>
                    <a:pt x="898" y="587"/>
                    <a:pt x="1341" y="888"/>
                  </a:cubicBezTo>
                  <a:cubicBezTo>
                    <a:pt x="898" y="587"/>
                    <a:pt x="449" y="291"/>
                    <a:pt x="1" y="1"/>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g2114997e136_1_34"/>
            <p:cNvSpPr/>
            <p:nvPr/>
          </p:nvSpPr>
          <p:spPr>
            <a:xfrm>
              <a:off x="3006814" y="2260907"/>
              <a:ext cx="504" cy="373"/>
            </a:xfrm>
            <a:custGeom>
              <a:rect b="b" l="l" r="r" t="t"/>
              <a:pathLst>
                <a:path extrusionOk="0" h="114" w="154">
                  <a:moveTo>
                    <a:pt x="1" y="0"/>
                  </a:moveTo>
                  <a:lnTo>
                    <a:pt x="1" y="0"/>
                  </a:lnTo>
                  <a:cubicBezTo>
                    <a:pt x="50" y="40"/>
                    <a:pt x="104" y="74"/>
                    <a:pt x="154" y="114"/>
                  </a:cubicBezTo>
                  <a:cubicBezTo>
                    <a:pt x="104" y="74"/>
                    <a:pt x="55" y="40"/>
                    <a:pt x="1"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g2114997e136_1_34"/>
            <p:cNvSpPr/>
            <p:nvPr/>
          </p:nvSpPr>
          <p:spPr>
            <a:xfrm>
              <a:off x="3007315" y="2261277"/>
              <a:ext cx="15645" cy="12190"/>
            </a:xfrm>
            <a:custGeom>
              <a:rect b="b" l="l" r="r" t="t"/>
              <a:pathLst>
                <a:path extrusionOk="0" h="3722" w="4777">
                  <a:moveTo>
                    <a:pt x="1" y="1"/>
                  </a:moveTo>
                  <a:lnTo>
                    <a:pt x="1" y="1"/>
                  </a:lnTo>
                  <a:cubicBezTo>
                    <a:pt x="1479" y="1026"/>
                    <a:pt x="2908" y="2135"/>
                    <a:pt x="4283" y="3313"/>
                  </a:cubicBezTo>
                  <a:cubicBezTo>
                    <a:pt x="4441" y="3456"/>
                    <a:pt x="4609" y="3589"/>
                    <a:pt x="4776" y="3722"/>
                  </a:cubicBezTo>
                  <a:cubicBezTo>
                    <a:pt x="3253" y="2396"/>
                    <a:pt x="1666" y="1149"/>
                    <a:pt x="1" y="1"/>
                  </a:cubicBez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2114997e136_1_34"/>
            <p:cNvSpPr/>
            <p:nvPr/>
          </p:nvSpPr>
          <p:spPr>
            <a:xfrm>
              <a:off x="3006025" y="2260357"/>
              <a:ext cx="793" cy="553"/>
            </a:xfrm>
            <a:custGeom>
              <a:rect b="b" l="l" r="r" t="t"/>
              <a:pathLst>
                <a:path extrusionOk="0" h="169" w="242">
                  <a:moveTo>
                    <a:pt x="0" y="1"/>
                  </a:moveTo>
                  <a:lnTo>
                    <a:pt x="201" y="140"/>
                  </a:lnTo>
                  <a:lnTo>
                    <a:pt x="201" y="140"/>
                  </a:lnTo>
                  <a:cubicBezTo>
                    <a:pt x="137" y="95"/>
                    <a:pt x="74" y="50"/>
                    <a:pt x="0" y="1"/>
                  </a:cubicBezTo>
                  <a:close/>
                  <a:moveTo>
                    <a:pt x="201" y="140"/>
                  </a:moveTo>
                  <a:cubicBezTo>
                    <a:pt x="215" y="150"/>
                    <a:pt x="228" y="159"/>
                    <a:pt x="242" y="168"/>
                  </a:cubicBezTo>
                  <a:lnTo>
                    <a:pt x="201" y="140"/>
                  </a:ln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2114997e136_1_34"/>
            <p:cNvSpPr/>
            <p:nvPr/>
          </p:nvSpPr>
          <p:spPr>
            <a:xfrm>
              <a:off x="2790124" y="2069323"/>
              <a:ext cx="376068" cy="221963"/>
            </a:xfrm>
            <a:custGeom>
              <a:rect b="b" l="l" r="r" t="t"/>
              <a:pathLst>
                <a:path extrusionOk="0" h="67775" w="114830">
                  <a:moveTo>
                    <a:pt x="15387" y="51713"/>
                  </a:moveTo>
                  <a:cubicBezTo>
                    <a:pt x="13025" y="52552"/>
                    <a:pt x="10715" y="53552"/>
                    <a:pt x="8473" y="54709"/>
                  </a:cubicBezTo>
                  <a:lnTo>
                    <a:pt x="8473" y="54709"/>
                  </a:lnTo>
                  <a:cubicBezTo>
                    <a:pt x="10647" y="53591"/>
                    <a:pt x="12899" y="52605"/>
                    <a:pt x="15225" y="51772"/>
                  </a:cubicBezTo>
                  <a:cubicBezTo>
                    <a:pt x="15279" y="51753"/>
                    <a:pt x="15333" y="51733"/>
                    <a:pt x="15387" y="51713"/>
                  </a:cubicBezTo>
                  <a:close/>
                  <a:moveTo>
                    <a:pt x="34032" y="1"/>
                  </a:moveTo>
                  <a:cubicBezTo>
                    <a:pt x="22630" y="1"/>
                    <a:pt x="11132" y="1868"/>
                    <a:pt x="1" y="5720"/>
                  </a:cubicBezTo>
                  <a:cubicBezTo>
                    <a:pt x="2428" y="4951"/>
                    <a:pt x="4866" y="4589"/>
                    <a:pt x="7253" y="4589"/>
                  </a:cubicBezTo>
                  <a:cubicBezTo>
                    <a:pt x="20092" y="4589"/>
                    <a:pt x="31430" y="15063"/>
                    <a:pt x="31430" y="28899"/>
                  </a:cubicBezTo>
                  <a:cubicBezTo>
                    <a:pt x="31430" y="39137"/>
                    <a:pt x="24982" y="48196"/>
                    <a:pt x="15387" y="51713"/>
                  </a:cubicBezTo>
                  <a:lnTo>
                    <a:pt x="15387" y="51713"/>
                  </a:lnTo>
                  <a:cubicBezTo>
                    <a:pt x="21370" y="49588"/>
                    <a:pt x="27683" y="48494"/>
                    <a:pt x="34053" y="48494"/>
                  </a:cubicBezTo>
                  <a:cubicBezTo>
                    <a:pt x="35131" y="48494"/>
                    <a:pt x="36210" y="48525"/>
                    <a:pt x="37290" y="48588"/>
                  </a:cubicBezTo>
                  <a:cubicBezTo>
                    <a:pt x="37605" y="48608"/>
                    <a:pt x="37911" y="48632"/>
                    <a:pt x="38221" y="48647"/>
                  </a:cubicBezTo>
                  <a:cubicBezTo>
                    <a:pt x="38749" y="48687"/>
                    <a:pt x="39276" y="48731"/>
                    <a:pt x="39803" y="48780"/>
                  </a:cubicBezTo>
                  <a:cubicBezTo>
                    <a:pt x="39877" y="48785"/>
                    <a:pt x="39956" y="48795"/>
                    <a:pt x="40030" y="48805"/>
                  </a:cubicBezTo>
                  <a:cubicBezTo>
                    <a:pt x="41479" y="48958"/>
                    <a:pt x="42913" y="49165"/>
                    <a:pt x="44343" y="49426"/>
                  </a:cubicBezTo>
                  <a:cubicBezTo>
                    <a:pt x="44412" y="49436"/>
                    <a:pt x="44485" y="49446"/>
                    <a:pt x="44554" y="49456"/>
                  </a:cubicBezTo>
                  <a:cubicBezTo>
                    <a:pt x="51706" y="50801"/>
                    <a:pt x="58507" y="53517"/>
                    <a:pt x="64584" y="57440"/>
                  </a:cubicBezTo>
                  <a:cubicBezTo>
                    <a:pt x="65032" y="57730"/>
                    <a:pt x="65481" y="58026"/>
                    <a:pt x="65924" y="58332"/>
                  </a:cubicBezTo>
                  <a:lnTo>
                    <a:pt x="66166" y="58499"/>
                  </a:lnTo>
                  <a:cubicBezTo>
                    <a:pt x="66215" y="58539"/>
                    <a:pt x="66269" y="58573"/>
                    <a:pt x="66319" y="58613"/>
                  </a:cubicBezTo>
                  <a:cubicBezTo>
                    <a:pt x="67975" y="59771"/>
                    <a:pt x="69571" y="61008"/>
                    <a:pt x="71094" y="62334"/>
                  </a:cubicBezTo>
                  <a:cubicBezTo>
                    <a:pt x="75504" y="65908"/>
                    <a:pt x="80901" y="67775"/>
                    <a:pt x="86325" y="67775"/>
                  </a:cubicBezTo>
                  <a:cubicBezTo>
                    <a:pt x="90341" y="67775"/>
                    <a:pt x="94372" y="66751"/>
                    <a:pt x="98028" y="64640"/>
                  </a:cubicBezTo>
                  <a:lnTo>
                    <a:pt x="98640" y="64290"/>
                  </a:lnTo>
                  <a:cubicBezTo>
                    <a:pt x="113036" y="55981"/>
                    <a:pt x="114830" y="35951"/>
                    <a:pt x="102203" y="25138"/>
                  </a:cubicBezTo>
                  <a:cubicBezTo>
                    <a:pt x="98028" y="21560"/>
                    <a:pt x="93563" y="18307"/>
                    <a:pt x="88857" y="15419"/>
                  </a:cubicBezTo>
                  <a:cubicBezTo>
                    <a:pt x="75850" y="7435"/>
                    <a:pt x="60966" y="2216"/>
                    <a:pt x="45018" y="570"/>
                  </a:cubicBezTo>
                  <a:cubicBezTo>
                    <a:pt x="44811" y="555"/>
                    <a:pt x="44609" y="530"/>
                    <a:pt x="44407" y="511"/>
                  </a:cubicBezTo>
                  <a:cubicBezTo>
                    <a:pt x="44022" y="471"/>
                    <a:pt x="43643" y="437"/>
                    <a:pt x="43253" y="407"/>
                  </a:cubicBezTo>
                  <a:cubicBezTo>
                    <a:pt x="42741" y="363"/>
                    <a:pt x="42238" y="318"/>
                    <a:pt x="41726" y="284"/>
                  </a:cubicBezTo>
                  <a:lnTo>
                    <a:pt x="41381" y="259"/>
                  </a:lnTo>
                  <a:cubicBezTo>
                    <a:pt x="38938" y="87"/>
                    <a:pt x="36487" y="1"/>
                    <a:pt x="34032"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2114997e136_1_34"/>
            <p:cNvSpPr/>
            <p:nvPr/>
          </p:nvSpPr>
          <p:spPr>
            <a:xfrm>
              <a:off x="2559328" y="2381300"/>
              <a:ext cx="1294" cy="21877"/>
            </a:xfrm>
            <a:custGeom>
              <a:rect b="b" l="l" r="r" t="t"/>
              <a:pathLst>
                <a:path extrusionOk="0" h="6680" w="395">
                  <a:moveTo>
                    <a:pt x="395" y="1"/>
                  </a:moveTo>
                  <a:cubicBezTo>
                    <a:pt x="193" y="2219"/>
                    <a:pt x="65" y="4447"/>
                    <a:pt x="1" y="6679"/>
                  </a:cubicBezTo>
                  <a:lnTo>
                    <a:pt x="15" y="6679"/>
                  </a:lnTo>
                  <a:cubicBezTo>
                    <a:pt x="70" y="4447"/>
                    <a:pt x="198" y="2224"/>
                    <a:pt x="395" y="1"/>
                  </a:cubicBezTo>
                  <a:close/>
                </a:path>
              </a:pathLst>
            </a:custGeom>
            <a:solidFill>
              <a:srgbClr val="A5B7C5"/>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2114997e136_1_34"/>
            <p:cNvSpPr/>
            <p:nvPr/>
          </p:nvSpPr>
          <p:spPr>
            <a:xfrm>
              <a:off x="2565429" y="2084349"/>
              <a:ext cx="327628" cy="318828"/>
            </a:xfrm>
            <a:custGeom>
              <a:rect b="b" l="l" r="r" t="t"/>
              <a:pathLst>
                <a:path extrusionOk="0" h="97352" w="100039">
                  <a:moveTo>
                    <a:pt x="75862" y="1"/>
                  </a:moveTo>
                  <a:cubicBezTo>
                    <a:pt x="73475" y="1"/>
                    <a:pt x="71037" y="363"/>
                    <a:pt x="68610" y="1132"/>
                  </a:cubicBezTo>
                  <a:cubicBezTo>
                    <a:pt x="68344" y="1221"/>
                    <a:pt x="68088" y="1304"/>
                    <a:pt x="67821" y="1398"/>
                  </a:cubicBezTo>
                  <a:cubicBezTo>
                    <a:pt x="50739" y="7450"/>
                    <a:pt x="35693" y="17810"/>
                    <a:pt x="23992" y="31181"/>
                  </a:cubicBezTo>
                  <a:cubicBezTo>
                    <a:pt x="23712" y="31482"/>
                    <a:pt x="23436" y="31782"/>
                    <a:pt x="23164" y="32098"/>
                  </a:cubicBezTo>
                  <a:cubicBezTo>
                    <a:pt x="11277" y="46021"/>
                    <a:pt x="3391" y="62709"/>
                    <a:pt x="1" y="80328"/>
                  </a:cubicBezTo>
                  <a:cubicBezTo>
                    <a:pt x="2554" y="68739"/>
                    <a:pt x="12822" y="61297"/>
                    <a:pt x="23723" y="61297"/>
                  </a:cubicBezTo>
                  <a:cubicBezTo>
                    <a:pt x="27782" y="61297"/>
                    <a:pt x="31928" y="62329"/>
                    <a:pt x="35796" y="64562"/>
                  </a:cubicBezTo>
                  <a:cubicBezTo>
                    <a:pt x="44628" y="69658"/>
                    <a:pt x="49414" y="79756"/>
                    <a:pt x="47546" y="89781"/>
                  </a:cubicBezTo>
                  <a:cubicBezTo>
                    <a:pt x="47077" y="92285"/>
                    <a:pt x="46787" y="94818"/>
                    <a:pt x="46663" y="97351"/>
                  </a:cubicBezTo>
                  <a:lnTo>
                    <a:pt x="46673" y="97351"/>
                  </a:lnTo>
                  <a:cubicBezTo>
                    <a:pt x="47166" y="87504"/>
                    <a:pt x="50227" y="77957"/>
                    <a:pt x="55550" y="69663"/>
                  </a:cubicBezTo>
                  <a:lnTo>
                    <a:pt x="55554" y="69673"/>
                  </a:lnTo>
                  <a:cubicBezTo>
                    <a:pt x="60882" y="61417"/>
                    <a:pt x="68309" y="54651"/>
                    <a:pt x="77082" y="50131"/>
                  </a:cubicBezTo>
                  <a:cubicBezTo>
                    <a:pt x="79251" y="49007"/>
                    <a:pt x="81503" y="48027"/>
                    <a:pt x="83834" y="47189"/>
                  </a:cubicBezTo>
                  <a:cubicBezTo>
                    <a:pt x="93523" y="43714"/>
                    <a:pt x="100039" y="34611"/>
                    <a:pt x="100039" y="24316"/>
                  </a:cubicBezTo>
                  <a:cubicBezTo>
                    <a:pt x="100039" y="10476"/>
                    <a:pt x="88701" y="1"/>
                    <a:pt x="75862"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2114997e136_1_34"/>
            <p:cNvSpPr/>
            <p:nvPr/>
          </p:nvSpPr>
          <p:spPr>
            <a:xfrm>
              <a:off x="2560618" y="2347407"/>
              <a:ext cx="4814" cy="33896"/>
            </a:xfrm>
            <a:custGeom>
              <a:rect b="b" l="l" r="r" t="t"/>
              <a:pathLst>
                <a:path extrusionOk="0" h="10350" w="1470">
                  <a:moveTo>
                    <a:pt x="1470" y="0"/>
                  </a:moveTo>
                  <a:lnTo>
                    <a:pt x="1470" y="0"/>
                  </a:lnTo>
                  <a:cubicBezTo>
                    <a:pt x="1401" y="306"/>
                    <a:pt x="1337" y="611"/>
                    <a:pt x="1282" y="917"/>
                  </a:cubicBezTo>
                  <a:cubicBezTo>
                    <a:pt x="711" y="4042"/>
                    <a:pt x="287" y="7191"/>
                    <a:pt x="1" y="10350"/>
                  </a:cubicBezTo>
                  <a:cubicBezTo>
                    <a:pt x="316" y="6875"/>
                    <a:pt x="809" y="3421"/>
                    <a:pt x="1470"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g2114997e136_1_34"/>
            <p:cNvSpPr/>
            <p:nvPr/>
          </p:nvSpPr>
          <p:spPr>
            <a:xfrm>
              <a:off x="2559249" y="2285083"/>
              <a:ext cx="222808" cy="417520"/>
            </a:xfrm>
            <a:custGeom>
              <a:rect b="b" l="l" r="r" t="t"/>
              <a:pathLst>
                <a:path extrusionOk="0" h="127487" w="68033">
                  <a:moveTo>
                    <a:pt x="25602" y="1"/>
                  </a:moveTo>
                  <a:cubicBezTo>
                    <a:pt x="14703" y="1"/>
                    <a:pt x="4439" y="7441"/>
                    <a:pt x="1883" y="19035"/>
                  </a:cubicBezTo>
                  <a:cubicBezTo>
                    <a:pt x="1227" y="22455"/>
                    <a:pt x="734" y="25910"/>
                    <a:pt x="419" y="29385"/>
                  </a:cubicBezTo>
                  <a:cubicBezTo>
                    <a:pt x="222" y="31603"/>
                    <a:pt x="94" y="33835"/>
                    <a:pt x="35" y="36063"/>
                  </a:cubicBezTo>
                  <a:cubicBezTo>
                    <a:pt x="10" y="36975"/>
                    <a:pt x="0" y="37887"/>
                    <a:pt x="0" y="38798"/>
                  </a:cubicBezTo>
                  <a:cubicBezTo>
                    <a:pt x="0" y="56881"/>
                    <a:pt x="4588" y="73904"/>
                    <a:pt x="12671" y="88749"/>
                  </a:cubicBezTo>
                  <a:lnTo>
                    <a:pt x="12691" y="88739"/>
                  </a:lnTo>
                  <a:cubicBezTo>
                    <a:pt x="13125" y="89537"/>
                    <a:pt x="13568" y="90331"/>
                    <a:pt x="14022" y="91119"/>
                  </a:cubicBezTo>
                  <a:cubicBezTo>
                    <a:pt x="22883" y="106467"/>
                    <a:pt x="35042" y="118709"/>
                    <a:pt x="49088" y="127487"/>
                  </a:cubicBezTo>
                  <a:cubicBezTo>
                    <a:pt x="44716" y="124746"/>
                    <a:pt x="40552" y="121676"/>
                    <a:pt x="36624" y="118320"/>
                  </a:cubicBezTo>
                  <a:cubicBezTo>
                    <a:pt x="23997" y="107507"/>
                    <a:pt x="25796" y="87482"/>
                    <a:pt x="40192" y="79163"/>
                  </a:cubicBezTo>
                  <a:lnTo>
                    <a:pt x="40803" y="78813"/>
                  </a:lnTo>
                  <a:cubicBezTo>
                    <a:pt x="44454" y="76704"/>
                    <a:pt x="48478" y="75683"/>
                    <a:pt x="52488" y="75683"/>
                  </a:cubicBezTo>
                  <a:cubicBezTo>
                    <a:pt x="58037" y="75683"/>
                    <a:pt x="63561" y="77639"/>
                    <a:pt x="68033" y="81376"/>
                  </a:cubicBezTo>
                  <a:cubicBezTo>
                    <a:pt x="63232" y="77255"/>
                    <a:pt x="59166" y="72352"/>
                    <a:pt x="56012" y="66871"/>
                  </a:cubicBezTo>
                  <a:cubicBezTo>
                    <a:pt x="55559" y="66078"/>
                    <a:pt x="55120" y="65279"/>
                    <a:pt x="54706" y="64471"/>
                  </a:cubicBezTo>
                  <a:cubicBezTo>
                    <a:pt x="54642" y="64348"/>
                    <a:pt x="54583" y="64220"/>
                    <a:pt x="54514" y="64096"/>
                  </a:cubicBezTo>
                  <a:cubicBezTo>
                    <a:pt x="54272" y="63618"/>
                    <a:pt x="54041" y="63145"/>
                    <a:pt x="53819" y="62667"/>
                  </a:cubicBezTo>
                  <a:cubicBezTo>
                    <a:pt x="53691" y="62396"/>
                    <a:pt x="53558" y="62115"/>
                    <a:pt x="53435" y="61839"/>
                  </a:cubicBezTo>
                  <a:cubicBezTo>
                    <a:pt x="53164" y="61243"/>
                    <a:pt x="52902" y="60637"/>
                    <a:pt x="52656" y="60035"/>
                  </a:cubicBezTo>
                  <a:cubicBezTo>
                    <a:pt x="52567" y="59823"/>
                    <a:pt x="52488" y="59616"/>
                    <a:pt x="52409" y="59399"/>
                  </a:cubicBezTo>
                  <a:cubicBezTo>
                    <a:pt x="52212" y="58902"/>
                    <a:pt x="52020" y="58404"/>
                    <a:pt x="51843" y="57901"/>
                  </a:cubicBezTo>
                  <a:cubicBezTo>
                    <a:pt x="49305" y="50888"/>
                    <a:pt x="48196" y="43461"/>
                    <a:pt x="48550" y="36058"/>
                  </a:cubicBezTo>
                  <a:cubicBezTo>
                    <a:pt x="48674" y="33525"/>
                    <a:pt x="48964" y="30992"/>
                    <a:pt x="49433" y="28488"/>
                  </a:cubicBezTo>
                  <a:cubicBezTo>
                    <a:pt x="51301" y="18463"/>
                    <a:pt x="46510" y="8365"/>
                    <a:pt x="37683" y="3269"/>
                  </a:cubicBezTo>
                  <a:cubicBezTo>
                    <a:pt x="33812" y="1033"/>
                    <a:pt x="29663" y="1"/>
                    <a:pt x="25602"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8" name="Google Shape;548;g2114997e136_1_34"/>
          <p:cNvGrpSpPr/>
          <p:nvPr/>
        </p:nvGrpSpPr>
        <p:grpSpPr>
          <a:xfrm>
            <a:off x="3462497" y="2170635"/>
            <a:ext cx="628786" cy="640005"/>
            <a:chOff x="4334725" y="1355875"/>
            <a:chExt cx="3106650" cy="3001900"/>
          </a:xfrm>
        </p:grpSpPr>
        <p:grpSp>
          <p:nvGrpSpPr>
            <p:cNvPr id="549" name="Google Shape;549;g2114997e136_1_34"/>
            <p:cNvGrpSpPr/>
            <p:nvPr/>
          </p:nvGrpSpPr>
          <p:grpSpPr>
            <a:xfrm>
              <a:off x="4516050" y="1724875"/>
              <a:ext cx="2693725" cy="2632900"/>
              <a:chOff x="4516050" y="1724875"/>
              <a:chExt cx="2693725" cy="2632900"/>
            </a:xfrm>
          </p:grpSpPr>
          <p:sp>
            <p:nvSpPr>
              <p:cNvPr id="550" name="Google Shape;550;g2114997e136_1_34"/>
              <p:cNvSpPr/>
              <p:nvPr/>
            </p:nvSpPr>
            <p:spPr>
              <a:xfrm>
                <a:off x="6227525" y="1737400"/>
                <a:ext cx="982250" cy="1548550"/>
              </a:xfrm>
              <a:custGeom>
                <a:rect b="b" l="l" r="r" t="t"/>
                <a:pathLst>
                  <a:path extrusionOk="0" h="61942" w="39290">
                    <a:moveTo>
                      <a:pt x="2948" y="0"/>
                    </a:moveTo>
                    <a:lnTo>
                      <a:pt x="2948" y="0"/>
                    </a:lnTo>
                    <a:cubicBezTo>
                      <a:pt x="2963" y="140"/>
                      <a:pt x="2988" y="275"/>
                      <a:pt x="2997" y="415"/>
                    </a:cubicBezTo>
                    <a:cubicBezTo>
                      <a:pt x="3257" y="4251"/>
                      <a:pt x="2198" y="8060"/>
                      <a:pt x="0" y="11214"/>
                    </a:cubicBezTo>
                    <a:cubicBezTo>
                      <a:pt x="16180" y="17156"/>
                      <a:pt x="27723" y="32699"/>
                      <a:pt x="27723" y="50939"/>
                    </a:cubicBezTo>
                    <a:cubicBezTo>
                      <a:pt x="27725" y="53819"/>
                      <a:pt x="27433" y="56688"/>
                      <a:pt x="26854" y="59506"/>
                    </a:cubicBezTo>
                    <a:cubicBezTo>
                      <a:pt x="27615" y="59401"/>
                      <a:pt x="28380" y="59330"/>
                      <a:pt x="29155" y="59330"/>
                    </a:cubicBezTo>
                    <a:cubicBezTo>
                      <a:pt x="32030" y="59330"/>
                      <a:pt x="34946" y="60066"/>
                      <a:pt x="37619" y="61594"/>
                    </a:cubicBezTo>
                    <a:cubicBezTo>
                      <a:pt x="37808" y="61702"/>
                      <a:pt x="37980" y="61827"/>
                      <a:pt x="38161" y="61942"/>
                    </a:cubicBezTo>
                    <a:cubicBezTo>
                      <a:pt x="38912" y="58322"/>
                      <a:pt x="39289" y="54635"/>
                      <a:pt x="39289" y="50939"/>
                    </a:cubicBezTo>
                    <a:cubicBezTo>
                      <a:pt x="39289" y="27328"/>
                      <a:pt x="24090" y="7277"/>
                      <a:pt x="2948"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g2114997e136_1_34"/>
              <p:cNvSpPr/>
              <p:nvPr/>
            </p:nvSpPr>
            <p:spPr>
              <a:xfrm>
                <a:off x="4516050" y="1724875"/>
                <a:ext cx="1010900" cy="1581800"/>
              </a:xfrm>
              <a:custGeom>
                <a:rect b="b" l="l" r="r" t="t"/>
                <a:pathLst>
                  <a:path extrusionOk="0" h="63272" w="40436">
                    <a:moveTo>
                      <a:pt x="37823" y="1"/>
                    </a:moveTo>
                    <a:lnTo>
                      <a:pt x="37823" y="1"/>
                    </a:lnTo>
                    <a:cubicBezTo>
                      <a:pt x="15908" y="6831"/>
                      <a:pt x="0" y="27279"/>
                      <a:pt x="0" y="51443"/>
                    </a:cubicBezTo>
                    <a:cubicBezTo>
                      <a:pt x="3" y="55421"/>
                      <a:pt x="444" y="59389"/>
                      <a:pt x="1318" y="63272"/>
                    </a:cubicBezTo>
                    <a:cubicBezTo>
                      <a:pt x="1575" y="63078"/>
                      <a:pt x="1825" y="62880"/>
                      <a:pt x="2093" y="62700"/>
                    </a:cubicBezTo>
                    <a:cubicBezTo>
                      <a:pt x="5004" y="60760"/>
                      <a:pt x="8236" y="59853"/>
                      <a:pt x="11420" y="59853"/>
                    </a:cubicBezTo>
                    <a:cubicBezTo>
                      <a:pt x="11754" y="59853"/>
                      <a:pt x="12085" y="59912"/>
                      <a:pt x="12418" y="59931"/>
                    </a:cubicBezTo>
                    <a:cubicBezTo>
                      <a:pt x="11849" y="57138"/>
                      <a:pt x="11565" y="54293"/>
                      <a:pt x="11565" y="51440"/>
                    </a:cubicBezTo>
                    <a:cubicBezTo>
                      <a:pt x="11565" y="32776"/>
                      <a:pt x="23659" y="16944"/>
                      <a:pt x="40435" y="11325"/>
                    </a:cubicBezTo>
                    <a:cubicBezTo>
                      <a:pt x="38630" y="8592"/>
                      <a:pt x="37671" y="5392"/>
                      <a:pt x="37676" y="2117"/>
                    </a:cubicBezTo>
                    <a:cubicBezTo>
                      <a:pt x="37681" y="1409"/>
                      <a:pt x="37730" y="702"/>
                      <a:pt x="3782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2114997e136_1_34"/>
              <p:cNvSpPr/>
              <p:nvPr/>
            </p:nvSpPr>
            <p:spPr>
              <a:xfrm>
                <a:off x="4977525" y="3800325"/>
                <a:ext cx="1782050" cy="557450"/>
              </a:xfrm>
              <a:custGeom>
                <a:rect b="b" l="l" r="r" t="t"/>
                <a:pathLst>
                  <a:path extrusionOk="0" h="22298" w="71282">
                    <a:moveTo>
                      <a:pt x="63561" y="0"/>
                    </a:moveTo>
                    <a:cubicBezTo>
                      <a:pt x="56083" y="6671"/>
                      <a:pt x="46226" y="10731"/>
                      <a:pt x="35414" y="10731"/>
                    </a:cubicBezTo>
                    <a:cubicBezTo>
                      <a:pt x="25098" y="10731"/>
                      <a:pt x="15646" y="7034"/>
                      <a:pt x="8302" y="898"/>
                    </a:cubicBezTo>
                    <a:cubicBezTo>
                      <a:pt x="6892" y="3910"/>
                      <a:pt x="4587" y="6522"/>
                      <a:pt x="1428" y="8290"/>
                    </a:cubicBezTo>
                    <a:cubicBezTo>
                      <a:pt x="962" y="8562"/>
                      <a:pt x="481" y="8778"/>
                      <a:pt x="0" y="9001"/>
                    </a:cubicBezTo>
                    <a:cubicBezTo>
                      <a:pt x="9472" y="17274"/>
                      <a:pt x="21853" y="22297"/>
                      <a:pt x="35414" y="22297"/>
                    </a:cubicBezTo>
                    <a:cubicBezTo>
                      <a:pt x="49193" y="22297"/>
                      <a:pt x="61756" y="17117"/>
                      <a:pt x="71282" y="8609"/>
                    </a:cubicBezTo>
                    <a:cubicBezTo>
                      <a:pt x="67593" y="6654"/>
                      <a:pt x="64981" y="3559"/>
                      <a:pt x="63561"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3" name="Google Shape;553;g2114997e136_1_34"/>
            <p:cNvGrpSpPr/>
            <p:nvPr/>
          </p:nvGrpSpPr>
          <p:grpSpPr>
            <a:xfrm>
              <a:off x="4334725" y="1355875"/>
              <a:ext cx="3106650" cy="2709650"/>
              <a:chOff x="4334725" y="1355875"/>
              <a:chExt cx="3106650" cy="2709650"/>
            </a:xfrm>
          </p:grpSpPr>
          <p:sp>
            <p:nvSpPr>
              <p:cNvPr id="554" name="Google Shape;554;g2114997e136_1_34"/>
              <p:cNvSpPr/>
              <p:nvPr/>
            </p:nvSpPr>
            <p:spPr>
              <a:xfrm>
                <a:off x="5427950" y="1355875"/>
                <a:ext cx="904575" cy="1665925"/>
              </a:xfrm>
              <a:custGeom>
                <a:rect b="b" l="l" r="r" t="t"/>
                <a:pathLst>
                  <a:path extrusionOk="0" fill="none" h="66637" w="36183">
                    <a:moveTo>
                      <a:pt x="25479" y="47040"/>
                    </a:moveTo>
                    <a:cubicBezTo>
                      <a:pt x="22352" y="45966"/>
                      <a:pt x="20318" y="42954"/>
                      <a:pt x="20318" y="39712"/>
                    </a:cubicBezTo>
                    <a:lnTo>
                      <a:pt x="20318" y="39474"/>
                    </a:lnTo>
                    <a:cubicBezTo>
                      <a:pt x="20318" y="36347"/>
                      <a:pt x="22239" y="33578"/>
                      <a:pt x="25000" y="32260"/>
                    </a:cubicBezTo>
                    <a:cubicBezTo>
                      <a:pt x="27831" y="31007"/>
                      <a:pt x="30234" y="28986"/>
                      <a:pt x="31983" y="26475"/>
                    </a:cubicBezTo>
                    <a:cubicBezTo>
                      <a:pt x="34181" y="23321"/>
                      <a:pt x="35240" y="19512"/>
                      <a:pt x="34980" y="15676"/>
                    </a:cubicBezTo>
                    <a:cubicBezTo>
                      <a:pt x="34971" y="15536"/>
                      <a:pt x="34944" y="15398"/>
                      <a:pt x="34931" y="15261"/>
                    </a:cubicBezTo>
                    <a:cubicBezTo>
                      <a:pt x="34134" y="7155"/>
                      <a:pt x="27505" y="636"/>
                      <a:pt x="19357" y="47"/>
                    </a:cubicBezTo>
                    <a:cubicBezTo>
                      <a:pt x="18930" y="18"/>
                      <a:pt x="18513" y="1"/>
                      <a:pt x="18094" y="1"/>
                    </a:cubicBezTo>
                    <a:cubicBezTo>
                      <a:pt x="9517" y="1"/>
                      <a:pt x="2397" y="6439"/>
                      <a:pt x="1347" y="14761"/>
                    </a:cubicBezTo>
                    <a:cubicBezTo>
                      <a:pt x="1254" y="15462"/>
                      <a:pt x="1205" y="16169"/>
                      <a:pt x="1200" y="16875"/>
                    </a:cubicBezTo>
                    <a:cubicBezTo>
                      <a:pt x="1195" y="20149"/>
                      <a:pt x="2154" y="23352"/>
                      <a:pt x="3959" y="26085"/>
                    </a:cubicBezTo>
                    <a:cubicBezTo>
                      <a:pt x="5703" y="28734"/>
                      <a:pt x="8168" y="30872"/>
                      <a:pt x="11057" y="32260"/>
                    </a:cubicBezTo>
                    <a:cubicBezTo>
                      <a:pt x="13944" y="33580"/>
                      <a:pt x="15864" y="36464"/>
                      <a:pt x="15864" y="39714"/>
                    </a:cubicBezTo>
                    <a:cubicBezTo>
                      <a:pt x="15864" y="42954"/>
                      <a:pt x="13829" y="45963"/>
                      <a:pt x="10817" y="47040"/>
                    </a:cubicBezTo>
                    <a:cubicBezTo>
                      <a:pt x="6250" y="48725"/>
                      <a:pt x="2404" y="51975"/>
                      <a:pt x="0" y="56176"/>
                    </a:cubicBezTo>
                    <a:lnTo>
                      <a:pt x="18155" y="66637"/>
                    </a:lnTo>
                    <a:lnTo>
                      <a:pt x="36182" y="56176"/>
                    </a:lnTo>
                    <a:cubicBezTo>
                      <a:pt x="33781" y="51972"/>
                      <a:pt x="29930" y="48723"/>
                      <a:pt x="25479" y="47040"/>
                    </a:cubicBezTo>
                    <a:close/>
                  </a:path>
                </a:pathLst>
              </a:custGeom>
              <a:noFill/>
              <a:ln cap="flat" cmpd="sng" w="9525">
                <a:solidFill>
                  <a:srgbClr val="5F7D95"/>
                </a:solidFill>
                <a:prstDash val="solid"/>
                <a:miter lim="245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2114997e136_1_34"/>
              <p:cNvSpPr/>
              <p:nvPr/>
            </p:nvSpPr>
            <p:spPr>
              <a:xfrm>
                <a:off x="4334725" y="2760325"/>
                <a:ext cx="1547125" cy="1304775"/>
              </a:xfrm>
              <a:custGeom>
                <a:rect b="b" l="l" r="r" t="t"/>
                <a:pathLst>
                  <a:path extrusionOk="0" fill="none" h="52191" w="61885">
                    <a:moveTo>
                      <a:pt x="43727" y="1"/>
                    </a:moveTo>
                    <a:cubicBezTo>
                      <a:pt x="41323" y="4212"/>
                      <a:pt x="40487" y="9019"/>
                      <a:pt x="41208" y="13829"/>
                    </a:cubicBezTo>
                    <a:cubicBezTo>
                      <a:pt x="41804" y="17069"/>
                      <a:pt x="40247" y="20321"/>
                      <a:pt x="37362" y="21878"/>
                    </a:cubicBezTo>
                    <a:lnTo>
                      <a:pt x="37237" y="22004"/>
                    </a:lnTo>
                    <a:cubicBezTo>
                      <a:pt x="35989" y="22712"/>
                      <a:pt x="34579" y="23085"/>
                      <a:pt x="33144" y="23090"/>
                    </a:cubicBezTo>
                    <a:cubicBezTo>
                      <a:pt x="31510" y="23095"/>
                      <a:pt x="29914" y="22587"/>
                      <a:pt x="28582" y="21638"/>
                    </a:cubicBezTo>
                    <a:cubicBezTo>
                      <a:pt x="25950" y="19752"/>
                      <a:pt x="22852" y="18705"/>
                      <a:pt x="19671" y="18513"/>
                    </a:cubicBezTo>
                    <a:cubicBezTo>
                      <a:pt x="19338" y="18494"/>
                      <a:pt x="19007" y="18435"/>
                      <a:pt x="18673" y="18435"/>
                    </a:cubicBezTo>
                    <a:cubicBezTo>
                      <a:pt x="15489" y="18435"/>
                      <a:pt x="12257" y="19345"/>
                      <a:pt x="9348" y="21282"/>
                    </a:cubicBezTo>
                    <a:cubicBezTo>
                      <a:pt x="9078" y="21462"/>
                      <a:pt x="8828" y="21663"/>
                      <a:pt x="8573" y="21856"/>
                    </a:cubicBezTo>
                    <a:cubicBezTo>
                      <a:pt x="2203" y="26681"/>
                      <a:pt x="1" y="35395"/>
                      <a:pt x="3579" y="42679"/>
                    </a:cubicBezTo>
                    <a:cubicBezTo>
                      <a:pt x="6535" y="48755"/>
                      <a:pt x="12519" y="52191"/>
                      <a:pt x="18698" y="52191"/>
                    </a:cubicBezTo>
                    <a:cubicBezTo>
                      <a:pt x="21064" y="52191"/>
                      <a:pt x="23448" y="51656"/>
                      <a:pt x="25712" y="50604"/>
                    </a:cubicBezTo>
                    <a:cubicBezTo>
                      <a:pt x="26193" y="50381"/>
                      <a:pt x="26674" y="50165"/>
                      <a:pt x="27140" y="49893"/>
                    </a:cubicBezTo>
                    <a:cubicBezTo>
                      <a:pt x="30299" y="48122"/>
                      <a:pt x="32604" y="45510"/>
                      <a:pt x="34014" y="42498"/>
                    </a:cubicBezTo>
                    <a:cubicBezTo>
                      <a:pt x="35307" y="39741"/>
                      <a:pt x="35837" y="36690"/>
                      <a:pt x="35552" y="33659"/>
                    </a:cubicBezTo>
                    <a:cubicBezTo>
                      <a:pt x="35312" y="30534"/>
                      <a:pt x="36882" y="27409"/>
                      <a:pt x="39641" y="25852"/>
                    </a:cubicBezTo>
                    <a:cubicBezTo>
                      <a:pt x="40902" y="25114"/>
                      <a:pt x="42282" y="24748"/>
                      <a:pt x="43641" y="24748"/>
                    </a:cubicBezTo>
                    <a:cubicBezTo>
                      <a:pt x="45392" y="24748"/>
                      <a:pt x="47119" y="25356"/>
                      <a:pt x="48534" y="26573"/>
                    </a:cubicBezTo>
                    <a:cubicBezTo>
                      <a:pt x="52382" y="29572"/>
                      <a:pt x="57074" y="31255"/>
                      <a:pt x="61884" y="31255"/>
                    </a:cubicBezTo>
                    <a:lnTo>
                      <a:pt x="61884" y="10461"/>
                    </a:lnTo>
                    <a:lnTo>
                      <a:pt x="61884" y="10461"/>
                    </a:lnTo>
                    <a:close/>
                  </a:path>
                </a:pathLst>
              </a:custGeom>
              <a:noFill/>
              <a:ln cap="flat" cmpd="sng" w="9525">
                <a:solidFill>
                  <a:srgbClr val="435D74"/>
                </a:solidFill>
                <a:prstDash val="solid"/>
                <a:miter lim="245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2114997e136_1_34"/>
              <p:cNvSpPr/>
              <p:nvPr/>
            </p:nvSpPr>
            <p:spPr>
              <a:xfrm>
                <a:off x="5881825" y="2760325"/>
                <a:ext cx="1559550" cy="1305200"/>
              </a:xfrm>
              <a:custGeom>
                <a:rect b="b" l="l" r="r" t="t"/>
                <a:pathLst>
                  <a:path extrusionOk="0" fill="none" h="52208" w="62382">
                    <a:moveTo>
                      <a:pt x="51989" y="21025"/>
                    </a:moveTo>
                    <a:cubicBezTo>
                      <a:pt x="51805" y="20912"/>
                      <a:pt x="51636" y="20785"/>
                      <a:pt x="51447" y="20677"/>
                    </a:cubicBezTo>
                    <a:cubicBezTo>
                      <a:pt x="48774" y="19149"/>
                      <a:pt x="45855" y="18413"/>
                      <a:pt x="42981" y="18413"/>
                    </a:cubicBezTo>
                    <a:cubicBezTo>
                      <a:pt x="42208" y="18413"/>
                      <a:pt x="41443" y="18484"/>
                      <a:pt x="40682" y="18589"/>
                    </a:cubicBezTo>
                    <a:cubicBezTo>
                      <a:pt x="38034" y="18957"/>
                      <a:pt x="35488" y="19938"/>
                      <a:pt x="33290" y="21523"/>
                    </a:cubicBezTo>
                    <a:cubicBezTo>
                      <a:pt x="31924" y="22519"/>
                      <a:pt x="30276" y="23056"/>
                      <a:pt x="28586" y="23056"/>
                    </a:cubicBezTo>
                    <a:cubicBezTo>
                      <a:pt x="27107" y="23053"/>
                      <a:pt x="25657" y="22646"/>
                      <a:pt x="24394" y="21876"/>
                    </a:cubicBezTo>
                    <a:cubicBezTo>
                      <a:pt x="21510" y="20319"/>
                      <a:pt x="19952" y="17066"/>
                      <a:pt x="20548" y="13829"/>
                    </a:cubicBezTo>
                    <a:cubicBezTo>
                      <a:pt x="21270" y="9019"/>
                      <a:pt x="20433" y="4212"/>
                      <a:pt x="18030" y="1"/>
                    </a:cubicBezTo>
                    <a:lnTo>
                      <a:pt x="0" y="10461"/>
                    </a:lnTo>
                    <a:lnTo>
                      <a:pt x="0" y="10461"/>
                    </a:lnTo>
                    <a:lnTo>
                      <a:pt x="0" y="31250"/>
                    </a:lnTo>
                    <a:cubicBezTo>
                      <a:pt x="4805" y="31250"/>
                      <a:pt x="9489" y="29570"/>
                      <a:pt x="13220" y="26568"/>
                    </a:cubicBezTo>
                    <a:cubicBezTo>
                      <a:pt x="15719" y="24434"/>
                      <a:pt x="19307" y="24142"/>
                      <a:pt x="22116" y="25849"/>
                    </a:cubicBezTo>
                    <a:lnTo>
                      <a:pt x="22356" y="25965"/>
                    </a:lnTo>
                    <a:cubicBezTo>
                      <a:pt x="25003" y="27532"/>
                      <a:pt x="26560" y="30534"/>
                      <a:pt x="26204" y="33659"/>
                    </a:cubicBezTo>
                    <a:cubicBezTo>
                      <a:pt x="25959" y="36371"/>
                      <a:pt x="26391" y="39091"/>
                      <a:pt x="27389" y="41600"/>
                    </a:cubicBezTo>
                    <a:cubicBezTo>
                      <a:pt x="28807" y="45159"/>
                      <a:pt x="31421" y="48254"/>
                      <a:pt x="35110" y="50209"/>
                    </a:cubicBezTo>
                    <a:cubicBezTo>
                      <a:pt x="35274" y="50295"/>
                      <a:pt x="35412" y="50403"/>
                      <a:pt x="35578" y="50484"/>
                    </a:cubicBezTo>
                    <a:cubicBezTo>
                      <a:pt x="37877" y="51619"/>
                      <a:pt x="40405" y="52208"/>
                      <a:pt x="42968" y="52208"/>
                    </a:cubicBezTo>
                    <a:cubicBezTo>
                      <a:pt x="48435" y="52208"/>
                      <a:pt x="53753" y="49542"/>
                      <a:pt x="56975" y="44840"/>
                    </a:cubicBezTo>
                    <a:cubicBezTo>
                      <a:pt x="62381" y="36727"/>
                      <a:pt x="59960" y="25994"/>
                      <a:pt x="51989" y="21025"/>
                    </a:cubicBezTo>
                    <a:close/>
                  </a:path>
                </a:pathLst>
              </a:custGeom>
              <a:noFill/>
              <a:ln cap="flat" cmpd="sng" w="9525">
                <a:solidFill>
                  <a:srgbClr val="A5B7C5"/>
                </a:solidFill>
                <a:prstDash val="solid"/>
                <a:miter lim="245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cxnSp>
        <p:nvCxnSpPr>
          <p:cNvPr id="557" name="Google Shape;557;g2114997e136_1_34"/>
          <p:cNvCxnSpPr/>
          <p:nvPr/>
        </p:nvCxnSpPr>
        <p:spPr>
          <a:xfrm>
            <a:off x="2111832" y="3346123"/>
            <a:ext cx="4484400" cy="10800"/>
          </a:xfrm>
          <a:prstGeom prst="straightConnector1">
            <a:avLst/>
          </a:prstGeom>
          <a:noFill/>
          <a:ln cap="flat" cmpd="sng" w="9525">
            <a:solidFill>
              <a:schemeClr val="dk2"/>
            </a:solidFill>
            <a:prstDash val="solid"/>
            <a:round/>
            <a:headEnd len="med" w="med" type="oval"/>
            <a:tailEnd len="med" w="med" type="oval"/>
          </a:ln>
        </p:spPr>
      </p:cxnSp>
      <p:cxnSp>
        <p:nvCxnSpPr>
          <p:cNvPr id="558" name="Google Shape;558;g2114997e136_1_34"/>
          <p:cNvCxnSpPr/>
          <p:nvPr/>
        </p:nvCxnSpPr>
        <p:spPr>
          <a:xfrm>
            <a:off x="2866038" y="3348744"/>
            <a:ext cx="0" cy="557700"/>
          </a:xfrm>
          <a:prstGeom prst="straightConnector1">
            <a:avLst/>
          </a:prstGeom>
          <a:noFill/>
          <a:ln cap="flat" cmpd="sng" w="9525">
            <a:solidFill>
              <a:schemeClr val="dk2"/>
            </a:solidFill>
            <a:prstDash val="solid"/>
            <a:round/>
            <a:headEnd len="sm" w="sm" type="none"/>
            <a:tailEnd len="med" w="med" type="oval"/>
          </a:ln>
        </p:spPr>
      </p:cxnSp>
      <p:cxnSp>
        <p:nvCxnSpPr>
          <p:cNvPr id="559" name="Google Shape;559;g2114997e136_1_34"/>
          <p:cNvCxnSpPr/>
          <p:nvPr/>
        </p:nvCxnSpPr>
        <p:spPr>
          <a:xfrm flipH="1" rot="10800000">
            <a:off x="3783307" y="2871444"/>
            <a:ext cx="10200" cy="477300"/>
          </a:xfrm>
          <a:prstGeom prst="straightConnector1">
            <a:avLst/>
          </a:prstGeom>
          <a:noFill/>
          <a:ln cap="flat" cmpd="sng" w="9525">
            <a:solidFill>
              <a:schemeClr val="dk2"/>
            </a:solidFill>
            <a:prstDash val="solid"/>
            <a:round/>
            <a:headEnd len="sm" w="sm" type="none"/>
            <a:tailEnd len="med" w="med" type="oval"/>
          </a:ln>
        </p:spPr>
      </p:cxnSp>
      <p:cxnSp>
        <p:nvCxnSpPr>
          <p:cNvPr id="560" name="Google Shape;560;g2114997e136_1_34"/>
          <p:cNvCxnSpPr/>
          <p:nvPr/>
        </p:nvCxnSpPr>
        <p:spPr>
          <a:xfrm rot="10800000">
            <a:off x="6137628" y="2849774"/>
            <a:ext cx="0" cy="509700"/>
          </a:xfrm>
          <a:prstGeom prst="straightConnector1">
            <a:avLst/>
          </a:prstGeom>
          <a:noFill/>
          <a:ln cap="flat" cmpd="sng" w="9525">
            <a:solidFill>
              <a:schemeClr val="dk2"/>
            </a:solidFill>
            <a:prstDash val="solid"/>
            <a:round/>
            <a:headEnd len="sm" w="sm" type="none"/>
            <a:tailEnd len="med" w="med" type="oval"/>
          </a:ln>
        </p:spPr>
      </p:cxnSp>
      <p:cxnSp>
        <p:nvCxnSpPr>
          <p:cNvPr id="561" name="Google Shape;561;g2114997e136_1_34"/>
          <p:cNvCxnSpPr/>
          <p:nvPr/>
        </p:nvCxnSpPr>
        <p:spPr>
          <a:xfrm flipH="1">
            <a:off x="5016522" y="3354098"/>
            <a:ext cx="10200" cy="552600"/>
          </a:xfrm>
          <a:prstGeom prst="straightConnector1">
            <a:avLst/>
          </a:prstGeom>
          <a:noFill/>
          <a:ln cap="flat" cmpd="sng" w="9525">
            <a:solidFill>
              <a:schemeClr val="dk2"/>
            </a:solidFill>
            <a:prstDash val="solid"/>
            <a:round/>
            <a:headEnd len="sm" w="sm" type="none"/>
            <a:tailEnd len="med" w="med" type="oval"/>
          </a:ln>
        </p:spPr>
      </p:cxnSp>
      <p:sp>
        <p:nvSpPr>
          <p:cNvPr id="562" name="Google Shape;562;g2114997e136_1_34"/>
          <p:cNvSpPr txBox="1"/>
          <p:nvPr>
            <p:ph type="title"/>
          </p:nvPr>
        </p:nvSpPr>
        <p:spPr>
          <a:xfrm>
            <a:off x="741950" y="54200"/>
            <a:ext cx="77175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a:solidFill>
                  <a:schemeClr val="dk1"/>
                </a:solidFill>
              </a:rPr>
              <a:t>CAN Communication</a:t>
            </a:r>
            <a:endParaRPr>
              <a:solidFill>
                <a:schemeClr val="dk1"/>
              </a:solidFill>
            </a:endParaRPr>
          </a:p>
        </p:txBody>
      </p:sp>
      <p:sp>
        <p:nvSpPr>
          <p:cNvPr id="563" name="Google Shape;563;g2114997e136_1_34"/>
          <p:cNvSpPr txBox="1"/>
          <p:nvPr/>
        </p:nvSpPr>
        <p:spPr>
          <a:xfrm>
            <a:off x="1347101" y="2600672"/>
            <a:ext cx="29469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300" u="none" cap="none" strike="noStrike">
                <a:solidFill>
                  <a:schemeClr val="dk1"/>
                </a:solidFill>
                <a:latin typeface="Source Sans Pro"/>
                <a:ea typeface="Source Sans Pro"/>
                <a:cs typeface="Source Sans Pro"/>
                <a:sym typeface="Source Sans Pro"/>
              </a:rPr>
              <a:t>777#AcceleratorPedalPosition </a:t>
            </a:r>
            <a:endParaRPr b="0" i="0" sz="1300" u="none" cap="none" strike="noStrike">
              <a:solidFill>
                <a:schemeClr val="dk1"/>
              </a:solidFill>
              <a:latin typeface="Source Sans Pro"/>
              <a:ea typeface="Source Sans Pro"/>
              <a:cs typeface="Source Sans Pro"/>
              <a:sym typeface="Source Sans Pro"/>
            </a:endParaRPr>
          </a:p>
        </p:txBody>
      </p:sp>
      <p:cxnSp>
        <p:nvCxnSpPr>
          <p:cNvPr id="564" name="Google Shape;564;g2114997e136_1_34"/>
          <p:cNvCxnSpPr/>
          <p:nvPr/>
        </p:nvCxnSpPr>
        <p:spPr>
          <a:xfrm flipH="1" rot="-5400000">
            <a:off x="4144293" y="3459030"/>
            <a:ext cx="337500" cy="337500"/>
          </a:xfrm>
          <a:prstGeom prst="bentConnector3">
            <a:avLst>
              <a:gd fmla="val 50000" name="adj1"/>
            </a:avLst>
          </a:prstGeom>
          <a:noFill/>
          <a:ln cap="flat" cmpd="sng" w="9525">
            <a:solidFill>
              <a:schemeClr val="dk2"/>
            </a:solidFill>
            <a:prstDash val="solid"/>
            <a:round/>
            <a:headEnd len="med" w="med" type="oval"/>
            <a:tailEnd len="sm" w="sm" type="none"/>
          </a:ln>
        </p:spPr>
      </p:cxnSp>
      <p:sp>
        <p:nvSpPr>
          <p:cNvPr id="565" name="Google Shape;565;g2114997e136_1_34"/>
          <p:cNvSpPr txBox="1"/>
          <p:nvPr/>
        </p:nvSpPr>
        <p:spPr>
          <a:xfrm>
            <a:off x="4293876" y="3666660"/>
            <a:ext cx="732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Source Sans Pro"/>
                <a:ea typeface="Source Sans Pro"/>
                <a:cs typeface="Source Sans Pro"/>
                <a:sym typeface="Source Sans Pro"/>
              </a:rPr>
              <a:t>Bus</a:t>
            </a:r>
            <a:endParaRPr b="0" i="0" sz="1400" u="none" cap="none" strike="noStrike">
              <a:solidFill>
                <a:schemeClr val="dk1"/>
              </a:solidFill>
              <a:latin typeface="Source Sans Pro"/>
              <a:ea typeface="Source Sans Pro"/>
              <a:cs typeface="Source Sans Pro"/>
              <a:sym typeface="Source Sans Pro"/>
            </a:endParaRPr>
          </a:p>
        </p:txBody>
      </p:sp>
      <p:cxnSp>
        <p:nvCxnSpPr>
          <p:cNvPr id="566" name="Google Shape;566;g2114997e136_1_34"/>
          <p:cNvCxnSpPr/>
          <p:nvPr/>
        </p:nvCxnSpPr>
        <p:spPr>
          <a:xfrm>
            <a:off x="4092951" y="2349832"/>
            <a:ext cx="440400" cy="220500"/>
          </a:xfrm>
          <a:prstGeom prst="bentConnector3">
            <a:avLst>
              <a:gd fmla="val 50000" name="adj1"/>
            </a:avLst>
          </a:prstGeom>
          <a:noFill/>
          <a:ln cap="flat" cmpd="sng" w="9525">
            <a:solidFill>
              <a:schemeClr val="dk2"/>
            </a:solidFill>
            <a:prstDash val="solid"/>
            <a:round/>
            <a:headEnd len="med" w="med" type="oval"/>
            <a:tailEnd len="sm" w="sm" type="none"/>
          </a:ln>
        </p:spPr>
      </p:cxnSp>
      <p:sp>
        <p:nvSpPr>
          <p:cNvPr id="567" name="Google Shape;567;g2114997e136_1_34"/>
          <p:cNvSpPr txBox="1"/>
          <p:nvPr/>
        </p:nvSpPr>
        <p:spPr>
          <a:xfrm>
            <a:off x="4405600" y="2268375"/>
            <a:ext cx="9537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300" u="sng" cap="none" strike="noStrike">
                <a:solidFill>
                  <a:schemeClr val="dk1"/>
                </a:solidFill>
                <a:latin typeface="Source Sans Pro"/>
                <a:ea typeface="Source Sans Pro"/>
                <a:cs typeface="Source Sans Pro"/>
                <a:sym typeface="Source Sans Pro"/>
              </a:rPr>
              <a:t>Engine </a:t>
            </a:r>
            <a:endParaRPr b="1" i="0" sz="1300" u="sng"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rPr b="1" i="0" lang="en" sz="1300" u="sng" cap="none" strike="noStrike">
                <a:solidFill>
                  <a:schemeClr val="dk1"/>
                </a:solidFill>
                <a:latin typeface="Source Sans Pro"/>
                <a:ea typeface="Source Sans Pro"/>
                <a:cs typeface="Source Sans Pro"/>
                <a:sym typeface="Source Sans Pro"/>
              </a:rPr>
              <a:t>Controller </a:t>
            </a:r>
            <a:endParaRPr b="1" i="0" sz="1300" u="sng" cap="none" strike="noStrike">
              <a:solidFill>
                <a:schemeClr val="dk1"/>
              </a:solidFill>
              <a:latin typeface="Source Sans Pro"/>
              <a:ea typeface="Source Sans Pro"/>
              <a:cs typeface="Source Sans Pro"/>
              <a:sym typeface="Source Sans Pro"/>
            </a:endParaRPr>
          </a:p>
        </p:txBody>
      </p:sp>
      <p:sp>
        <p:nvSpPr>
          <p:cNvPr id="568" name="Google Shape;568;g2114997e136_1_34"/>
          <p:cNvSpPr txBox="1"/>
          <p:nvPr/>
        </p:nvSpPr>
        <p:spPr>
          <a:xfrm>
            <a:off x="2302050" y="4778625"/>
            <a:ext cx="4539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1"/>
                </a:solidFill>
                <a:latin typeface="Source Sans Pro"/>
                <a:ea typeface="Source Sans Pro"/>
                <a:cs typeface="Source Sans Pro"/>
                <a:sym typeface="Source Sans Pro"/>
              </a:rPr>
              <a:t>[1],[3]</a:t>
            </a:r>
            <a:endParaRPr b="0" i="0" sz="1400" u="none" cap="none" strike="noStrike">
              <a:solidFill>
                <a:schemeClr val="accent1"/>
              </a:solidFill>
              <a:latin typeface="Source Sans Pro"/>
              <a:ea typeface="Source Sans Pro"/>
              <a:cs typeface="Source Sans Pro"/>
              <a:sym typeface="Source Sans Pro"/>
            </a:endParaRPr>
          </a:p>
        </p:txBody>
      </p:sp>
      <p:sp>
        <p:nvSpPr>
          <p:cNvPr id="569" name="Google Shape;569;g2114997e136_1_34"/>
          <p:cNvSpPr/>
          <p:nvPr/>
        </p:nvSpPr>
        <p:spPr>
          <a:xfrm rot="5400000">
            <a:off x="3000079" y="3182775"/>
            <a:ext cx="337500" cy="3375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70" name="Google Shape;570;g2114997e136_1_34"/>
          <p:cNvCxnSpPr>
            <a:endCxn id="571" idx="3"/>
          </p:cNvCxnSpPr>
          <p:nvPr/>
        </p:nvCxnSpPr>
        <p:spPr>
          <a:xfrm rot="10800000">
            <a:off x="2114249" y="4116575"/>
            <a:ext cx="409500" cy="226200"/>
          </a:xfrm>
          <a:prstGeom prst="bentConnector3">
            <a:avLst>
              <a:gd fmla="val 50000" name="adj1"/>
            </a:avLst>
          </a:prstGeom>
          <a:noFill/>
          <a:ln cap="flat" cmpd="sng" w="9525">
            <a:solidFill>
              <a:schemeClr val="dk2"/>
            </a:solidFill>
            <a:prstDash val="solid"/>
            <a:round/>
            <a:headEnd len="med" w="med" type="oval"/>
            <a:tailEnd len="sm" w="sm" type="none"/>
          </a:ln>
        </p:spPr>
      </p:cxnSp>
      <p:sp>
        <p:nvSpPr>
          <p:cNvPr id="571" name="Google Shape;571;g2114997e136_1_34"/>
          <p:cNvSpPr txBox="1"/>
          <p:nvPr/>
        </p:nvSpPr>
        <p:spPr>
          <a:xfrm>
            <a:off x="1096949" y="3924125"/>
            <a:ext cx="10173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sng" cap="none" strike="noStrike">
                <a:solidFill>
                  <a:schemeClr val="dk1"/>
                </a:solidFill>
                <a:latin typeface="Source Sans Pro"/>
                <a:ea typeface="Source Sans Pro"/>
                <a:cs typeface="Source Sans Pro"/>
                <a:sym typeface="Source Sans Pro"/>
              </a:rPr>
              <a:t>Accelerator </a:t>
            </a:r>
            <a:endParaRPr b="1" i="0" sz="1300" u="sng" cap="none" strike="noStrike">
              <a:solidFill>
                <a:schemeClr val="dk1"/>
              </a:solidFill>
              <a:latin typeface="Source Sans Pro"/>
              <a:ea typeface="Source Sans Pro"/>
              <a:cs typeface="Source Sans Pro"/>
              <a:sym typeface="Source Sans Pro"/>
            </a:endParaRPr>
          </a:p>
        </p:txBody>
      </p:sp>
      <p:cxnSp>
        <p:nvCxnSpPr>
          <p:cNvPr id="572" name="Google Shape;572;g2114997e136_1_34"/>
          <p:cNvCxnSpPr>
            <a:stCxn id="563" idx="2"/>
            <a:endCxn id="569" idx="1"/>
          </p:cNvCxnSpPr>
          <p:nvPr/>
        </p:nvCxnSpPr>
        <p:spPr>
          <a:xfrm flipH="1" rot="-5400000">
            <a:off x="2853851" y="2952272"/>
            <a:ext cx="281700" cy="348300"/>
          </a:xfrm>
          <a:prstGeom prst="bentConnector3">
            <a:avLst>
              <a:gd fmla="val 35002" name="adj1"/>
            </a:avLst>
          </a:prstGeom>
          <a:noFill/>
          <a:ln cap="flat" cmpd="sng" w="9525">
            <a:solidFill>
              <a:schemeClr val="dk2"/>
            </a:solidFill>
            <a:prstDash val="solid"/>
            <a:round/>
            <a:headEnd len="med" w="med" type="oval"/>
            <a:tailEnd len="sm" w="sm" type="none"/>
          </a:ln>
        </p:spPr>
      </p:cxnSp>
      <p:pic>
        <p:nvPicPr>
          <p:cNvPr id="573" name="Google Shape;573;g2114997e136_1_34"/>
          <p:cNvPicPr preferRelativeResize="0"/>
          <p:nvPr/>
        </p:nvPicPr>
        <p:blipFill rotWithShape="1">
          <a:blip r:embed="rId3">
            <a:alphaModFix/>
          </a:blip>
          <a:srcRect b="0" l="0" r="0" t="0"/>
          <a:stretch/>
        </p:blipFill>
        <p:spPr>
          <a:xfrm>
            <a:off x="2103683" y="846137"/>
            <a:ext cx="4994021" cy="427380"/>
          </a:xfrm>
          <a:prstGeom prst="rect">
            <a:avLst/>
          </a:prstGeom>
          <a:noFill/>
          <a:ln>
            <a:noFill/>
          </a:ln>
        </p:spPr>
      </p:pic>
      <p:sp>
        <p:nvSpPr>
          <p:cNvPr id="574" name="Google Shape;574;g2114997e136_1_34"/>
          <p:cNvSpPr txBox="1"/>
          <p:nvPr/>
        </p:nvSpPr>
        <p:spPr>
          <a:xfrm>
            <a:off x="3951903" y="439083"/>
            <a:ext cx="11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Source Sans Pro"/>
                <a:ea typeface="Source Sans Pro"/>
                <a:cs typeface="Source Sans Pro"/>
                <a:sym typeface="Source Sans Pro"/>
              </a:rPr>
              <a:t>DATA FRAME</a:t>
            </a:r>
            <a:endParaRPr b="0" i="0" sz="1400" u="none" cap="none" strike="noStrike">
              <a:solidFill>
                <a:schemeClr val="dk1"/>
              </a:solidFill>
              <a:latin typeface="Source Sans Pro"/>
              <a:ea typeface="Source Sans Pro"/>
              <a:cs typeface="Source Sans Pro"/>
              <a:sym typeface="Source Sans Pro"/>
            </a:endParaRPr>
          </a:p>
        </p:txBody>
      </p:sp>
      <p:cxnSp>
        <p:nvCxnSpPr>
          <p:cNvPr id="575" name="Google Shape;575;g2114997e136_1_34"/>
          <p:cNvCxnSpPr/>
          <p:nvPr/>
        </p:nvCxnSpPr>
        <p:spPr>
          <a:xfrm>
            <a:off x="3839625" y="776516"/>
            <a:ext cx="1369800" cy="0"/>
          </a:xfrm>
          <a:prstGeom prst="straightConnector1">
            <a:avLst/>
          </a:prstGeom>
          <a:noFill/>
          <a:ln cap="flat" cmpd="sng" w="9525">
            <a:solidFill>
              <a:schemeClr val="dk2"/>
            </a:solidFill>
            <a:prstDash val="solid"/>
            <a:round/>
            <a:headEnd len="sm" w="sm" type="none"/>
            <a:tailEnd len="sm" w="sm" type="none"/>
          </a:ln>
        </p:spPr>
      </p:cxnSp>
      <p:sp>
        <p:nvSpPr>
          <p:cNvPr id="576" name="Google Shape;576;g2114997e136_1_34"/>
          <p:cNvSpPr txBox="1"/>
          <p:nvPr/>
        </p:nvSpPr>
        <p:spPr>
          <a:xfrm>
            <a:off x="3870906" y="1346075"/>
            <a:ext cx="130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Source Sans Pro"/>
                <a:ea typeface="Source Sans Pro"/>
                <a:cs typeface="Source Sans Pro"/>
                <a:sym typeface="Source Sans Pro"/>
              </a:rPr>
              <a:t> Data Transfer</a:t>
            </a:r>
            <a:endParaRPr b="0" i="0" sz="1500" u="none" cap="none" strike="noStrike">
              <a:solidFill>
                <a:schemeClr val="dk1"/>
              </a:solidFill>
              <a:latin typeface="Source Sans Pro"/>
              <a:ea typeface="Source Sans Pro"/>
              <a:cs typeface="Source Sans Pro"/>
              <a:sym typeface="Source Sans Pro"/>
            </a:endParaRPr>
          </a:p>
        </p:txBody>
      </p:sp>
      <p:sp>
        <p:nvSpPr>
          <p:cNvPr id="577" name="Google Shape;577;g2114997e136_1_34"/>
          <p:cNvSpPr txBox="1"/>
          <p:nvPr/>
        </p:nvSpPr>
        <p:spPr>
          <a:xfrm>
            <a:off x="2225850" y="1245088"/>
            <a:ext cx="8637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Source Sans Pro"/>
                <a:ea typeface="Source Sans Pro"/>
                <a:cs typeface="Source Sans Pro"/>
                <a:sym typeface="Source Sans Pro"/>
              </a:rPr>
              <a:t>Name / </a:t>
            </a:r>
            <a:endParaRPr b="0" i="0" sz="1500" u="none"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Source Sans Pro"/>
                <a:ea typeface="Source Sans Pro"/>
                <a:cs typeface="Source Sans Pro"/>
                <a:sym typeface="Source Sans Pro"/>
              </a:rPr>
              <a:t>Priority</a:t>
            </a:r>
            <a:endParaRPr b="0" i="0" sz="1500" u="none" cap="none" strike="noStrike">
              <a:solidFill>
                <a:schemeClr val="dk1"/>
              </a:solidFill>
              <a:latin typeface="Source Sans Pro"/>
              <a:ea typeface="Source Sans Pro"/>
              <a:cs typeface="Source Sans Pro"/>
              <a:sym typeface="Source Sans Pro"/>
            </a:endParaRPr>
          </a:p>
        </p:txBody>
      </p:sp>
      <p:cxnSp>
        <p:nvCxnSpPr>
          <p:cNvPr id="578" name="Google Shape;578;g2114997e136_1_34"/>
          <p:cNvCxnSpPr/>
          <p:nvPr/>
        </p:nvCxnSpPr>
        <p:spPr>
          <a:xfrm>
            <a:off x="218725" y="1872500"/>
            <a:ext cx="8682900" cy="0"/>
          </a:xfrm>
          <a:prstGeom prst="straightConnector1">
            <a:avLst/>
          </a:prstGeom>
          <a:noFill/>
          <a:ln cap="flat" cmpd="sng" w="9525">
            <a:solidFill>
              <a:schemeClr val="dk2"/>
            </a:solidFill>
            <a:prstDash val="solid"/>
            <a:round/>
            <a:headEnd len="med" w="med" type="oval"/>
            <a:tailEnd len="med" w="med" type="oval"/>
          </a:ln>
        </p:spPr>
      </p:cxnSp>
      <p:sp>
        <p:nvSpPr>
          <p:cNvPr id="579" name="Google Shape;579;g2114997e136_1_34"/>
          <p:cNvSpPr txBox="1"/>
          <p:nvPr/>
        </p:nvSpPr>
        <p:spPr>
          <a:xfrm>
            <a:off x="5624800" y="4173375"/>
            <a:ext cx="9537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lang="en" sz="1300" u="sng">
                <a:solidFill>
                  <a:schemeClr val="dk1"/>
                </a:solidFill>
                <a:latin typeface="Source Sans Pro"/>
                <a:ea typeface="Source Sans Pro"/>
                <a:cs typeface="Source Sans Pro"/>
                <a:sym typeface="Source Sans Pro"/>
              </a:rPr>
              <a:t>Brake</a:t>
            </a:r>
            <a:r>
              <a:rPr b="1" i="0" lang="en" sz="1300" u="sng" cap="none" strike="noStrike">
                <a:solidFill>
                  <a:schemeClr val="dk1"/>
                </a:solidFill>
                <a:latin typeface="Source Sans Pro"/>
                <a:ea typeface="Source Sans Pro"/>
                <a:cs typeface="Source Sans Pro"/>
                <a:sym typeface="Source Sans Pro"/>
              </a:rPr>
              <a:t> </a:t>
            </a:r>
            <a:endParaRPr b="1" i="0" sz="1300" u="sng"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rPr b="1" i="0" lang="en" sz="1300" u="sng" cap="none" strike="noStrike">
                <a:solidFill>
                  <a:schemeClr val="dk1"/>
                </a:solidFill>
                <a:latin typeface="Source Sans Pro"/>
                <a:ea typeface="Source Sans Pro"/>
                <a:cs typeface="Source Sans Pro"/>
                <a:sym typeface="Source Sans Pro"/>
              </a:rPr>
              <a:t>Controller </a:t>
            </a:r>
            <a:endParaRPr b="1" i="0" sz="1300" u="sng" cap="none" strike="noStrike">
              <a:solidFill>
                <a:schemeClr val="dk1"/>
              </a:solidFill>
              <a:latin typeface="Source Sans Pro"/>
              <a:ea typeface="Source Sans Pro"/>
              <a:cs typeface="Source Sans Pro"/>
              <a:sym typeface="Source Sans Pro"/>
            </a:endParaRPr>
          </a:p>
        </p:txBody>
      </p:sp>
      <p:cxnSp>
        <p:nvCxnSpPr>
          <p:cNvPr id="580" name="Google Shape;580;g2114997e136_1_34"/>
          <p:cNvCxnSpPr/>
          <p:nvPr/>
        </p:nvCxnSpPr>
        <p:spPr>
          <a:xfrm>
            <a:off x="5388351" y="4254832"/>
            <a:ext cx="440400" cy="220500"/>
          </a:xfrm>
          <a:prstGeom prst="bentConnector3">
            <a:avLst>
              <a:gd fmla="val 50000" name="adj1"/>
            </a:avLst>
          </a:prstGeom>
          <a:noFill/>
          <a:ln cap="flat" cmpd="sng" w="9525">
            <a:solidFill>
              <a:schemeClr val="dk2"/>
            </a:solidFill>
            <a:prstDash val="solid"/>
            <a:round/>
            <a:headEnd len="med" w="med" type="oval"/>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grpSp>
        <p:nvGrpSpPr>
          <p:cNvPr id="585" name="Google Shape;585;g2114997e136_1_124"/>
          <p:cNvGrpSpPr/>
          <p:nvPr/>
        </p:nvGrpSpPr>
        <p:grpSpPr>
          <a:xfrm>
            <a:off x="4713491" y="3994408"/>
            <a:ext cx="634382" cy="644258"/>
            <a:chOff x="4249974" y="1201875"/>
            <a:chExt cx="1958572" cy="1888765"/>
          </a:xfrm>
        </p:grpSpPr>
        <p:sp>
          <p:nvSpPr>
            <p:cNvPr id="586" name="Google Shape;586;g2114997e136_1_124"/>
            <p:cNvSpPr/>
            <p:nvPr/>
          </p:nvSpPr>
          <p:spPr>
            <a:xfrm>
              <a:off x="4468527" y="1411932"/>
              <a:ext cx="1528500" cy="1452600"/>
            </a:xfrm>
            <a:prstGeom prst="pentagon">
              <a:avLst>
                <a:gd fmla="val 105146" name="hf"/>
                <a:gd fmla="val 110557" name="vf"/>
              </a:avLst>
            </a:pr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7" name="Google Shape;587;g2114997e136_1_124"/>
            <p:cNvGrpSpPr/>
            <p:nvPr/>
          </p:nvGrpSpPr>
          <p:grpSpPr>
            <a:xfrm>
              <a:off x="5853092" y="1789143"/>
              <a:ext cx="355454" cy="1047974"/>
              <a:chOff x="5576108" y="2016725"/>
              <a:chExt cx="565200" cy="1666361"/>
            </a:xfrm>
          </p:grpSpPr>
          <p:sp>
            <p:nvSpPr>
              <p:cNvPr id="588" name="Google Shape;588;g2114997e136_1_124"/>
              <p:cNvSpPr/>
              <p:nvPr/>
            </p:nvSpPr>
            <p:spPr>
              <a:xfrm>
                <a:off x="5576108" y="20167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89" name="Google Shape;589;g2114997e136_1_124"/>
              <p:cNvSpPr/>
              <p:nvPr/>
            </p:nvSpPr>
            <p:spPr>
              <a:xfrm rot="6479001">
                <a:off x="5275812" y="3050719"/>
                <a:ext cx="1119386" cy="1529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0" name="Google Shape;590;g2114997e136_1_124"/>
            <p:cNvGrpSpPr/>
            <p:nvPr/>
          </p:nvGrpSpPr>
          <p:grpSpPr>
            <a:xfrm>
              <a:off x="4869762" y="2691677"/>
              <a:ext cx="1013589" cy="398962"/>
              <a:chOff x="4012547" y="3451825"/>
              <a:chExt cx="1611686" cy="634381"/>
            </a:xfrm>
          </p:grpSpPr>
          <p:sp>
            <p:nvSpPr>
              <p:cNvPr id="591" name="Google Shape;591;g2114997e136_1_124"/>
              <p:cNvSpPr/>
              <p:nvPr/>
            </p:nvSpPr>
            <p:spPr>
              <a:xfrm>
                <a:off x="5059033" y="34518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92" name="Google Shape;592;g2114997e136_1_124"/>
              <p:cNvSpPr/>
              <p:nvPr/>
            </p:nvSpPr>
            <p:spPr>
              <a:xfrm rot="10799079">
                <a:off x="4012547" y="3933356"/>
                <a:ext cx="1119600" cy="152700"/>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3" name="Google Shape;593;g2114997e136_1_124"/>
            <p:cNvGrpSpPr/>
            <p:nvPr/>
          </p:nvGrpSpPr>
          <p:grpSpPr>
            <a:xfrm>
              <a:off x="4276986" y="2155730"/>
              <a:ext cx="651917" cy="891586"/>
              <a:chOff x="3069985" y="2599634"/>
              <a:chExt cx="1036598" cy="1417691"/>
            </a:xfrm>
          </p:grpSpPr>
          <p:sp>
            <p:nvSpPr>
              <p:cNvPr id="594" name="Google Shape;594;g2114997e136_1_124"/>
              <p:cNvSpPr/>
              <p:nvPr/>
            </p:nvSpPr>
            <p:spPr>
              <a:xfrm>
                <a:off x="3541383" y="34518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95" name="Google Shape;595;g2114997e136_1_124"/>
              <p:cNvSpPr/>
              <p:nvPr/>
            </p:nvSpPr>
            <p:spPr>
              <a:xfrm rot="-6478717">
                <a:off x="2755849" y="3079179"/>
                <a:ext cx="1119672" cy="153311"/>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6" name="Google Shape;596;g2114997e136_1_124"/>
            <p:cNvGrpSpPr/>
            <p:nvPr/>
          </p:nvGrpSpPr>
          <p:grpSpPr>
            <a:xfrm>
              <a:off x="5054916" y="1201875"/>
              <a:ext cx="999493" cy="602670"/>
              <a:chOff x="4306958" y="1082925"/>
              <a:chExt cx="1589271" cy="958293"/>
            </a:xfrm>
          </p:grpSpPr>
          <p:sp>
            <p:nvSpPr>
              <p:cNvPr id="597" name="Google Shape;597;g2114997e136_1_124"/>
              <p:cNvSpPr/>
              <p:nvPr/>
            </p:nvSpPr>
            <p:spPr>
              <a:xfrm>
                <a:off x="4306958" y="10829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598" name="Google Shape;598;g2114997e136_1_124"/>
              <p:cNvSpPr/>
              <p:nvPr/>
            </p:nvSpPr>
            <p:spPr>
              <a:xfrm rot="2159678">
                <a:off x="4838814" y="1574380"/>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9" name="Google Shape;599;g2114997e136_1_124"/>
            <p:cNvGrpSpPr/>
            <p:nvPr/>
          </p:nvGrpSpPr>
          <p:grpSpPr>
            <a:xfrm>
              <a:off x="4249974" y="1303596"/>
              <a:ext cx="799493" cy="841188"/>
              <a:chOff x="3027033" y="1244670"/>
              <a:chExt cx="1271256" cy="1337555"/>
            </a:xfrm>
          </p:grpSpPr>
          <p:sp>
            <p:nvSpPr>
              <p:cNvPr id="600" name="Google Shape;600;g2114997e136_1_124"/>
              <p:cNvSpPr/>
              <p:nvPr/>
            </p:nvSpPr>
            <p:spPr>
              <a:xfrm>
                <a:off x="3027033" y="2016725"/>
                <a:ext cx="565200" cy="565500"/>
              </a:xfrm>
              <a:prstGeom prst="ellipse">
                <a:avLst/>
              </a:pr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Roboto Medium"/>
                  <a:ea typeface="Roboto Medium"/>
                  <a:cs typeface="Roboto Medium"/>
                  <a:sym typeface="Roboto Medium"/>
                </a:endParaRPr>
              </a:p>
            </p:txBody>
          </p:sp>
          <p:sp>
            <p:nvSpPr>
              <p:cNvPr id="601" name="Google Shape;601;g2114997e136_1_124"/>
              <p:cNvSpPr/>
              <p:nvPr/>
            </p:nvSpPr>
            <p:spPr>
              <a:xfrm rot="-2159137">
                <a:off x="3240452" y="1559001"/>
                <a:ext cx="1119673" cy="153138"/>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602" name="Google Shape;602;g2114997e136_1_124"/>
          <p:cNvGrpSpPr/>
          <p:nvPr/>
        </p:nvGrpSpPr>
        <p:grpSpPr>
          <a:xfrm>
            <a:off x="5712515" y="2167525"/>
            <a:ext cx="800567" cy="646076"/>
            <a:chOff x="6599718" y="2068734"/>
            <a:chExt cx="940737" cy="721067"/>
          </a:xfrm>
        </p:grpSpPr>
        <p:sp>
          <p:nvSpPr>
            <p:cNvPr id="603" name="Google Shape;603;g2114997e136_1_124"/>
            <p:cNvSpPr/>
            <p:nvPr/>
          </p:nvSpPr>
          <p:spPr>
            <a:xfrm>
              <a:off x="7138953" y="2569473"/>
              <a:ext cx="366935" cy="115933"/>
            </a:xfrm>
            <a:custGeom>
              <a:rect b="b" l="l" r="r" t="t"/>
              <a:pathLst>
                <a:path extrusionOk="0" fill="none" h="33338" w="105517">
                  <a:moveTo>
                    <a:pt x="8231" y="0"/>
                  </a:moveTo>
                  <a:cubicBezTo>
                    <a:pt x="6610" y="2526"/>
                    <a:pt x="5253" y="5215"/>
                    <a:pt x="4198" y="8042"/>
                  </a:cubicBezTo>
                  <a:cubicBezTo>
                    <a:pt x="3205" y="10656"/>
                    <a:pt x="2803" y="13182"/>
                    <a:pt x="2803" y="14991"/>
                  </a:cubicBezTo>
                  <a:cubicBezTo>
                    <a:pt x="2790" y="18636"/>
                    <a:pt x="2840" y="21274"/>
                    <a:pt x="1" y="23008"/>
                  </a:cubicBezTo>
                  <a:cubicBezTo>
                    <a:pt x="164" y="23549"/>
                    <a:pt x="239" y="24114"/>
                    <a:pt x="227" y="24667"/>
                  </a:cubicBezTo>
                  <a:lnTo>
                    <a:pt x="227" y="33338"/>
                  </a:lnTo>
                  <a:lnTo>
                    <a:pt x="105517" y="33338"/>
                  </a:lnTo>
                  <a:lnTo>
                    <a:pt x="105517" y="0"/>
                  </a:lnTo>
                  <a:close/>
                </a:path>
              </a:pathLst>
            </a:custGeom>
            <a:noFill/>
            <a:ln cap="flat" cmpd="sng" w="9525">
              <a:solidFill>
                <a:srgbClr val="374F66"/>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g2114997e136_1_124"/>
            <p:cNvSpPr/>
            <p:nvPr/>
          </p:nvSpPr>
          <p:spPr>
            <a:xfrm>
              <a:off x="6650497" y="2579172"/>
              <a:ext cx="346397" cy="118079"/>
            </a:xfrm>
            <a:custGeom>
              <a:rect b="b" l="l" r="r" t="t"/>
              <a:pathLst>
                <a:path extrusionOk="0" fill="none" h="33955" w="99611">
                  <a:moveTo>
                    <a:pt x="99372" y="21891"/>
                  </a:moveTo>
                  <a:cubicBezTo>
                    <a:pt x="99359" y="21325"/>
                    <a:pt x="99435" y="20760"/>
                    <a:pt x="99611" y="20219"/>
                  </a:cubicBezTo>
                  <a:cubicBezTo>
                    <a:pt x="96758" y="18485"/>
                    <a:pt x="96808" y="15847"/>
                    <a:pt x="96796" y="12215"/>
                  </a:cubicBezTo>
                  <a:cubicBezTo>
                    <a:pt x="96796" y="10405"/>
                    <a:pt x="96394" y="7880"/>
                    <a:pt x="95414" y="5253"/>
                  </a:cubicBezTo>
                  <a:cubicBezTo>
                    <a:pt x="94735" y="3444"/>
                    <a:pt x="93931" y="1697"/>
                    <a:pt x="93014" y="1"/>
                  </a:cubicBezTo>
                  <a:lnTo>
                    <a:pt x="0" y="1"/>
                  </a:lnTo>
                  <a:lnTo>
                    <a:pt x="0" y="33954"/>
                  </a:lnTo>
                  <a:lnTo>
                    <a:pt x="99372" y="33954"/>
                  </a:lnTo>
                  <a:close/>
                </a:path>
              </a:pathLst>
            </a:custGeom>
            <a:noFill/>
            <a:ln cap="flat" cmpd="sng" w="9525">
              <a:solidFill>
                <a:srgbClr val="DBE3E8"/>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2114997e136_1_124"/>
            <p:cNvSpPr/>
            <p:nvPr/>
          </p:nvSpPr>
          <p:spPr>
            <a:xfrm>
              <a:off x="7236268" y="2370428"/>
              <a:ext cx="304187" cy="115978"/>
            </a:xfrm>
            <a:custGeom>
              <a:rect b="b" l="l" r="r" t="t"/>
              <a:pathLst>
                <a:path extrusionOk="0" fill="none" h="33351" w="87473">
                  <a:moveTo>
                    <a:pt x="15181" y="0"/>
                  </a:moveTo>
                  <a:cubicBezTo>
                    <a:pt x="12114" y="11913"/>
                    <a:pt x="6975" y="23210"/>
                    <a:pt x="1" y="33350"/>
                  </a:cubicBezTo>
                  <a:lnTo>
                    <a:pt x="87472" y="33350"/>
                  </a:lnTo>
                  <a:lnTo>
                    <a:pt x="87472" y="0"/>
                  </a:lnTo>
                  <a:close/>
                </a:path>
              </a:pathLst>
            </a:custGeom>
            <a:noFill/>
            <a:ln cap="flat" cmpd="sng" w="9525">
              <a:solidFill>
                <a:srgbClr val="4F677B"/>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2114997e136_1_124"/>
            <p:cNvSpPr/>
            <p:nvPr/>
          </p:nvSpPr>
          <p:spPr>
            <a:xfrm>
              <a:off x="7252744" y="2161243"/>
              <a:ext cx="271454" cy="115982"/>
            </a:xfrm>
            <a:custGeom>
              <a:rect b="b" l="l" r="r" t="t"/>
              <a:pathLst>
                <a:path extrusionOk="0" fill="none" h="33352" w="78060">
                  <a:moveTo>
                    <a:pt x="0" y="1"/>
                  </a:moveTo>
                  <a:cubicBezTo>
                    <a:pt x="7288" y="9714"/>
                    <a:pt x="11762" y="21250"/>
                    <a:pt x="12918" y="33351"/>
                  </a:cubicBezTo>
                  <a:lnTo>
                    <a:pt x="78060" y="33351"/>
                  </a:lnTo>
                  <a:lnTo>
                    <a:pt x="78060" y="1"/>
                  </a:lnTo>
                  <a:close/>
                </a:path>
              </a:pathLst>
            </a:custGeom>
            <a:noFill/>
            <a:ln cap="flat" cmpd="sng" w="9525">
              <a:solidFill>
                <a:srgbClr val="B3C3CE"/>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g2114997e136_1_124"/>
            <p:cNvSpPr/>
            <p:nvPr/>
          </p:nvSpPr>
          <p:spPr>
            <a:xfrm>
              <a:off x="6599718" y="2199610"/>
              <a:ext cx="260051" cy="115978"/>
            </a:xfrm>
            <a:custGeom>
              <a:rect b="b" l="l" r="r" t="t"/>
              <a:pathLst>
                <a:path extrusionOk="0" fill="none" h="33351" w="74781">
                  <a:moveTo>
                    <a:pt x="68246" y="28752"/>
                  </a:moveTo>
                  <a:cubicBezTo>
                    <a:pt x="68234" y="18800"/>
                    <a:pt x="70471" y="8973"/>
                    <a:pt x="74781" y="1"/>
                  </a:cubicBezTo>
                  <a:lnTo>
                    <a:pt x="1" y="1"/>
                  </a:lnTo>
                  <a:lnTo>
                    <a:pt x="1" y="33351"/>
                  </a:lnTo>
                  <a:lnTo>
                    <a:pt x="68397" y="33351"/>
                  </a:lnTo>
                  <a:cubicBezTo>
                    <a:pt x="68284" y="31818"/>
                    <a:pt x="68221" y="30285"/>
                    <a:pt x="68246" y="28752"/>
                  </a:cubicBezTo>
                  <a:close/>
                </a:path>
              </a:pathLst>
            </a:custGeom>
            <a:noFill/>
            <a:ln cap="flat" cmpd="sng" w="9525">
              <a:solidFill>
                <a:srgbClr val="8FA1AF"/>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2114997e136_1_124"/>
            <p:cNvSpPr/>
            <p:nvPr/>
          </p:nvSpPr>
          <p:spPr>
            <a:xfrm>
              <a:off x="6605967" y="2389697"/>
              <a:ext cx="307727" cy="116023"/>
            </a:xfrm>
            <a:custGeom>
              <a:rect b="b" l="l" r="r" t="t"/>
              <a:pathLst>
                <a:path extrusionOk="0" fill="none" h="33364" w="88491">
                  <a:moveTo>
                    <a:pt x="70835" y="1"/>
                  </a:moveTo>
                  <a:lnTo>
                    <a:pt x="1" y="1"/>
                  </a:lnTo>
                  <a:lnTo>
                    <a:pt x="1" y="33363"/>
                  </a:lnTo>
                  <a:lnTo>
                    <a:pt x="88490" y="33363"/>
                  </a:lnTo>
                  <a:cubicBezTo>
                    <a:pt x="80662" y="23386"/>
                    <a:pt x="74680" y="12089"/>
                    <a:pt x="70835" y="1"/>
                  </a:cubicBezTo>
                  <a:close/>
                </a:path>
              </a:pathLst>
            </a:custGeom>
            <a:noFill/>
            <a:ln cap="flat" cmpd="sng" w="9525">
              <a:solidFill>
                <a:srgbClr val="C9D4DC"/>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9" name="Google Shape;609;g2114997e136_1_124"/>
            <p:cNvGrpSpPr/>
            <p:nvPr/>
          </p:nvGrpSpPr>
          <p:grpSpPr>
            <a:xfrm>
              <a:off x="6836957" y="2068734"/>
              <a:ext cx="461892" cy="721067"/>
              <a:chOff x="6836957" y="2068734"/>
              <a:chExt cx="461892" cy="721067"/>
            </a:xfrm>
          </p:grpSpPr>
          <p:sp>
            <p:nvSpPr>
              <p:cNvPr id="610" name="Google Shape;610;g2114997e136_1_124"/>
              <p:cNvSpPr/>
              <p:nvPr/>
            </p:nvSpPr>
            <p:spPr>
              <a:xfrm>
                <a:off x="7080441" y="2287271"/>
                <a:ext cx="187336" cy="123319"/>
              </a:xfrm>
              <a:custGeom>
                <a:rect b="b" l="l" r="r" t="t"/>
                <a:pathLst>
                  <a:path extrusionOk="0" fill="none" h="35462" w="53871">
                    <a:moveTo>
                      <a:pt x="1" y="35461"/>
                    </a:moveTo>
                    <a:lnTo>
                      <a:pt x="47249" y="35461"/>
                    </a:lnTo>
                    <a:cubicBezTo>
                      <a:pt x="51018" y="26213"/>
                      <a:pt x="52665" y="18083"/>
                      <a:pt x="53368" y="12453"/>
                    </a:cubicBezTo>
                    <a:lnTo>
                      <a:pt x="53368" y="12415"/>
                    </a:lnTo>
                    <a:cubicBezTo>
                      <a:pt x="53381" y="12315"/>
                      <a:pt x="53381" y="12227"/>
                      <a:pt x="53393" y="12139"/>
                    </a:cubicBezTo>
                    <a:lnTo>
                      <a:pt x="53419" y="11950"/>
                    </a:lnTo>
                    <a:lnTo>
                      <a:pt x="53469" y="11548"/>
                    </a:lnTo>
                    <a:cubicBezTo>
                      <a:pt x="53506" y="11171"/>
                      <a:pt x="53544" y="10807"/>
                      <a:pt x="53582" y="10455"/>
                    </a:cubicBezTo>
                    <a:cubicBezTo>
                      <a:pt x="53620" y="10091"/>
                      <a:pt x="53645" y="9789"/>
                      <a:pt x="53670" y="9487"/>
                    </a:cubicBezTo>
                    <a:lnTo>
                      <a:pt x="53682" y="9362"/>
                    </a:lnTo>
                    <a:lnTo>
                      <a:pt x="53682" y="9324"/>
                    </a:lnTo>
                    <a:cubicBezTo>
                      <a:pt x="53871" y="6899"/>
                      <a:pt x="53846" y="5441"/>
                      <a:pt x="53846" y="5253"/>
                    </a:cubicBezTo>
                    <a:lnTo>
                      <a:pt x="53833" y="5077"/>
                    </a:lnTo>
                    <a:lnTo>
                      <a:pt x="53833" y="4951"/>
                    </a:lnTo>
                    <a:cubicBezTo>
                      <a:pt x="53833" y="3280"/>
                      <a:pt x="53758" y="1634"/>
                      <a:pt x="53620" y="0"/>
                    </a:cubicBezTo>
                    <a:lnTo>
                      <a:pt x="1" y="0"/>
                    </a:lnTo>
                    <a:close/>
                  </a:path>
                </a:pathLst>
              </a:custGeom>
              <a:noFill/>
              <a:ln cap="flat" cmpd="sng" w="9525">
                <a:solidFill>
                  <a:srgbClr val="4F677B"/>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g2114997e136_1_124"/>
              <p:cNvSpPr/>
              <p:nvPr/>
            </p:nvSpPr>
            <p:spPr>
              <a:xfrm>
                <a:off x="7080441" y="2105091"/>
                <a:ext cx="182750" cy="157141"/>
              </a:xfrm>
              <a:custGeom>
                <a:rect b="b" l="l" r="r" t="t"/>
                <a:pathLst>
                  <a:path extrusionOk="0" fill="none" h="45188" w="52552">
                    <a:moveTo>
                      <a:pt x="1" y="45188"/>
                    </a:moveTo>
                    <a:lnTo>
                      <a:pt x="52551" y="45188"/>
                    </a:lnTo>
                    <a:cubicBezTo>
                      <a:pt x="47211" y="20458"/>
                      <a:pt x="25899" y="1609"/>
                      <a:pt x="1" y="1"/>
                    </a:cubicBezTo>
                    <a:close/>
                  </a:path>
                </a:pathLst>
              </a:custGeom>
              <a:noFill/>
              <a:ln cap="flat" cmpd="sng" w="9525">
                <a:solidFill>
                  <a:srgbClr val="B3C3CE"/>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2114997e136_1_124"/>
              <p:cNvSpPr/>
              <p:nvPr/>
            </p:nvSpPr>
            <p:spPr>
              <a:xfrm>
                <a:off x="6872702" y="2287006"/>
                <a:ext cx="187378" cy="123364"/>
              </a:xfrm>
              <a:custGeom>
                <a:rect b="b" l="l" r="r" t="t"/>
                <a:pathLst>
                  <a:path extrusionOk="0" fill="none" h="35475" w="53883">
                    <a:moveTo>
                      <a:pt x="53883" y="1"/>
                    </a:moveTo>
                    <a:lnTo>
                      <a:pt x="239" y="1"/>
                    </a:lnTo>
                    <a:cubicBezTo>
                      <a:pt x="101" y="1634"/>
                      <a:pt x="13" y="3293"/>
                      <a:pt x="13" y="4964"/>
                    </a:cubicBezTo>
                    <a:lnTo>
                      <a:pt x="13" y="5266"/>
                    </a:lnTo>
                    <a:cubicBezTo>
                      <a:pt x="13" y="5454"/>
                      <a:pt x="0" y="6912"/>
                      <a:pt x="189" y="9312"/>
                    </a:cubicBezTo>
                    <a:lnTo>
                      <a:pt x="189" y="9375"/>
                    </a:lnTo>
                    <a:lnTo>
                      <a:pt x="189" y="9488"/>
                    </a:lnTo>
                    <a:lnTo>
                      <a:pt x="189" y="9488"/>
                    </a:lnTo>
                    <a:cubicBezTo>
                      <a:pt x="214" y="9802"/>
                      <a:pt x="252" y="10116"/>
                      <a:pt x="277" y="10443"/>
                    </a:cubicBezTo>
                    <a:cubicBezTo>
                      <a:pt x="314" y="10820"/>
                      <a:pt x="352" y="11185"/>
                      <a:pt x="390" y="11536"/>
                    </a:cubicBezTo>
                    <a:lnTo>
                      <a:pt x="440" y="11964"/>
                    </a:lnTo>
                    <a:lnTo>
                      <a:pt x="465" y="12140"/>
                    </a:lnTo>
                    <a:lnTo>
                      <a:pt x="503" y="12416"/>
                    </a:lnTo>
                    <a:lnTo>
                      <a:pt x="503" y="12466"/>
                    </a:lnTo>
                    <a:cubicBezTo>
                      <a:pt x="1194" y="18083"/>
                      <a:pt x="2840" y="26226"/>
                      <a:pt x="6610" y="35475"/>
                    </a:cubicBezTo>
                    <a:lnTo>
                      <a:pt x="53883" y="35475"/>
                    </a:lnTo>
                    <a:close/>
                  </a:path>
                </a:pathLst>
              </a:custGeom>
              <a:noFill/>
              <a:ln cap="flat" cmpd="sng" w="9525">
                <a:solidFill>
                  <a:srgbClr val="C9D4DC"/>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2114997e136_1_124"/>
              <p:cNvSpPr/>
              <p:nvPr/>
            </p:nvSpPr>
            <p:spPr>
              <a:xfrm>
                <a:off x="6902504" y="2430686"/>
                <a:ext cx="152902" cy="185984"/>
              </a:xfrm>
              <a:custGeom>
                <a:rect b="b" l="l" r="r" t="t"/>
                <a:pathLst>
                  <a:path extrusionOk="0" fill="none" h="53482" w="43969">
                    <a:moveTo>
                      <a:pt x="43968" y="1"/>
                    </a:moveTo>
                    <a:lnTo>
                      <a:pt x="0" y="1"/>
                    </a:lnTo>
                    <a:cubicBezTo>
                      <a:pt x="4235" y="8319"/>
                      <a:pt x="10254" y="17191"/>
                      <a:pt x="18837" y="25723"/>
                    </a:cubicBezTo>
                    <a:cubicBezTo>
                      <a:pt x="24454" y="31315"/>
                      <a:pt x="28638" y="37724"/>
                      <a:pt x="31302" y="44823"/>
                    </a:cubicBezTo>
                    <a:cubicBezTo>
                      <a:pt x="31792" y="46130"/>
                      <a:pt x="32194" y="47462"/>
                      <a:pt x="32508" y="48819"/>
                    </a:cubicBezTo>
                    <a:cubicBezTo>
                      <a:pt x="33111" y="51534"/>
                      <a:pt x="35524" y="53469"/>
                      <a:pt x="38301" y="53481"/>
                    </a:cubicBezTo>
                    <a:lnTo>
                      <a:pt x="43968" y="53481"/>
                    </a:lnTo>
                    <a:close/>
                  </a:path>
                </a:pathLst>
              </a:custGeom>
              <a:noFill/>
              <a:ln cap="flat" cmpd="sng" w="9525">
                <a:solidFill>
                  <a:srgbClr val="DBE3E8"/>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g2114997e136_1_124"/>
              <p:cNvSpPr/>
              <p:nvPr/>
            </p:nvSpPr>
            <p:spPr>
              <a:xfrm>
                <a:off x="6877289" y="2104831"/>
                <a:ext cx="182791" cy="157141"/>
              </a:xfrm>
              <a:custGeom>
                <a:rect b="b" l="l" r="r" t="t"/>
                <a:pathLst>
                  <a:path extrusionOk="0" fill="none" h="45188" w="52564">
                    <a:moveTo>
                      <a:pt x="52564" y="45187"/>
                    </a:moveTo>
                    <a:lnTo>
                      <a:pt x="52564" y="0"/>
                    </a:lnTo>
                    <a:cubicBezTo>
                      <a:pt x="26653" y="1621"/>
                      <a:pt x="5354" y="20470"/>
                      <a:pt x="1" y="45187"/>
                    </a:cubicBezTo>
                    <a:close/>
                  </a:path>
                </a:pathLst>
              </a:custGeom>
              <a:noFill/>
              <a:ln cap="flat" cmpd="sng" w="9525">
                <a:solidFill>
                  <a:srgbClr val="8FA1AF"/>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g2114997e136_1_124"/>
              <p:cNvSpPr/>
              <p:nvPr/>
            </p:nvSpPr>
            <p:spPr>
              <a:xfrm>
                <a:off x="7080441" y="2430686"/>
                <a:ext cx="152860" cy="185938"/>
              </a:xfrm>
              <a:custGeom>
                <a:rect b="b" l="l" r="r" t="t"/>
                <a:pathLst>
                  <a:path extrusionOk="0" fill="none" h="53469" w="43957">
                    <a:moveTo>
                      <a:pt x="1" y="1"/>
                    </a:moveTo>
                    <a:lnTo>
                      <a:pt x="1" y="53469"/>
                    </a:lnTo>
                    <a:lnTo>
                      <a:pt x="5668" y="53469"/>
                    </a:lnTo>
                    <a:cubicBezTo>
                      <a:pt x="8445" y="53456"/>
                      <a:pt x="10845" y="51521"/>
                      <a:pt x="11448" y="48819"/>
                    </a:cubicBezTo>
                    <a:cubicBezTo>
                      <a:pt x="11762" y="47450"/>
                      <a:pt x="12165" y="46118"/>
                      <a:pt x="12655" y="44811"/>
                    </a:cubicBezTo>
                    <a:cubicBezTo>
                      <a:pt x="15319" y="37724"/>
                      <a:pt x="19503" y="31302"/>
                      <a:pt x="25120" y="25723"/>
                    </a:cubicBezTo>
                    <a:cubicBezTo>
                      <a:pt x="33703" y="17191"/>
                      <a:pt x="39722" y="8319"/>
                      <a:pt x="43956" y="1"/>
                    </a:cubicBezTo>
                    <a:close/>
                  </a:path>
                </a:pathLst>
              </a:custGeom>
              <a:noFill/>
              <a:ln cap="flat" cmpd="sng" w="9525">
                <a:solidFill>
                  <a:srgbClr val="374F66"/>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6" name="Google Shape;616;g2114997e136_1_124"/>
              <p:cNvGrpSpPr/>
              <p:nvPr/>
            </p:nvGrpSpPr>
            <p:grpSpPr>
              <a:xfrm>
                <a:off x="6836957" y="2068734"/>
                <a:ext cx="461892" cy="721067"/>
                <a:chOff x="6836957" y="2068734"/>
                <a:chExt cx="461892" cy="721067"/>
              </a:xfrm>
            </p:grpSpPr>
            <p:sp>
              <p:nvSpPr>
                <p:cNvPr id="617" name="Google Shape;617;g2114997e136_1_124"/>
                <p:cNvSpPr/>
                <p:nvPr/>
              </p:nvSpPr>
              <p:spPr>
                <a:xfrm>
                  <a:off x="6996059" y="2711098"/>
                  <a:ext cx="143729" cy="78703"/>
                </a:xfrm>
                <a:custGeom>
                  <a:rect b="b" l="l" r="r" t="t"/>
                  <a:pathLst>
                    <a:path extrusionOk="0" fill="none" h="22632" w="41331">
                      <a:moveTo>
                        <a:pt x="20659" y="22632"/>
                      </a:moveTo>
                      <a:lnTo>
                        <a:pt x="20659" y="22632"/>
                      </a:lnTo>
                      <a:cubicBezTo>
                        <a:pt x="19252" y="22632"/>
                        <a:pt x="1" y="15658"/>
                        <a:pt x="1" y="5253"/>
                      </a:cubicBezTo>
                      <a:lnTo>
                        <a:pt x="1" y="0"/>
                      </a:lnTo>
                      <a:lnTo>
                        <a:pt x="41318" y="0"/>
                      </a:lnTo>
                      <a:lnTo>
                        <a:pt x="41318" y="5253"/>
                      </a:lnTo>
                      <a:cubicBezTo>
                        <a:pt x="41330" y="14125"/>
                        <a:pt x="22079" y="22632"/>
                        <a:pt x="20659" y="22632"/>
                      </a:cubicBezTo>
                      <a:close/>
                    </a:path>
                  </a:pathLst>
                </a:custGeom>
                <a:noFill/>
                <a:ln cap="flat" cmpd="sng" w="9525">
                  <a:solidFill>
                    <a:srgbClr val="E3E7EA"/>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g2114997e136_1_124"/>
                <p:cNvSpPr/>
                <p:nvPr/>
              </p:nvSpPr>
              <p:spPr>
                <a:xfrm>
                  <a:off x="6996059" y="2647693"/>
                  <a:ext cx="143683" cy="88753"/>
                </a:xfrm>
                <a:custGeom>
                  <a:rect b="b" l="l" r="r" t="t"/>
                  <a:pathLst>
                    <a:path extrusionOk="0" fill="none" h="25522" w="41318">
                      <a:moveTo>
                        <a:pt x="667" y="0"/>
                      </a:moveTo>
                      <a:lnTo>
                        <a:pt x="40652" y="0"/>
                      </a:lnTo>
                      <a:cubicBezTo>
                        <a:pt x="41016" y="0"/>
                        <a:pt x="41318" y="980"/>
                        <a:pt x="41318" y="2199"/>
                      </a:cubicBezTo>
                      <a:lnTo>
                        <a:pt x="41318" y="23323"/>
                      </a:lnTo>
                      <a:cubicBezTo>
                        <a:pt x="41318" y="24542"/>
                        <a:pt x="41016" y="25522"/>
                        <a:pt x="40652" y="25522"/>
                      </a:cubicBezTo>
                      <a:lnTo>
                        <a:pt x="667" y="25522"/>
                      </a:lnTo>
                      <a:cubicBezTo>
                        <a:pt x="302" y="25522"/>
                        <a:pt x="1" y="24542"/>
                        <a:pt x="1" y="23323"/>
                      </a:cubicBezTo>
                      <a:lnTo>
                        <a:pt x="1" y="2187"/>
                      </a:lnTo>
                      <a:cubicBezTo>
                        <a:pt x="1" y="980"/>
                        <a:pt x="302" y="0"/>
                        <a:pt x="667" y="0"/>
                      </a:cubicBezTo>
                      <a:close/>
                    </a:path>
                  </a:pathLst>
                </a:custGeom>
                <a:noFill/>
                <a:ln cap="flat" cmpd="sng" w="9525">
                  <a:solidFill>
                    <a:srgbClr val="E3E7EA"/>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g2114997e136_1_124"/>
                <p:cNvSpPr/>
                <p:nvPr/>
              </p:nvSpPr>
              <p:spPr>
                <a:xfrm>
                  <a:off x="6990467" y="2723683"/>
                  <a:ext cx="154870" cy="12721"/>
                </a:xfrm>
                <a:custGeom>
                  <a:rect b="b" l="l" r="r" t="t"/>
                  <a:pathLst>
                    <a:path extrusionOk="0" fill="none" h="3658" w="44535">
                      <a:moveTo>
                        <a:pt x="327" y="0"/>
                      </a:moveTo>
                      <a:lnTo>
                        <a:pt x="44207" y="0"/>
                      </a:lnTo>
                      <a:cubicBezTo>
                        <a:pt x="44383" y="0"/>
                        <a:pt x="44534" y="139"/>
                        <a:pt x="44534" y="327"/>
                      </a:cubicBezTo>
                      <a:lnTo>
                        <a:pt x="44534" y="3343"/>
                      </a:lnTo>
                      <a:cubicBezTo>
                        <a:pt x="44534" y="3519"/>
                        <a:pt x="44383" y="3657"/>
                        <a:pt x="44207" y="3657"/>
                      </a:cubicBezTo>
                      <a:lnTo>
                        <a:pt x="327" y="3657"/>
                      </a:lnTo>
                      <a:cubicBezTo>
                        <a:pt x="151" y="3657"/>
                        <a:pt x="0" y="3519"/>
                        <a:pt x="0" y="3343"/>
                      </a:cubicBezTo>
                      <a:lnTo>
                        <a:pt x="0" y="327"/>
                      </a:lnTo>
                      <a:cubicBezTo>
                        <a:pt x="0" y="139"/>
                        <a:pt x="151" y="0"/>
                        <a:pt x="327" y="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g2114997e136_1_124"/>
                <p:cNvSpPr/>
                <p:nvPr/>
              </p:nvSpPr>
              <p:spPr>
                <a:xfrm>
                  <a:off x="6990467" y="2698339"/>
                  <a:ext cx="154870" cy="12762"/>
                </a:xfrm>
                <a:custGeom>
                  <a:rect b="b" l="l" r="r" t="t"/>
                  <a:pathLst>
                    <a:path extrusionOk="0" fill="none" h="3670" w="44535">
                      <a:moveTo>
                        <a:pt x="42700" y="3669"/>
                      </a:moveTo>
                      <a:lnTo>
                        <a:pt x="1835" y="3669"/>
                      </a:lnTo>
                      <a:cubicBezTo>
                        <a:pt x="830" y="3657"/>
                        <a:pt x="13" y="2840"/>
                        <a:pt x="0" y="1835"/>
                      </a:cubicBezTo>
                      <a:lnTo>
                        <a:pt x="0" y="1835"/>
                      </a:lnTo>
                      <a:cubicBezTo>
                        <a:pt x="13" y="817"/>
                        <a:pt x="830" y="0"/>
                        <a:pt x="1835" y="0"/>
                      </a:cubicBezTo>
                      <a:lnTo>
                        <a:pt x="42700" y="0"/>
                      </a:lnTo>
                      <a:cubicBezTo>
                        <a:pt x="43717" y="0"/>
                        <a:pt x="44534" y="817"/>
                        <a:pt x="44534" y="1835"/>
                      </a:cubicBezTo>
                      <a:lnTo>
                        <a:pt x="44534" y="1835"/>
                      </a:lnTo>
                      <a:cubicBezTo>
                        <a:pt x="44534" y="2840"/>
                        <a:pt x="43717" y="3657"/>
                        <a:pt x="42700" y="3669"/>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2114997e136_1_124"/>
                <p:cNvSpPr/>
                <p:nvPr/>
              </p:nvSpPr>
              <p:spPr>
                <a:xfrm>
                  <a:off x="6990467" y="2647648"/>
                  <a:ext cx="154870" cy="12762"/>
                </a:xfrm>
                <a:custGeom>
                  <a:rect b="b" l="l" r="r" t="t"/>
                  <a:pathLst>
                    <a:path extrusionOk="0" fill="none" h="3670" w="44535">
                      <a:moveTo>
                        <a:pt x="42700" y="3670"/>
                      </a:moveTo>
                      <a:lnTo>
                        <a:pt x="1835" y="3670"/>
                      </a:lnTo>
                      <a:cubicBezTo>
                        <a:pt x="830" y="3670"/>
                        <a:pt x="13" y="2853"/>
                        <a:pt x="0" y="1835"/>
                      </a:cubicBezTo>
                      <a:lnTo>
                        <a:pt x="0" y="1835"/>
                      </a:lnTo>
                      <a:cubicBezTo>
                        <a:pt x="13" y="830"/>
                        <a:pt x="830" y="13"/>
                        <a:pt x="1835" y="1"/>
                      </a:cubicBezTo>
                      <a:lnTo>
                        <a:pt x="42700" y="1"/>
                      </a:lnTo>
                      <a:cubicBezTo>
                        <a:pt x="43717" y="13"/>
                        <a:pt x="44534" y="830"/>
                        <a:pt x="44534" y="1835"/>
                      </a:cubicBezTo>
                      <a:lnTo>
                        <a:pt x="44534" y="1835"/>
                      </a:lnTo>
                      <a:cubicBezTo>
                        <a:pt x="44534" y="2853"/>
                        <a:pt x="43717" y="3670"/>
                        <a:pt x="42700" y="367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g2114997e136_1_124"/>
                <p:cNvSpPr/>
                <p:nvPr/>
              </p:nvSpPr>
              <p:spPr>
                <a:xfrm>
                  <a:off x="6990467" y="2672992"/>
                  <a:ext cx="154870" cy="12766"/>
                </a:xfrm>
                <a:custGeom>
                  <a:rect b="b" l="l" r="r" t="t"/>
                  <a:pathLst>
                    <a:path extrusionOk="0" fill="none" h="3671" w="44535">
                      <a:moveTo>
                        <a:pt x="42700" y="3670"/>
                      </a:moveTo>
                      <a:lnTo>
                        <a:pt x="1835" y="3670"/>
                      </a:lnTo>
                      <a:cubicBezTo>
                        <a:pt x="817" y="3670"/>
                        <a:pt x="0" y="2841"/>
                        <a:pt x="0" y="1836"/>
                      </a:cubicBezTo>
                      <a:lnTo>
                        <a:pt x="0" y="1836"/>
                      </a:lnTo>
                      <a:cubicBezTo>
                        <a:pt x="13" y="818"/>
                        <a:pt x="830" y="1"/>
                        <a:pt x="1835" y="1"/>
                      </a:cubicBezTo>
                      <a:lnTo>
                        <a:pt x="42700" y="1"/>
                      </a:lnTo>
                      <a:cubicBezTo>
                        <a:pt x="43717" y="1"/>
                        <a:pt x="44534" y="818"/>
                        <a:pt x="44534" y="1836"/>
                      </a:cubicBezTo>
                      <a:lnTo>
                        <a:pt x="44534" y="1836"/>
                      </a:lnTo>
                      <a:cubicBezTo>
                        <a:pt x="44534" y="2841"/>
                        <a:pt x="43717" y="3670"/>
                        <a:pt x="42700" y="3670"/>
                      </a:cubicBezTo>
                      <a:close/>
                    </a:path>
                  </a:pathLst>
                </a:custGeom>
                <a:noFill/>
                <a:ln cap="flat" cmpd="sng" w="9525">
                  <a:solidFill>
                    <a:srgbClr val="EEF0F2"/>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g2114997e136_1_124"/>
                <p:cNvSpPr/>
                <p:nvPr/>
              </p:nvSpPr>
              <p:spPr>
                <a:xfrm>
                  <a:off x="6836957" y="2068734"/>
                  <a:ext cx="461892" cy="589756"/>
                </a:xfrm>
                <a:custGeom>
                  <a:rect b="b" l="l" r="r" t="t"/>
                  <a:pathLst>
                    <a:path extrusionOk="0" fill="none" h="169592" w="132823">
                      <a:moveTo>
                        <a:pt x="132307" y="74442"/>
                      </a:moveTo>
                      <a:cubicBezTo>
                        <a:pt x="132332" y="74278"/>
                        <a:pt x="132345" y="74127"/>
                        <a:pt x="132357" y="73977"/>
                      </a:cubicBezTo>
                      <a:cubicBezTo>
                        <a:pt x="132408" y="73562"/>
                        <a:pt x="132458" y="73135"/>
                        <a:pt x="132496" y="72720"/>
                      </a:cubicBezTo>
                      <a:cubicBezTo>
                        <a:pt x="132533" y="72343"/>
                        <a:pt x="132558" y="71991"/>
                        <a:pt x="132584" y="71639"/>
                      </a:cubicBezTo>
                      <a:cubicBezTo>
                        <a:pt x="132584" y="71577"/>
                        <a:pt x="132596" y="71501"/>
                        <a:pt x="132609" y="71438"/>
                      </a:cubicBezTo>
                      <a:cubicBezTo>
                        <a:pt x="132759" y="69754"/>
                        <a:pt x="132822" y="68071"/>
                        <a:pt x="132797" y="66387"/>
                      </a:cubicBezTo>
                      <a:cubicBezTo>
                        <a:pt x="132797" y="29719"/>
                        <a:pt x="103079" y="1"/>
                        <a:pt x="66411" y="1"/>
                      </a:cubicBezTo>
                      <a:cubicBezTo>
                        <a:pt x="29744" y="1"/>
                        <a:pt x="25" y="29719"/>
                        <a:pt x="25" y="66387"/>
                      </a:cubicBezTo>
                      <a:cubicBezTo>
                        <a:pt x="0" y="68071"/>
                        <a:pt x="63" y="69754"/>
                        <a:pt x="214" y="71438"/>
                      </a:cubicBezTo>
                      <a:cubicBezTo>
                        <a:pt x="214" y="71501"/>
                        <a:pt x="226" y="71577"/>
                        <a:pt x="239" y="71639"/>
                      </a:cubicBezTo>
                      <a:cubicBezTo>
                        <a:pt x="264" y="71991"/>
                        <a:pt x="289" y="72343"/>
                        <a:pt x="327" y="72720"/>
                      </a:cubicBezTo>
                      <a:cubicBezTo>
                        <a:pt x="365" y="73135"/>
                        <a:pt x="415" y="73562"/>
                        <a:pt x="465" y="73977"/>
                      </a:cubicBezTo>
                      <a:cubicBezTo>
                        <a:pt x="478" y="74127"/>
                        <a:pt x="490" y="74278"/>
                        <a:pt x="515" y="74442"/>
                      </a:cubicBezTo>
                      <a:cubicBezTo>
                        <a:pt x="528" y="74617"/>
                        <a:pt x="553" y="74806"/>
                        <a:pt x="578" y="74994"/>
                      </a:cubicBezTo>
                      <a:cubicBezTo>
                        <a:pt x="2187" y="87887"/>
                        <a:pt x="8306" y="113182"/>
                        <a:pt x="31390" y="136140"/>
                      </a:cubicBezTo>
                      <a:cubicBezTo>
                        <a:pt x="35926" y="140652"/>
                        <a:pt x="39545" y="146030"/>
                        <a:pt x="41782" y="152036"/>
                      </a:cubicBezTo>
                      <a:cubicBezTo>
                        <a:pt x="42775" y="154650"/>
                        <a:pt x="43164" y="157176"/>
                        <a:pt x="43177" y="158985"/>
                      </a:cubicBezTo>
                      <a:cubicBezTo>
                        <a:pt x="43202" y="166299"/>
                        <a:pt x="42976" y="169591"/>
                        <a:pt x="66411" y="169591"/>
                      </a:cubicBezTo>
                      <a:cubicBezTo>
                        <a:pt x="89834" y="169591"/>
                        <a:pt x="89621" y="166286"/>
                        <a:pt x="89646" y="158985"/>
                      </a:cubicBezTo>
                      <a:cubicBezTo>
                        <a:pt x="89646" y="157176"/>
                        <a:pt x="90048" y="154650"/>
                        <a:pt x="91041" y="152036"/>
                      </a:cubicBezTo>
                      <a:cubicBezTo>
                        <a:pt x="93277" y="146042"/>
                        <a:pt x="96896" y="140652"/>
                        <a:pt x="101433" y="136140"/>
                      </a:cubicBezTo>
                      <a:cubicBezTo>
                        <a:pt x="124516" y="113182"/>
                        <a:pt x="130636" y="87887"/>
                        <a:pt x="132244" y="74994"/>
                      </a:cubicBezTo>
                      <a:cubicBezTo>
                        <a:pt x="132269" y="74806"/>
                        <a:pt x="132295" y="74617"/>
                        <a:pt x="132307" y="74442"/>
                      </a:cubicBezTo>
                      <a:close/>
                    </a:path>
                  </a:pathLst>
                </a:custGeom>
                <a:noFill/>
                <a:ln cap="flat" cmpd="sng" w="9525">
                  <a:solidFill>
                    <a:srgbClr val="FEFEFE"/>
                  </a:solidFill>
                  <a:prstDash val="solid"/>
                  <a:miter lim="1256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grpSp>
        <p:nvGrpSpPr>
          <p:cNvPr id="624" name="Google Shape;624;g2114997e136_1_124"/>
          <p:cNvGrpSpPr/>
          <p:nvPr/>
        </p:nvGrpSpPr>
        <p:grpSpPr>
          <a:xfrm>
            <a:off x="2591355" y="3997157"/>
            <a:ext cx="606451" cy="638257"/>
            <a:chOff x="2559249" y="2069323"/>
            <a:chExt cx="685565" cy="685635"/>
          </a:xfrm>
        </p:grpSpPr>
        <p:sp>
          <p:nvSpPr>
            <p:cNvPr id="625" name="Google Shape;625;g2114997e136_1_124"/>
            <p:cNvSpPr/>
            <p:nvPr/>
          </p:nvSpPr>
          <p:spPr>
            <a:xfrm>
              <a:off x="2637836" y="2532965"/>
              <a:ext cx="376180" cy="221993"/>
            </a:xfrm>
            <a:custGeom>
              <a:rect b="b" l="l" r="r" t="t"/>
              <a:pathLst>
                <a:path extrusionOk="0" h="67784" w="114864">
                  <a:moveTo>
                    <a:pt x="106357" y="13065"/>
                  </a:moveTo>
                  <a:cubicBezTo>
                    <a:pt x="104189" y="14178"/>
                    <a:pt x="101932" y="15164"/>
                    <a:pt x="99610" y="15997"/>
                  </a:cubicBezTo>
                  <a:cubicBezTo>
                    <a:pt x="99509" y="16034"/>
                    <a:pt x="99407" y="16071"/>
                    <a:pt x="99307" y="16108"/>
                  </a:cubicBezTo>
                  <a:lnTo>
                    <a:pt x="99307" y="16108"/>
                  </a:lnTo>
                  <a:cubicBezTo>
                    <a:pt x="101716" y="15259"/>
                    <a:pt x="104072" y="14244"/>
                    <a:pt x="106357" y="13065"/>
                  </a:cubicBezTo>
                  <a:close/>
                  <a:moveTo>
                    <a:pt x="28508" y="0"/>
                  </a:moveTo>
                  <a:cubicBezTo>
                    <a:pt x="24492" y="0"/>
                    <a:pt x="20462" y="1024"/>
                    <a:pt x="16807" y="3134"/>
                  </a:cubicBezTo>
                  <a:lnTo>
                    <a:pt x="16196" y="3489"/>
                  </a:lnTo>
                  <a:cubicBezTo>
                    <a:pt x="1800" y="11798"/>
                    <a:pt x="1" y="31827"/>
                    <a:pt x="12628" y="42646"/>
                  </a:cubicBezTo>
                  <a:cubicBezTo>
                    <a:pt x="28344" y="56100"/>
                    <a:pt x="48088" y="64977"/>
                    <a:pt x="69813" y="67214"/>
                  </a:cubicBezTo>
                  <a:cubicBezTo>
                    <a:pt x="70015" y="67229"/>
                    <a:pt x="70217" y="67254"/>
                    <a:pt x="70424" y="67273"/>
                  </a:cubicBezTo>
                  <a:cubicBezTo>
                    <a:pt x="70803" y="67313"/>
                    <a:pt x="71193" y="67347"/>
                    <a:pt x="71572" y="67377"/>
                  </a:cubicBezTo>
                  <a:cubicBezTo>
                    <a:pt x="72085" y="67421"/>
                    <a:pt x="72592" y="67465"/>
                    <a:pt x="73100" y="67500"/>
                  </a:cubicBezTo>
                  <a:lnTo>
                    <a:pt x="73445" y="67525"/>
                  </a:lnTo>
                  <a:cubicBezTo>
                    <a:pt x="75888" y="67697"/>
                    <a:pt x="78340" y="67783"/>
                    <a:pt x="80797" y="67783"/>
                  </a:cubicBezTo>
                  <a:cubicBezTo>
                    <a:pt x="92212" y="67783"/>
                    <a:pt x="103723" y="65913"/>
                    <a:pt x="114864" y="62044"/>
                  </a:cubicBezTo>
                  <a:lnTo>
                    <a:pt x="114864" y="62044"/>
                  </a:lnTo>
                  <a:cubicBezTo>
                    <a:pt x="112427" y="62820"/>
                    <a:pt x="109978" y="63185"/>
                    <a:pt x="107581" y="63185"/>
                  </a:cubicBezTo>
                  <a:cubicBezTo>
                    <a:pt x="94740" y="63185"/>
                    <a:pt x="83396" y="52710"/>
                    <a:pt x="83396" y="38875"/>
                  </a:cubicBezTo>
                  <a:cubicBezTo>
                    <a:pt x="83396" y="28688"/>
                    <a:pt x="89785" y="19663"/>
                    <a:pt x="99307" y="16108"/>
                  </a:cubicBezTo>
                  <a:lnTo>
                    <a:pt x="99307" y="16108"/>
                  </a:lnTo>
                  <a:cubicBezTo>
                    <a:pt x="93355" y="18205"/>
                    <a:pt x="87080" y="19284"/>
                    <a:pt x="80750" y="19284"/>
                  </a:cubicBezTo>
                  <a:cubicBezTo>
                    <a:pt x="79680" y="19284"/>
                    <a:pt x="78608" y="19253"/>
                    <a:pt x="77536" y="19191"/>
                  </a:cubicBezTo>
                  <a:cubicBezTo>
                    <a:pt x="77230" y="19171"/>
                    <a:pt x="76920" y="19146"/>
                    <a:pt x="76609" y="19127"/>
                  </a:cubicBezTo>
                  <a:cubicBezTo>
                    <a:pt x="76077" y="19092"/>
                    <a:pt x="75554" y="19048"/>
                    <a:pt x="75022" y="18999"/>
                  </a:cubicBezTo>
                  <a:cubicBezTo>
                    <a:pt x="74948" y="18994"/>
                    <a:pt x="74869" y="18979"/>
                    <a:pt x="74795" y="18974"/>
                  </a:cubicBezTo>
                  <a:cubicBezTo>
                    <a:pt x="73346" y="18821"/>
                    <a:pt x="71912" y="18609"/>
                    <a:pt x="70483" y="18353"/>
                  </a:cubicBezTo>
                  <a:cubicBezTo>
                    <a:pt x="70414" y="18338"/>
                    <a:pt x="70340" y="18333"/>
                    <a:pt x="70276" y="18323"/>
                  </a:cubicBezTo>
                  <a:cubicBezTo>
                    <a:pt x="60651" y="16515"/>
                    <a:pt x="51671" y="12222"/>
                    <a:pt x="44234" y="5859"/>
                  </a:cubicBezTo>
                  <a:cubicBezTo>
                    <a:pt x="39736" y="2011"/>
                    <a:pt x="34136" y="0"/>
                    <a:pt x="28508" y="0"/>
                  </a:cubicBezTo>
                  <a:close/>
                </a:path>
              </a:pathLst>
            </a:custGeom>
            <a:noFill/>
            <a:ln cap="flat" cmpd="sng" w="9525">
              <a:solidFill>
                <a:srgbClr val="869F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2114997e136_1_124"/>
            <p:cNvSpPr/>
            <p:nvPr/>
          </p:nvSpPr>
          <p:spPr>
            <a:xfrm>
              <a:off x="2910955" y="2421038"/>
              <a:ext cx="327385" cy="318821"/>
            </a:xfrm>
            <a:custGeom>
              <a:rect b="b" l="l" r="r" t="t"/>
              <a:pathLst>
                <a:path extrusionOk="0" h="97350" w="99965">
                  <a:moveTo>
                    <a:pt x="53376" y="1"/>
                  </a:moveTo>
                  <a:lnTo>
                    <a:pt x="53376" y="6"/>
                  </a:lnTo>
                  <a:cubicBezTo>
                    <a:pt x="52883" y="9853"/>
                    <a:pt x="49823" y="19400"/>
                    <a:pt x="44500" y="27694"/>
                  </a:cubicBezTo>
                  <a:lnTo>
                    <a:pt x="44495" y="27689"/>
                  </a:lnTo>
                  <a:cubicBezTo>
                    <a:pt x="39162" y="35945"/>
                    <a:pt x="31740" y="42706"/>
                    <a:pt x="22962" y="47236"/>
                  </a:cubicBezTo>
                  <a:cubicBezTo>
                    <a:pt x="20794" y="48354"/>
                    <a:pt x="18537" y="49335"/>
                    <a:pt x="16215" y="50168"/>
                  </a:cubicBezTo>
                  <a:cubicBezTo>
                    <a:pt x="6526" y="53643"/>
                    <a:pt x="1" y="62751"/>
                    <a:pt x="1" y="73041"/>
                  </a:cubicBezTo>
                  <a:cubicBezTo>
                    <a:pt x="1" y="86877"/>
                    <a:pt x="11338" y="97350"/>
                    <a:pt x="24179" y="97350"/>
                  </a:cubicBezTo>
                  <a:cubicBezTo>
                    <a:pt x="26579" y="97350"/>
                    <a:pt x="29032" y="96984"/>
                    <a:pt x="31474" y="96205"/>
                  </a:cubicBezTo>
                  <a:cubicBezTo>
                    <a:pt x="31730" y="96126"/>
                    <a:pt x="31977" y="96043"/>
                    <a:pt x="32223" y="95954"/>
                  </a:cubicBezTo>
                  <a:cubicBezTo>
                    <a:pt x="49305" y="89907"/>
                    <a:pt x="64347" y="79542"/>
                    <a:pt x="76047" y="66176"/>
                  </a:cubicBezTo>
                  <a:cubicBezTo>
                    <a:pt x="76333" y="65870"/>
                    <a:pt x="76609" y="65575"/>
                    <a:pt x="76880" y="65254"/>
                  </a:cubicBezTo>
                  <a:cubicBezTo>
                    <a:pt x="88664" y="51450"/>
                    <a:pt x="96520" y="34919"/>
                    <a:pt x="99965" y="17468"/>
                  </a:cubicBezTo>
                  <a:lnTo>
                    <a:pt x="99965" y="17468"/>
                  </a:lnTo>
                  <a:cubicBezTo>
                    <a:pt x="97249" y="28811"/>
                    <a:pt x="87103" y="36062"/>
                    <a:pt x="76340" y="36062"/>
                  </a:cubicBezTo>
                  <a:cubicBezTo>
                    <a:pt x="72278" y="36062"/>
                    <a:pt x="68129" y="35030"/>
                    <a:pt x="64258" y="32795"/>
                  </a:cubicBezTo>
                  <a:cubicBezTo>
                    <a:pt x="55426" y="27694"/>
                    <a:pt x="50641" y="17596"/>
                    <a:pt x="52509" y="7571"/>
                  </a:cubicBezTo>
                  <a:cubicBezTo>
                    <a:pt x="52977" y="5067"/>
                    <a:pt x="53268" y="2534"/>
                    <a:pt x="53391" y="1"/>
                  </a:cubicBezTo>
                  <a:close/>
                </a:path>
              </a:pathLst>
            </a:custGeom>
            <a:noFill/>
            <a:ln cap="flat" cmpd="sng" w="9525">
              <a:solidFill>
                <a:srgbClr val="445D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g2114997e136_1_124"/>
            <p:cNvSpPr/>
            <p:nvPr/>
          </p:nvSpPr>
          <p:spPr>
            <a:xfrm>
              <a:off x="3122726" y="2149918"/>
              <a:ext cx="10490" cy="10015"/>
            </a:xfrm>
            <a:custGeom>
              <a:rect b="b" l="l" r="r" t="t"/>
              <a:pathLst>
                <a:path extrusionOk="0" h="3058" w="3203">
                  <a:moveTo>
                    <a:pt x="21" y="0"/>
                  </a:moveTo>
                  <a:cubicBezTo>
                    <a:pt x="0" y="0"/>
                    <a:pt x="1234" y="1124"/>
                    <a:pt x="3203" y="3058"/>
                  </a:cubicBezTo>
                  <a:cubicBezTo>
                    <a:pt x="2429" y="2170"/>
                    <a:pt x="1576" y="1328"/>
                    <a:pt x="645" y="529"/>
                  </a:cubicBezTo>
                  <a:cubicBezTo>
                    <a:pt x="227" y="170"/>
                    <a:pt x="29" y="0"/>
                    <a:pt x="21"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g2114997e136_1_124"/>
            <p:cNvSpPr/>
            <p:nvPr/>
          </p:nvSpPr>
          <p:spPr>
            <a:xfrm>
              <a:off x="3022956" y="2159929"/>
              <a:ext cx="221858" cy="379216"/>
            </a:xfrm>
            <a:custGeom>
              <a:rect b="b" l="l" r="r" t="t"/>
              <a:pathLst>
                <a:path extrusionOk="0" h="115791" w="67743">
                  <a:moveTo>
                    <a:pt x="33667" y="1"/>
                  </a:moveTo>
                  <a:cubicBezTo>
                    <a:pt x="43405" y="11169"/>
                    <a:pt x="40882" y="28926"/>
                    <a:pt x="27541" y="36624"/>
                  </a:cubicBezTo>
                  <a:lnTo>
                    <a:pt x="26934" y="36974"/>
                  </a:lnTo>
                  <a:cubicBezTo>
                    <a:pt x="23278" y="39085"/>
                    <a:pt x="19248" y="40109"/>
                    <a:pt x="15233" y="40109"/>
                  </a:cubicBezTo>
                  <a:cubicBezTo>
                    <a:pt x="9809" y="40109"/>
                    <a:pt x="4413" y="38242"/>
                    <a:pt x="0" y="34668"/>
                  </a:cubicBezTo>
                  <a:lnTo>
                    <a:pt x="0" y="34668"/>
                  </a:lnTo>
                  <a:cubicBezTo>
                    <a:pt x="4658" y="38719"/>
                    <a:pt x="8625" y="43529"/>
                    <a:pt x="11725" y="48916"/>
                  </a:cubicBezTo>
                  <a:cubicBezTo>
                    <a:pt x="12179" y="49709"/>
                    <a:pt x="12617" y="50513"/>
                    <a:pt x="13026" y="51316"/>
                  </a:cubicBezTo>
                  <a:cubicBezTo>
                    <a:pt x="13090" y="51439"/>
                    <a:pt x="13150" y="51568"/>
                    <a:pt x="13219" y="51691"/>
                  </a:cubicBezTo>
                  <a:cubicBezTo>
                    <a:pt x="13460" y="52169"/>
                    <a:pt x="13692" y="52642"/>
                    <a:pt x="13913" y="53125"/>
                  </a:cubicBezTo>
                  <a:cubicBezTo>
                    <a:pt x="14047" y="53396"/>
                    <a:pt x="14175" y="53672"/>
                    <a:pt x="14298" y="53948"/>
                  </a:cubicBezTo>
                  <a:cubicBezTo>
                    <a:pt x="14569" y="54544"/>
                    <a:pt x="14835" y="55151"/>
                    <a:pt x="15081" y="55752"/>
                  </a:cubicBezTo>
                  <a:cubicBezTo>
                    <a:pt x="15165" y="55964"/>
                    <a:pt x="15244" y="56171"/>
                    <a:pt x="15328" y="56383"/>
                  </a:cubicBezTo>
                  <a:cubicBezTo>
                    <a:pt x="15525" y="56880"/>
                    <a:pt x="15712" y="57378"/>
                    <a:pt x="15900" y="57886"/>
                  </a:cubicBezTo>
                  <a:cubicBezTo>
                    <a:pt x="18438" y="64904"/>
                    <a:pt x="19547" y="72326"/>
                    <a:pt x="19187" y="79729"/>
                  </a:cubicBezTo>
                  <a:cubicBezTo>
                    <a:pt x="19064" y="82262"/>
                    <a:pt x="18778" y="84795"/>
                    <a:pt x="18310" y="87304"/>
                  </a:cubicBezTo>
                  <a:cubicBezTo>
                    <a:pt x="16442" y="97324"/>
                    <a:pt x="21227" y="107422"/>
                    <a:pt x="30054" y="112523"/>
                  </a:cubicBezTo>
                  <a:cubicBezTo>
                    <a:pt x="33927" y="114758"/>
                    <a:pt x="38077" y="115790"/>
                    <a:pt x="42139" y="115790"/>
                  </a:cubicBezTo>
                  <a:cubicBezTo>
                    <a:pt x="52903" y="115790"/>
                    <a:pt x="63049" y="108539"/>
                    <a:pt x="65761" y="97196"/>
                  </a:cubicBezTo>
                  <a:cubicBezTo>
                    <a:pt x="66717" y="92366"/>
                    <a:pt x="67328" y="87462"/>
                    <a:pt x="67594" y="82533"/>
                  </a:cubicBezTo>
                  <a:cubicBezTo>
                    <a:pt x="67644" y="81602"/>
                    <a:pt x="67678" y="80665"/>
                    <a:pt x="67703" y="79739"/>
                  </a:cubicBezTo>
                  <a:cubicBezTo>
                    <a:pt x="67728" y="78832"/>
                    <a:pt x="67742" y="77920"/>
                    <a:pt x="67742" y="77013"/>
                  </a:cubicBezTo>
                  <a:cubicBezTo>
                    <a:pt x="67737" y="58916"/>
                    <a:pt x="63144" y="41893"/>
                    <a:pt x="55061" y="27043"/>
                  </a:cubicBezTo>
                  <a:lnTo>
                    <a:pt x="55047" y="27058"/>
                  </a:lnTo>
                  <a:cubicBezTo>
                    <a:pt x="54613" y="26255"/>
                    <a:pt x="54169" y="25461"/>
                    <a:pt x="53716" y="24673"/>
                  </a:cubicBezTo>
                  <a:cubicBezTo>
                    <a:pt x="47915" y="14623"/>
                    <a:pt x="38541" y="4811"/>
                    <a:pt x="33667"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g2114997e136_1_124"/>
            <p:cNvSpPr/>
            <p:nvPr/>
          </p:nvSpPr>
          <p:spPr>
            <a:xfrm>
              <a:off x="3001649" y="2257452"/>
              <a:ext cx="4395" cy="2908"/>
            </a:xfrm>
            <a:custGeom>
              <a:rect b="b" l="l" r="r" t="t"/>
              <a:pathLst>
                <a:path extrusionOk="0" h="888" w="1342">
                  <a:moveTo>
                    <a:pt x="1" y="1"/>
                  </a:moveTo>
                  <a:cubicBezTo>
                    <a:pt x="449" y="291"/>
                    <a:pt x="898" y="587"/>
                    <a:pt x="1341" y="888"/>
                  </a:cubicBezTo>
                  <a:cubicBezTo>
                    <a:pt x="898" y="587"/>
                    <a:pt x="449" y="291"/>
                    <a:pt x="1" y="1"/>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g2114997e136_1_124"/>
            <p:cNvSpPr/>
            <p:nvPr/>
          </p:nvSpPr>
          <p:spPr>
            <a:xfrm>
              <a:off x="3006814" y="2260907"/>
              <a:ext cx="504" cy="373"/>
            </a:xfrm>
            <a:custGeom>
              <a:rect b="b" l="l" r="r" t="t"/>
              <a:pathLst>
                <a:path extrusionOk="0" h="114" w="154">
                  <a:moveTo>
                    <a:pt x="1" y="0"/>
                  </a:moveTo>
                  <a:lnTo>
                    <a:pt x="1" y="0"/>
                  </a:lnTo>
                  <a:cubicBezTo>
                    <a:pt x="50" y="40"/>
                    <a:pt x="104" y="74"/>
                    <a:pt x="154" y="114"/>
                  </a:cubicBezTo>
                  <a:cubicBezTo>
                    <a:pt x="104" y="74"/>
                    <a:pt x="55" y="40"/>
                    <a:pt x="1"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g2114997e136_1_124"/>
            <p:cNvSpPr/>
            <p:nvPr/>
          </p:nvSpPr>
          <p:spPr>
            <a:xfrm>
              <a:off x="3007315" y="2261277"/>
              <a:ext cx="15645" cy="12190"/>
            </a:xfrm>
            <a:custGeom>
              <a:rect b="b" l="l" r="r" t="t"/>
              <a:pathLst>
                <a:path extrusionOk="0" h="3722" w="4777">
                  <a:moveTo>
                    <a:pt x="1" y="1"/>
                  </a:moveTo>
                  <a:lnTo>
                    <a:pt x="1" y="1"/>
                  </a:lnTo>
                  <a:cubicBezTo>
                    <a:pt x="1479" y="1026"/>
                    <a:pt x="2908" y="2135"/>
                    <a:pt x="4283" y="3313"/>
                  </a:cubicBezTo>
                  <a:cubicBezTo>
                    <a:pt x="4441" y="3456"/>
                    <a:pt x="4609" y="3589"/>
                    <a:pt x="4776" y="3722"/>
                  </a:cubicBezTo>
                  <a:cubicBezTo>
                    <a:pt x="3253" y="2396"/>
                    <a:pt x="1666" y="1149"/>
                    <a:pt x="1" y="1"/>
                  </a:cubicBez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2114997e136_1_124"/>
            <p:cNvSpPr/>
            <p:nvPr/>
          </p:nvSpPr>
          <p:spPr>
            <a:xfrm>
              <a:off x="3006025" y="2260357"/>
              <a:ext cx="793" cy="553"/>
            </a:xfrm>
            <a:custGeom>
              <a:rect b="b" l="l" r="r" t="t"/>
              <a:pathLst>
                <a:path extrusionOk="0" h="169" w="242">
                  <a:moveTo>
                    <a:pt x="0" y="1"/>
                  </a:moveTo>
                  <a:lnTo>
                    <a:pt x="201" y="140"/>
                  </a:lnTo>
                  <a:lnTo>
                    <a:pt x="201" y="140"/>
                  </a:lnTo>
                  <a:cubicBezTo>
                    <a:pt x="137" y="95"/>
                    <a:pt x="74" y="50"/>
                    <a:pt x="0" y="1"/>
                  </a:cubicBezTo>
                  <a:close/>
                  <a:moveTo>
                    <a:pt x="201" y="140"/>
                  </a:moveTo>
                  <a:cubicBezTo>
                    <a:pt x="215" y="150"/>
                    <a:pt x="228" y="159"/>
                    <a:pt x="242" y="168"/>
                  </a:cubicBezTo>
                  <a:lnTo>
                    <a:pt x="201" y="140"/>
                  </a:lnTo>
                  <a:close/>
                </a:path>
              </a:pathLst>
            </a:custGeom>
            <a:solidFill>
              <a:srgbClr val="CFD9E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g2114997e136_1_124"/>
            <p:cNvSpPr/>
            <p:nvPr/>
          </p:nvSpPr>
          <p:spPr>
            <a:xfrm>
              <a:off x="2790124" y="2069323"/>
              <a:ext cx="376068" cy="221963"/>
            </a:xfrm>
            <a:custGeom>
              <a:rect b="b" l="l" r="r" t="t"/>
              <a:pathLst>
                <a:path extrusionOk="0" h="67775" w="114830">
                  <a:moveTo>
                    <a:pt x="15387" y="51713"/>
                  </a:moveTo>
                  <a:cubicBezTo>
                    <a:pt x="13025" y="52552"/>
                    <a:pt x="10715" y="53552"/>
                    <a:pt x="8473" y="54709"/>
                  </a:cubicBezTo>
                  <a:lnTo>
                    <a:pt x="8473" y="54709"/>
                  </a:lnTo>
                  <a:cubicBezTo>
                    <a:pt x="10647" y="53591"/>
                    <a:pt x="12899" y="52605"/>
                    <a:pt x="15225" y="51772"/>
                  </a:cubicBezTo>
                  <a:cubicBezTo>
                    <a:pt x="15279" y="51753"/>
                    <a:pt x="15333" y="51733"/>
                    <a:pt x="15387" y="51713"/>
                  </a:cubicBezTo>
                  <a:close/>
                  <a:moveTo>
                    <a:pt x="34032" y="1"/>
                  </a:moveTo>
                  <a:cubicBezTo>
                    <a:pt x="22630" y="1"/>
                    <a:pt x="11132" y="1868"/>
                    <a:pt x="1" y="5720"/>
                  </a:cubicBezTo>
                  <a:cubicBezTo>
                    <a:pt x="2428" y="4951"/>
                    <a:pt x="4866" y="4589"/>
                    <a:pt x="7253" y="4589"/>
                  </a:cubicBezTo>
                  <a:cubicBezTo>
                    <a:pt x="20092" y="4589"/>
                    <a:pt x="31430" y="15063"/>
                    <a:pt x="31430" y="28899"/>
                  </a:cubicBezTo>
                  <a:cubicBezTo>
                    <a:pt x="31430" y="39137"/>
                    <a:pt x="24982" y="48196"/>
                    <a:pt x="15387" y="51713"/>
                  </a:cubicBezTo>
                  <a:lnTo>
                    <a:pt x="15387" y="51713"/>
                  </a:lnTo>
                  <a:cubicBezTo>
                    <a:pt x="21370" y="49588"/>
                    <a:pt x="27683" y="48494"/>
                    <a:pt x="34053" y="48494"/>
                  </a:cubicBezTo>
                  <a:cubicBezTo>
                    <a:pt x="35131" y="48494"/>
                    <a:pt x="36210" y="48525"/>
                    <a:pt x="37290" y="48588"/>
                  </a:cubicBezTo>
                  <a:cubicBezTo>
                    <a:pt x="37605" y="48608"/>
                    <a:pt x="37911" y="48632"/>
                    <a:pt x="38221" y="48647"/>
                  </a:cubicBezTo>
                  <a:cubicBezTo>
                    <a:pt x="38749" y="48687"/>
                    <a:pt x="39276" y="48731"/>
                    <a:pt x="39803" y="48780"/>
                  </a:cubicBezTo>
                  <a:cubicBezTo>
                    <a:pt x="39877" y="48785"/>
                    <a:pt x="39956" y="48795"/>
                    <a:pt x="40030" y="48805"/>
                  </a:cubicBezTo>
                  <a:cubicBezTo>
                    <a:pt x="41479" y="48958"/>
                    <a:pt x="42913" y="49165"/>
                    <a:pt x="44343" y="49426"/>
                  </a:cubicBezTo>
                  <a:cubicBezTo>
                    <a:pt x="44412" y="49436"/>
                    <a:pt x="44485" y="49446"/>
                    <a:pt x="44554" y="49456"/>
                  </a:cubicBezTo>
                  <a:cubicBezTo>
                    <a:pt x="51706" y="50801"/>
                    <a:pt x="58507" y="53517"/>
                    <a:pt x="64584" y="57440"/>
                  </a:cubicBezTo>
                  <a:cubicBezTo>
                    <a:pt x="65032" y="57730"/>
                    <a:pt x="65481" y="58026"/>
                    <a:pt x="65924" y="58332"/>
                  </a:cubicBezTo>
                  <a:lnTo>
                    <a:pt x="66166" y="58499"/>
                  </a:lnTo>
                  <a:cubicBezTo>
                    <a:pt x="66215" y="58539"/>
                    <a:pt x="66269" y="58573"/>
                    <a:pt x="66319" y="58613"/>
                  </a:cubicBezTo>
                  <a:cubicBezTo>
                    <a:pt x="67975" y="59771"/>
                    <a:pt x="69571" y="61008"/>
                    <a:pt x="71094" y="62334"/>
                  </a:cubicBezTo>
                  <a:cubicBezTo>
                    <a:pt x="75504" y="65908"/>
                    <a:pt x="80901" y="67775"/>
                    <a:pt x="86325" y="67775"/>
                  </a:cubicBezTo>
                  <a:cubicBezTo>
                    <a:pt x="90341" y="67775"/>
                    <a:pt x="94372" y="66751"/>
                    <a:pt x="98028" y="64640"/>
                  </a:cubicBezTo>
                  <a:lnTo>
                    <a:pt x="98640" y="64290"/>
                  </a:lnTo>
                  <a:cubicBezTo>
                    <a:pt x="113036" y="55981"/>
                    <a:pt x="114830" y="35951"/>
                    <a:pt x="102203" y="25138"/>
                  </a:cubicBezTo>
                  <a:cubicBezTo>
                    <a:pt x="98028" y="21560"/>
                    <a:pt x="93563" y="18307"/>
                    <a:pt x="88857" y="15419"/>
                  </a:cubicBezTo>
                  <a:cubicBezTo>
                    <a:pt x="75850" y="7435"/>
                    <a:pt x="60966" y="2216"/>
                    <a:pt x="45018" y="570"/>
                  </a:cubicBezTo>
                  <a:cubicBezTo>
                    <a:pt x="44811" y="555"/>
                    <a:pt x="44609" y="530"/>
                    <a:pt x="44407" y="511"/>
                  </a:cubicBezTo>
                  <a:cubicBezTo>
                    <a:pt x="44022" y="471"/>
                    <a:pt x="43643" y="437"/>
                    <a:pt x="43253" y="407"/>
                  </a:cubicBezTo>
                  <a:cubicBezTo>
                    <a:pt x="42741" y="363"/>
                    <a:pt x="42238" y="318"/>
                    <a:pt x="41726" y="284"/>
                  </a:cubicBezTo>
                  <a:lnTo>
                    <a:pt x="41381" y="259"/>
                  </a:lnTo>
                  <a:cubicBezTo>
                    <a:pt x="38938" y="87"/>
                    <a:pt x="36487" y="1"/>
                    <a:pt x="34032" y="1"/>
                  </a:cubicBezTo>
                  <a:close/>
                </a:path>
              </a:pathLst>
            </a:custGeom>
            <a:noFill/>
            <a:ln cap="flat"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g2114997e136_1_124"/>
            <p:cNvSpPr/>
            <p:nvPr/>
          </p:nvSpPr>
          <p:spPr>
            <a:xfrm>
              <a:off x="2559328" y="2381300"/>
              <a:ext cx="1294" cy="21877"/>
            </a:xfrm>
            <a:custGeom>
              <a:rect b="b" l="l" r="r" t="t"/>
              <a:pathLst>
                <a:path extrusionOk="0" h="6680" w="395">
                  <a:moveTo>
                    <a:pt x="395" y="1"/>
                  </a:moveTo>
                  <a:cubicBezTo>
                    <a:pt x="193" y="2219"/>
                    <a:pt x="65" y="4447"/>
                    <a:pt x="1" y="6679"/>
                  </a:cubicBezTo>
                  <a:lnTo>
                    <a:pt x="15" y="6679"/>
                  </a:lnTo>
                  <a:cubicBezTo>
                    <a:pt x="70" y="4447"/>
                    <a:pt x="198" y="2224"/>
                    <a:pt x="395" y="1"/>
                  </a:cubicBezTo>
                  <a:close/>
                </a:path>
              </a:pathLst>
            </a:custGeom>
            <a:solidFill>
              <a:srgbClr val="A5B7C5"/>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g2114997e136_1_124"/>
            <p:cNvSpPr/>
            <p:nvPr/>
          </p:nvSpPr>
          <p:spPr>
            <a:xfrm>
              <a:off x="2565429" y="2084349"/>
              <a:ext cx="327628" cy="318828"/>
            </a:xfrm>
            <a:custGeom>
              <a:rect b="b" l="l" r="r" t="t"/>
              <a:pathLst>
                <a:path extrusionOk="0" h="97352" w="100039">
                  <a:moveTo>
                    <a:pt x="75862" y="1"/>
                  </a:moveTo>
                  <a:cubicBezTo>
                    <a:pt x="73475" y="1"/>
                    <a:pt x="71037" y="363"/>
                    <a:pt x="68610" y="1132"/>
                  </a:cubicBezTo>
                  <a:cubicBezTo>
                    <a:pt x="68344" y="1221"/>
                    <a:pt x="68088" y="1304"/>
                    <a:pt x="67821" y="1398"/>
                  </a:cubicBezTo>
                  <a:cubicBezTo>
                    <a:pt x="50739" y="7450"/>
                    <a:pt x="35693" y="17810"/>
                    <a:pt x="23992" y="31181"/>
                  </a:cubicBezTo>
                  <a:cubicBezTo>
                    <a:pt x="23712" y="31482"/>
                    <a:pt x="23436" y="31782"/>
                    <a:pt x="23164" y="32098"/>
                  </a:cubicBezTo>
                  <a:cubicBezTo>
                    <a:pt x="11277" y="46021"/>
                    <a:pt x="3391" y="62709"/>
                    <a:pt x="1" y="80328"/>
                  </a:cubicBezTo>
                  <a:cubicBezTo>
                    <a:pt x="2554" y="68739"/>
                    <a:pt x="12822" y="61297"/>
                    <a:pt x="23723" y="61297"/>
                  </a:cubicBezTo>
                  <a:cubicBezTo>
                    <a:pt x="27782" y="61297"/>
                    <a:pt x="31928" y="62329"/>
                    <a:pt x="35796" y="64562"/>
                  </a:cubicBezTo>
                  <a:cubicBezTo>
                    <a:pt x="44628" y="69658"/>
                    <a:pt x="49414" y="79756"/>
                    <a:pt x="47546" y="89781"/>
                  </a:cubicBezTo>
                  <a:cubicBezTo>
                    <a:pt x="47077" y="92285"/>
                    <a:pt x="46787" y="94818"/>
                    <a:pt x="46663" y="97351"/>
                  </a:cubicBezTo>
                  <a:lnTo>
                    <a:pt x="46673" y="97351"/>
                  </a:lnTo>
                  <a:cubicBezTo>
                    <a:pt x="47166" y="87504"/>
                    <a:pt x="50227" y="77957"/>
                    <a:pt x="55550" y="69663"/>
                  </a:cubicBezTo>
                  <a:lnTo>
                    <a:pt x="55554" y="69673"/>
                  </a:lnTo>
                  <a:cubicBezTo>
                    <a:pt x="60882" y="61417"/>
                    <a:pt x="68309" y="54651"/>
                    <a:pt x="77082" y="50131"/>
                  </a:cubicBezTo>
                  <a:cubicBezTo>
                    <a:pt x="79251" y="49007"/>
                    <a:pt x="81503" y="48027"/>
                    <a:pt x="83834" y="47189"/>
                  </a:cubicBezTo>
                  <a:cubicBezTo>
                    <a:pt x="93523" y="43714"/>
                    <a:pt x="100039" y="34611"/>
                    <a:pt x="100039" y="24316"/>
                  </a:cubicBezTo>
                  <a:cubicBezTo>
                    <a:pt x="100039" y="10476"/>
                    <a:pt x="88701" y="1"/>
                    <a:pt x="75862"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g2114997e136_1_124"/>
            <p:cNvSpPr/>
            <p:nvPr/>
          </p:nvSpPr>
          <p:spPr>
            <a:xfrm>
              <a:off x="2560618" y="2347407"/>
              <a:ext cx="4814" cy="33896"/>
            </a:xfrm>
            <a:custGeom>
              <a:rect b="b" l="l" r="r" t="t"/>
              <a:pathLst>
                <a:path extrusionOk="0" h="10350" w="1470">
                  <a:moveTo>
                    <a:pt x="1470" y="0"/>
                  </a:moveTo>
                  <a:lnTo>
                    <a:pt x="1470" y="0"/>
                  </a:lnTo>
                  <a:cubicBezTo>
                    <a:pt x="1401" y="306"/>
                    <a:pt x="1337" y="611"/>
                    <a:pt x="1282" y="917"/>
                  </a:cubicBezTo>
                  <a:cubicBezTo>
                    <a:pt x="711" y="4042"/>
                    <a:pt x="287" y="7191"/>
                    <a:pt x="1" y="10350"/>
                  </a:cubicBezTo>
                  <a:cubicBezTo>
                    <a:pt x="316" y="6875"/>
                    <a:pt x="809" y="3421"/>
                    <a:pt x="1470" y="0"/>
                  </a:cubicBezTo>
                  <a:close/>
                </a:path>
              </a:pathLst>
            </a:custGeom>
            <a:solidFill>
              <a:srgbClr val="667E9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g2114997e136_1_124"/>
            <p:cNvSpPr/>
            <p:nvPr/>
          </p:nvSpPr>
          <p:spPr>
            <a:xfrm>
              <a:off x="2559249" y="2285083"/>
              <a:ext cx="222808" cy="417520"/>
            </a:xfrm>
            <a:custGeom>
              <a:rect b="b" l="l" r="r" t="t"/>
              <a:pathLst>
                <a:path extrusionOk="0" h="127487" w="68033">
                  <a:moveTo>
                    <a:pt x="25602" y="1"/>
                  </a:moveTo>
                  <a:cubicBezTo>
                    <a:pt x="14703" y="1"/>
                    <a:pt x="4439" y="7441"/>
                    <a:pt x="1883" y="19035"/>
                  </a:cubicBezTo>
                  <a:cubicBezTo>
                    <a:pt x="1227" y="22455"/>
                    <a:pt x="734" y="25910"/>
                    <a:pt x="419" y="29385"/>
                  </a:cubicBezTo>
                  <a:cubicBezTo>
                    <a:pt x="222" y="31603"/>
                    <a:pt x="94" y="33835"/>
                    <a:pt x="35" y="36063"/>
                  </a:cubicBezTo>
                  <a:cubicBezTo>
                    <a:pt x="10" y="36975"/>
                    <a:pt x="0" y="37887"/>
                    <a:pt x="0" y="38798"/>
                  </a:cubicBezTo>
                  <a:cubicBezTo>
                    <a:pt x="0" y="56881"/>
                    <a:pt x="4588" y="73904"/>
                    <a:pt x="12671" y="88749"/>
                  </a:cubicBezTo>
                  <a:lnTo>
                    <a:pt x="12691" y="88739"/>
                  </a:lnTo>
                  <a:cubicBezTo>
                    <a:pt x="13125" y="89537"/>
                    <a:pt x="13568" y="90331"/>
                    <a:pt x="14022" y="91119"/>
                  </a:cubicBezTo>
                  <a:cubicBezTo>
                    <a:pt x="22883" y="106467"/>
                    <a:pt x="35042" y="118709"/>
                    <a:pt x="49088" y="127487"/>
                  </a:cubicBezTo>
                  <a:cubicBezTo>
                    <a:pt x="44716" y="124746"/>
                    <a:pt x="40552" y="121676"/>
                    <a:pt x="36624" y="118320"/>
                  </a:cubicBezTo>
                  <a:cubicBezTo>
                    <a:pt x="23997" y="107507"/>
                    <a:pt x="25796" y="87482"/>
                    <a:pt x="40192" y="79163"/>
                  </a:cubicBezTo>
                  <a:lnTo>
                    <a:pt x="40803" y="78813"/>
                  </a:lnTo>
                  <a:cubicBezTo>
                    <a:pt x="44454" y="76704"/>
                    <a:pt x="48478" y="75683"/>
                    <a:pt x="52488" y="75683"/>
                  </a:cubicBezTo>
                  <a:cubicBezTo>
                    <a:pt x="58037" y="75683"/>
                    <a:pt x="63561" y="77639"/>
                    <a:pt x="68033" y="81376"/>
                  </a:cubicBezTo>
                  <a:cubicBezTo>
                    <a:pt x="63232" y="77255"/>
                    <a:pt x="59166" y="72352"/>
                    <a:pt x="56012" y="66871"/>
                  </a:cubicBezTo>
                  <a:cubicBezTo>
                    <a:pt x="55559" y="66078"/>
                    <a:pt x="55120" y="65279"/>
                    <a:pt x="54706" y="64471"/>
                  </a:cubicBezTo>
                  <a:cubicBezTo>
                    <a:pt x="54642" y="64348"/>
                    <a:pt x="54583" y="64220"/>
                    <a:pt x="54514" y="64096"/>
                  </a:cubicBezTo>
                  <a:cubicBezTo>
                    <a:pt x="54272" y="63618"/>
                    <a:pt x="54041" y="63145"/>
                    <a:pt x="53819" y="62667"/>
                  </a:cubicBezTo>
                  <a:cubicBezTo>
                    <a:pt x="53691" y="62396"/>
                    <a:pt x="53558" y="62115"/>
                    <a:pt x="53435" y="61839"/>
                  </a:cubicBezTo>
                  <a:cubicBezTo>
                    <a:pt x="53164" y="61243"/>
                    <a:pt x="52902" y="60637"/>
                    <a:pt x="52656" y="60035"/>
                  </a:cubicBezTo>
                  <a:cubicBezTo>
                    <a:pt x="52567" y="59823"/>
                    <a:pt x="52488" y="59616"/>
                    <a:pt x="52409" y="59399"/>
                  </a:cubicBezTo>
                  <a:cubicBezTo>
                    <a:pt x="52212" y="58902"/>
                    <a:pt x="52020" y="58404"/>
                    <a:pt x="51843" y="57901"/>
                  </a:cubicBezTo>
                  <a:cubicBezTo>
                    <a:pt x="49305" y="50888"/>
                    <a:pt x="48196" y="43461"/>
                    <a:pt x="48550" y="36058"/>
                  </a:cubicBezTo>
                  <a:cubicBezTo>
                    <a:pt x="48674" y="33525"/>
                    <a:pt x="48964" y="30992"/>
                    <a:pt x="49433" y="28488"/>
                  </a:cubicBezTo>
                  <a:cubicBezTo>
                    <a:pt x="51301" y="18463"/>
                    <a:pt x="46510" y="8365"/>
                    <a:pt x="37683" y="3269"/>
                  </a:cubicBezTo>
                  <a:cubicBezTo>
                    <a:pt x="33812" y="1033"/>
                    <a:pt x="29663" y="1"/>
                    <a:pt x="25602" y="1"/>
                  </a:cubicBezTo>
                  <a:close/>
                </a:path>
              </a:pathLst>
            </a:custGeom>
            <a:noFill/>
            <a:ln cap="flat" cmpd="sng" w="9525">
              <a:solidFill>
                <a:srgbClr val="667E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8" name="Google Shape;638;g2114997e136_1_124"/>
          <p:cNvGrpSpPr/>
          <p:nvPr/>
        </p:nvGrpSpPr>
        <p:grpSpPr>
          <a:xfrm>
            <a:off x="3462497" y="2170635"/>
            <a:ext cx="628786" cy="640005"/>
            <a:chOff x="4334725" y="1355875"/>
            <a:chExt cx="3106650" cy="3001900"/>
          </a:xfrm>
        </p:grpSpPr>
        <p:grpSp>
          <p:nvGrpSpPr>
            <p:cNvPr id="639" name="Google Shape;639;g2114997e136_1_124"/>
            <p:cNvGrpSpPr/>
            <p:nvPr/>
          </p:nvGrpSpPr>
          <p:grpSpPr>
            <a:xfrm>
              <a:off x="4516050" y="1724875"/>
              <a:ext cx="2693725" cy="2632900"/>
              <a:chOff x="4516050" y="1724875"/>
              <a:chExt cx="2693725" cy="2632900"/>
            </a:xfrm>
          </p:grpSpPr>
          <p:sp>
            <p:nvSpPr>
              <p:cNvPr id="640" name="Google Shape;640;g2114997e136_1_124"/>
              <p:cNvSpPr/>
              <p:nvPr/>
            </p:nvSpPr>
            <p:spPr>
              <a:xfrm>
                <a:off x="6227525" y="1737400"/>
                <a:ext cx="982250" cy="1548550"/>
              </a:xfrm>
              <a:custGeom>
                <a:rect b="b" l="l" r="r" t="t"/>
                <a:pathLst>
                  <a:path extrusionOk="0" h="61942" w="39290">
                    <a:moveTo>
                      <a:pt x="2948" y="0"/>
                    </a:moveTo>
                    <a:lnTo>
                      <a:pt x="2948" y="0"/>
                    </a:lnTo>
                    <a:cubicBezTo>
                      <a:pt x="2963" y="140"/>
                      <a:pt x="2988" y="275"/>
                      <a:pt x="2997" y="415"/>
                    </a:cubicBezTo>
                    <a:cubicBezTo>
                      <a:pt x="3257" y="4251"/>
                      <a:pt x="2198" y="8060"/>
                      <a:pt x="0" y="11214"/>
                    </a:cubicBezTo>
                    <a:cubicBezTo>
                      <a:pt x="16180" y="17156"/>
                      <a:pt x="27723" y="32699"/>
                      <a:pt x="27723" y="50939"/>
                    </a:cubicBezTo>
                    <a:cubicBezTo>
                      <a:pt x="27725" y="53819"/>
                      <a:pt x="27433" y="56688"/>
                      <a:pt x="26854" y="59506"/>
                    </a:cubicBezTo>
                    <a:cubicBezTo>
                      <a:pt x="27615" y="59401"/>
                      <a:pt x="28380" y="59330"/>
                      <a:pt x="29155" y="59330"/>
                    </a:cubicBezTo>
                    <a:cubicBezTo>
                      <a:pt x="32030" y="59330"/>
                      <a:pt x="34946" y="60066"/>
                      <a:pt x="37619" y="61594"/>
                    </a:cubicBezTo>
                    <a:cubicBezTo>
                      <a:pt x="37808" y="61702"/>
                      <a:pt x="37980" y="61827"/>
                      <a:pt x="38161" y="61942"/>
                    </a:cubicBezTo>
                    <a:cubicBezTo>
                      <a:pt x="38912" y="58322"/>
                      <a:pt x="39289" y="54635"/>
                      <a:pt x="39289" y="50939"/>
                    </a:cubicBezTo>
                    <a:cubicBezTo>
                      <a:pt x="39289" y="27328"/>
                      <a:pt x="24090" y="7277"/>
                      <a:pt x="2948"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g2114997e136_1_124"/>
              <p:cNvSpPr/>
              <p:nvPr/>
            </p:nvSpPr>
            <p:spPr>
              <a:xfrm>
                <a:off x="4516050" y="1724875"/>
                <a:ext cx="1010900" cy="1581800"/>
              </a:xfrm>
              <a:custGeom>
                <a:rect b="b" l="l" r="r" t="t"/>
                <a:pathLst>
                  <a:path extrusionOk="0" h="63272" w="40436">
                    <a:moveTo>
                      <a:pt x="37823" y="1"/>
                    </a:moveTo>
                    <a:lnTo>
                      <a:pt x="37823" y="1"/>
                    </a:lnTo>
                    <a:cubicBezTo>
                      <a:pt x="15908" y="6831"/>
                      <a:pt x="0" y="27279"/>
                      <a:pt x="0" y="51443"/>
                    </a:cubicBezTo>
                    <a:cubicBezTo>
                      <a:pt x="3" y="55421"/>
                      <a:pt x="444" y="59389"/>
                      <a:pt x="1318" y="63272"/>
                    </a:cubicBezTo>
                    <a:cubicBezTo>
                      <a:pt x="1575" y="63078"/>
                      <a:pt x="1825" y="62880"/>
                      <a:pt x="2093" y="62700"/>
                    </a:cubicBezTo>
                    <a:cubicBezTo>
                      <a:pt x="5004" y="60760"/>
                      <a:pt x="8236" y="59853"/>
                      <a:pt x="11420" y="59853"/>
                    </a:cubicBezTo>
                    <a:cubicBezTo>
                      <a:pt x="11754" y="59853"/>
                      <a:pt x="12085" y="59912"/>
                      <a:pt x="12418" y="59931"/>
                    </a:cubicBezTo>
                    <a:cubicBezTo>
                      <a:pt x="11849" y="57138"/>
                      <a:pt x="11565" y="54293"/>
                      <a:pt x="11565" y="51440"/>
                    </a:cubicBezTo>
                    <a:cubicBezTo>
                      <a:pt x="11565" y="32776"/>
                      <a:pt x="23659" y="16944"/>
                      <a:pt x="40435" y="11325"/>
                    </a:cubicBezTo>
                    <a:cubicBezTo>
                      <a:pt x="38630" y="8592"/>
                      <a:pt x="37671" y="5392"/>
                      <a:pt x="37676" y="2117"/>
                    </a:cubicBezTo>
                    <a:cubicBezTo>
                      <a:pt x="37681" y="1409"/>
                      <a:pt x="37730" y="702"/>
                      <a:pt x="37823" y="1"/>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g2114997e136_1_124"/>
              <p:cNvSpPr/>
              <p:nvPr/>
            </p:nvSpPr>
            <p:spPr>
              <a:xfrm>
                <a:off x="4977525" y="3800325"/>
                <a:ext cx="1782050" cy="557450"/>
              </a:xfrm>
              <a:custGeom>
                <a:rect b="b" l="l" r="r" t="t"/>
                <a:pathLst>
                  <a:path extrusionOk="0" h="22298" w="71282">
                    <a:moveTo>
                      <a:pt x="63561" y="0"/>
                    </a:moveTo>
                    <a:cubicBezTo>
                      <a:pt x="56083" y="6671"/>
                      <a:pt x="46226" y="10731"/>
                      <a:pt x="35414" y="10731"/>
                    </a:cubicBezTo>
                    <a:cubicBezTo>
                      <a:pt x="25098" y="10731"/>
                      <a:pt x="15646" y="7034"/>
                      <a:pt x="8302" y="898"/>
                    </a:cubicBezTo>
                    <a:cubicBezTo>
                      <a:pt x="6892" y="3910"/>
                      <a:pt x="4587" y="6522"/>
                      <a:pt x="1428" y="8290"/>
                    </a:cubicBezTo>
                    <a:cubicBezTo>
                      <a:pt x="962" y="8562"/>
                      <a:pt x="481" y="8778"/>
                      <a:pt x="0" y="9001"/>
                    </a:cubicBezTo>
                    <a:cubicBezTo>
                      <a:pt x="9472" y="17274"/>
                      <a:pt x="21853" y="22297"/>
                      <a:pt x="35414" y="22297"/>
                    </a:cubicBezTo>
                    <a:cubicBezTo>
                      <a:pt x="49193" y="22297"/>
                      <a:pt x="61756" y="17117"/>
                      <a:pt x="71282" y="8609"/>
                    </a:cubicBezTo>
                    <a:cubicBezTo>
                      <a:pt x="67593" y="6654"/>
                      <a:pt x="64981" y="3559"/>
                      <a:pt x="63561" y="0"/>
                    </a:cubicBezTo>
                    <a:close/>
                  </a:path>
                </a:pathLst>
              </a:custGeom>
              <a:noFill/>
              <a:ln cap="flat" cmpd="sng" w="9525">
                <a:solidFill>
                  <a:srgbClr val="A5B7C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3" name="Google Shape;643;g2114997e136_1_124"/>
            <p:cNvGrpSpPr/>
            <p:nvPr/>
          </p:nvGrpSpPr>
          <p:grpSpPr>
            <a:xfrm>
              <a:off x="4334725" y="1355875"/>
              <a:ext cx="3106650" cy="2709650"/>
              <a:chOff x="4334725" y="1355875"/>
              <a:chExt cx="3106650" cy="2709650"/>
            </a:xfrm>
          </p:grpSpPr>
          <p:sp>
            <p:nvSpPr>
              <p:cNvPr id="644" name="Google Shape;644;g2114997e136_1_124"/>
              <p:cNvSpPr/>
              <p:nvPr/>
            </p:nvSpPr>
            <p:spPr>
              <a:xfrm>
                <a:off x="5427950" y="1355875"/>
                <a:ext cx="904575" cy="1665925"/>
              </a:xfrm>
              <a:custGeom>
                <a:rect b="b" l="l" r="r" t="t"/>
                <a:pathLst>
                  <a:path extrusionOk="0" fill="none" h="66637" w="36183">
                    <a:moveTo>
                      <a:pt x="25479" y="47040"/>
                    </a:moveTo>
                    <a:cubicBezTo>
                      <a:pt x="22352" y="45966"/>
                      <a:pt x="20318" y="42954"/>
                      <a:pt x="20318" y="39712"/>
                    </a:cubicBezTo>
                    <a:lnTo>
                      <a:pt x="20318" y="39474"/>
                    </a:lnTo>
                    <a:cubicBezTo>
                      <a:pt x="20318" y="36347"/>
                      <a:pt x="22239" y="33578"/>
                      <a:pt x="25000" y="32260"/>
                    </a:cubicBezTo>
                    <a:cubicBezTo>
                      <a:pt x="27831" y="31007"/>
                      <a:pt x="30234" y="28986"/>
                      <a:pt x="31983" y="26475"/>
                    </a:cubicBezTo>
                    <a:cubicBezTo>
                      <a:pt x="34181" y="23321"/>
                      <a:pt x="35240" y="19512"/>
                      <a:pt x="34980" y="15676"/>
                    </a:cubicBezTo>
                    <a:cubicBezTo>
                      <a:pt x="34971" y="15536"/>
                      <a:pt x="34944" y="15398"/>
                      <a:pt x="34931" y="15261"/>
                    </a:cubicBezTo>
                    <a:cubicBezTo>
                      <a:pt x="34134" y="7155"/>
                      <a:pt x="27505" y="636"/>
                      <a:pt x="19357" y="47"/>
                    </a:cubicBezTo>
                    <a:cubicBezTo>
                      <a:pt x="18930" y="18"/>
                      <a:pt x="18513" y="1"/>
                      <a:pt x="18094" y="1"/>
                    </a:cubicBezTo>
                    <a:cubicBezTo>
                      <a:pt x="9517" y="1"/>
                      <a:pt x="2397" y="6439"/>
                      <a:pt x="1347" y="14761"/>
                    </a:cubicBezTo>
                    <a:cubicBezTo>
                      <a:pt x="1254" y="15462"/>
                      <a:pt x="1205" y="16169"/>
                      <a:pt x="1200" y="16875"/>
                    </a:cubicBezTo>
                    <a:cubicBezTo>
                      <a:pt x="1195" y="20149"/>
                      <a:pt x="2154" y="23352"/>
                      <a:pt x="3959" y="26085"/>
                    </a:cubicBezTo>
                    <a:cubicBezTo>
                      <a:pt x="5703" y="28734"/>
                      <a:pt x="8168" y="30872"/>
                      <a:pt x="11057" y="32260"/>
                    </a:cubicBezTo>
                    <a:cubicBezTo>
                      <a:pt x="13944" y="33580"/>
                      <a:pt x="15864" y="36464"/>
                      <a:pt x="15864" y="39714"/>
                    </a:cubicBezTo>
                    <a:cubicBezTo>
                      <a:pt x="15864" y="42954"/>
                      <a:pt x="13829" y="45963"/>
                      <a:pt x="10817" y="47040"/>
                    </a:cubicBezTo>
                    <a:cubicBezTo>
                      <a:pt x="6250" y="48725"/>
                      <a:pt x="2404" y="51975"/>
                      <a:pt x="0" y="56176"/>
                    </a:cubicBezTo>
                    <a:lnTo>
                      <a:pt x="18155" y="66637"/>
                    </a:lnTo>
                    <a:lnTo>
                      <a:pt x="36182" y="56176"/>
                    </a:lnTo>
                    <a:cubicBezTo>
                      <a:pt x="33781" y="51972"/>
                      <a:pt x="29930" y="48723"/>
                      <a:pt x="25479" y="47040"/>
                    </a:cubicBezTo>
                    <a:close/>
                  </a:path>
                </a:pathLst>
              </a:custGeom>
              <a:noFill/>
              <a:ln cap="flat" cmpd="sng" w="9525">
                <a:solidFill>
                  <a:srgbClr val="5F7D95"/>
                </a:solidFill>
                <a:prstDash val="solid"/>
                <a:miter lim="245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g2114997e136_1_124"/>
              <p:cNvSpPr/>
              <p:nvPr/>
            </p:nvSpPr>
            <p:spPr>
              <a:xfrm>
                <a:off x="4334725" y="2760325"/>
                <a:ext cx="1547125" cy="1304775"/>
              </a:xfrm>
              <a:custGeom>
                <a:rect b="b" l="l" r="r" t="t"/>
                <a:pathLst>
                  <a:path extrusionOk="0" fill="none" h="52191" w="61885">
                    <a:moveTo>
                      <a:pt x="43727" y="1"/>
                    </a:moveTo>
                    <a:cubicBezTo>
                      <a:pt x="41323" y="4212"/>
                      <a:pt x="40487" y="9019"/>
                      <a:pt x="41208" y="13829"/>
                    </a:cubicBezTo>
                    <a:cubicBezTo>
                      <a:pt x="41804" y="17069"/>
                      <a:pt x="40247" y="20321"/>
                      <a:pt x="37362" y="21878"/>
                    </a:cubicBezTo>
                    <a:lnTo>
                      <a:pt x="37237" y="22004"/>
                    </a:lnTo>
                    <a:cubicBezTo>
                      <a:pt x="35989" y="22712"/>
                      <a:pt x="34579" y="23085"/>
                      <a:pt x="33144" y="23090"/>
                    </a:cubicBezTo>
                    <a:cubicBezTo>
                      <a:pt x="31510" y="23095"/>
                      <a:pt x="29914" y="22587"/>
                      <a:pt x="28582" y="21638"/>
                    </a:cubicBezTo>
                    <a:cubicBezTo>
                      <a:pt x="25950" y="19752"/>
                      <a:pt x="22852" y="18705"/>
                      <a:pt x="19671" y="18513"/>
                    </a:cubicBezTo>
                    <a:cubicBezTo>
                      <a:pt x="19338" y="18494"/>
                      <a:pt x="19007" y="18435"/>
                      <a:pt x="18673" y="18435"/>
                    </a:cubicBezTo>
                    <a:cubicBezTo>
                      <a:pt x="15489" y="18435"/>
                      <a:pt x="12257" y="19345"/>
                      <a:pt x="9348" y="21282"/>
                    </a:cubicBezTo>
                    <a:cubicBezTo>
                      <a:pt x="9078" y="21462"/>
                      <a:pt x="8828" y="21663"/>
                      <a:pt x="8573" y="21856"/>
                    </a:cubicBezTo>
                    <a:cubicBezTo>
                      <a:pt x="2203" y="26681"/>
                      <a:pt x="1" y="35395"/>
                      <a:pt x="3579" y="42679"/>
                    </a:cubicBezTo>
                    <a:cubicBezTo>
                      <a:pt x="6535" y="48755"/>
                      <a:pt x="12519" y="52191"/>
                      <a:pt x="18698" y="52191"/>
                    </a:cubicBezTo>
                    <a:cubicBezTo>
                      <a:pt x="21064" y="52191"/>
                      <a:pt x="23448" y="51656"/>
                      <a:pt x="25712" y="50604"/>
                    </a:cubicBezTo>
                    <a:cubicBezTo>
                      <a:pt x="26193" y="50381"/>
                      <a:pt x="26674" y="50165"/>
                      <a:pt x="27140" y="49893"/>
                    </a:cubicBezTo>
                    <a:cubicBezTo>
                      <a:pt x="30299" y="48122"/>
                      <a:pt x="32604" y="45510"/>
                      <a:pt x="34014" y="42498"/>
                    </a:cubicBezTo>
                    <a:cubicBezTo>
                      <a:pt x="35307" y="39741"/>
                      <a:pt x="35837" y="36690"/>
                      <a:pt x="35552" y="33659"/>
                    </a:cubicBezTo>
                    <a:cubicBezTo>
                      <a:pt x="35312" y="30534"/>
                      <a:pt x="36882" y="27409"/>
                      <a:pt x="39641" y="25852"/>
                    </a:cubicBezTo>
                    <a:cubicBezTo>
                      <a:pt x="40902" y="25114"/>
                      <a:pt x="42282" y="24748"/>
                      <a:pt x="43641" y="24748"/>
                    </a:cubicBezTo>
                    <a:cubicBezTo>
                      <a:pt x="45392" y="24748"/>
                      <a:pt x="47119" y="25356"/>
                      <a:pt x="48534" y="26573"/>
                    </a:cubicBezTo>
                    <a:cubicBezTo>
                      <a:pt x="52382" y="29572"/>
                      <a:pt x="57074" y="31255"/>
                      <a:pt x="61884" y="31255"/>
                    </a:cubicBezTo>
                    <a:lnTo>
                      <a:pt x="61884" y="10461"/>
                    </a:lnTo>
                    <a:lnTo>
                      <a:pt x="61884" y="10461"/>
                    </a:lnTo>
                    <a:close/>
                  </a:path>
                </a:pathLst>
              </a:custGeom>
              <a:noFill/>
              <a:ln cap="flat" cmpd="sng" w="9525">
                <a:solidFill>
                  <a:srgbClr val="435D74"/>
                </a:solidFill>
                <a:prstDash val="solid"/>
                <a:miter lim="245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g2114997e136_1_124"/>
              <p:cNvSpPr/>
              <p:nvPr/>
            </p:nvSpPr>
            <p:spPr>
              <a:xfrm>
                <a:off x="5881825" y="2760325"/>
                <a:ext cx="1559550" cy="1305200"/>
              </a:xfrm>
              <a:custGeom>
                <a:rect b="b" l="l" r="r" t="t"/>
                <a:pathLst>
                  <a:path extrusionOk="0" fill="none" h="52208" w="62382">
                    <a:moveTo>
                      <a:pt x="51989" y="21025"/>
                    </a:moveTo>
                    <a:cubicBezTo>
                      <a:pt x="51805" y="20912"/>
                      <a:pt x="51636" y="20785"/>
                      <a:pt x="51447" y="20677"/>
                    </a:cubicBezTo>
                    <a:cubicBezTo>
                      <a:pt x="48774" y="19149"/>
                      <a:pt x="45855" y="18413"/>
                      <a:pt x="42981" y="18413"/>
                    </a:cubicBezTo>
                    <a:cubicBezTo>
                      <a:pt x="42208" y="18413"/>
                      <a:pt x="41443" y="18484"/>
                      <a:pt x="40682" y="18589"/>
                    </a:cubicBezTo>
                    <a:cubicBezTo>
                      <a:pt x="38034" y="18957"/>
                      <a:pt x="35488" y="19938"/>
                      <a:pt x="33290" y="21523"/>
                    </a:cubicBezTo>
                    <a:cubicBezTo>
                      <a:pt x="31924" y="22519"/>
                      <a:pt x="30276" y="23056"/>
                      <a:pt x="28586" y="23056"/>
                    </a:cubicBezTo>
                    <a:cubicBezTo>
                      <a:pt x="27107" y="23053"/>
                      <a:pt x="25657" y="22646"/>
                      <a:pt x="24394" y="21876"/>
                    </a:cubicBezTo>
                    <a:cubicBezTo>
                      <a:pt x="21510" y="20319"/>
                      <a:pt x="19952" y="17066"/>
                      <a:pt x="20548" y="13829"/>
                    </a:cubicBezTo>
                    <a:cubicBezTo>
                      <a:pt x="21270" y="9019"/>
                      <a:pt x="20433" y="4212"/>
                      <a:pt x="18030" y="1"/>
                    </a:cubicBezTo>
                    <a:lnTo>
                      <a:pt x="0" y="10461"/>
                    </a:lnTo>
                    <a:lnTo>
                      <a:pt x="0" y="10461"/>
                    </a:lnTo>
                    <a:lnTo>
                      <a:pt x="0" y="31250"/>
                    </a:lnTo>
                    <a:cubicBezTo>
                      <a:pt x="4805" y="31250"/>
                      <a:pt x="9489" y="29570"/>
                      <a:pt x="13220" y="26568"/>
                    </a:cubicBezTo>
                    <a:cubicBezTo>
                      <a:pt x="15719" y="24434"/>
                      <a:pt x="19307" y="24142"/>
                      <a:pt x="22116" y="25849"/>
                    </a:cubicBezTo>
                    <a:lnTo>
                      <a:pt x="22356" y="25965"/>
                    </a:lnTo>
                    <a:cubicBezTo>
                      <a:pt x="25003" y="27532"/>
                      <a:pt x="26560" y="30534"/>
                      <a:pt x="26204" y="33659"/>
                    </a:cubicBezTo>
                    <a:cubicBezTo>
                      <a:pt x="25959" y="36371"/>
                      <a:pt x="26391" y="39091"/>
                      <a:pt x="27389" y="41600"/>
                    </a:cubicBezTo>
                    <a:cubicBezTo>
                      <a:pt x="28807" y="45159"/>
                      <a:pt x="31421" y="48254"/>
                      <a:pt x="35110" y="50209"/>
                    </a:cubicBezTo>
                    <a:cubicBezTo>
                      <a:pt x="35274" y="50295"/>
                      <a:pt x="35412" y="50403"/>
                      <a:pt x="35578" y="50484"/>
                    </a:cubicBezTo>
                    <a:cubicBezTo>
                      <a:pt x="37877" y="51619"/>
                      <a:pt x="40405" y="52208"/>
                      <a:pt x="42968" y="52208"/>
                    </a:cubicBezTo>
                    <a:cubicBezTo>
                      <a:pt x="48435" y="52208"/>
                      <a:pt x="53753" y="49542"/>
                      <a:pt x="56975" y="44840"/>
                    </a:cubicBezTo>
                    <a:cubicBezTo>
                      <a:pt x="62381" y="36727"/>
                      <a:pt x="59960" y="25994"/>
                      <a:pt x="51989" y="21025"/>
                    </a:cubicBezTo>
                    <a:close/>
                  </a:path>
                </a:pathLst>
              </a:custGeom>
              <a:noFill/>
              <a:ln cap="flat" cmpd="sng" w="9525">
                <a:solidFill>
                  <a:srgbClr val="A5B7C5"/>
                </a:solidFill>
                <a:prstDash val="solid"/>
                <a:miter lim="2452"/>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cxnSp>
        <p:nvCxnSpPr>
          <p:cNvPr id="647" name="Google Shape;647;g2114997e136_1_124"/>
          <p:cNvCxnSpPr/>
          <p:nvPr/>
        </p:nvCxnSpPr>
        <p:spPr>
          <a:xfrm>
            <a:off x="2111832" y="3346123"/>
            <a:ext cx="4484400" cy="10800"/>
          </a:xfrm>
          <a:prstGeom prst="straightConnector1">
            <a:avLst/>
          </a:prstGeom>
          <a:noFill/>
          <a:ln cap="flat" cmpd="sng" w="9525">
            <a:solidFill>
              <a:schemeClr val="dk2"/>
            </a:solidFill>
            <a:prstDash val="solid"/>
            <a:round/>
            <a:headEnd len="med" w="med" type="oval"/>
            <a:tailEnd len="med" w="med" type="oval"/>
          </a:ln>
        </p:spPr>
      </p:cxnSp>
      <p:cxnSp>
        <p:nvCxnSpPr>
          <p:cNvPr id="648" name="Google Shape;648;g2114997e136_1_124"/>
          <p:cNvCxnSpPr/>
          <p:nvPr/>
        </p:nvCxnSpPr>
        <p:spPr>
          <a:xfrm>
            <a:off x="2866038" y="3348744"/>
            <a:ext cx="0" cy="557700"/>
          </a:xfrm>
          <a:prstGeom prst="straightConnector1">
            <a:avLst/>
          </a:prstGeom>
          <a:noFill/>
          <a:ln cap="flat" cmpd="sng" w="9525">
            <a:solidFill>
              <a:schemeClr val="dk2"/>
            </a:solidFill>
            <a:prstDash val="solid"/>
            <a:round/>
            <a:headEnd len="sm" w="sm" type="none"/>
            <a:tailEnd len="med" w="med" type="oval"/>
          </a:ln>
        </p:spPr>
      </p:cxnSp>
      <p:cxnSp>
        <p:nvCxnSpPr>
          <p:cNvPr id="649" name="Google Shape;649;g2114997e136_1_124"/>
          <p:cNvCxnSpPr/>
          <p:nvPr/>
        </p:nvCxnSpPr>
        <p:spPr>
          <a:xfrm flipH="1" rot="10800000">
            <a:off x="3783307" y="2871444"/>
            <a:ext cx="10200" cy="477300"/>
          </a:xfrm>
          <a:prstGeom prst="straightConnector1">
            <a:avLst/>
          </a:prstGeom>
          <a:noFill/>
          <a:ln cap="flat" cmpd="sng" w="9525">
            <a:solidFill>
              <a:schemeClr val="dk2"/>
            </a:solidFill>
            <a:prstDash val="solid"/>
            <a:round/>
            <a:headEnd len="sm" w="sm" type="none"/>
            <a:tailEnd len="med" w="med" type="oval"/>
          </a:ln>
        </p:spPr>
      </p:cxnSp>
      <p:cxnSp>
        <p:nvCxnSpPr>
          <p:cNvPr id="650" name="Google Shape;650;g2114997e136_1_124"/>
          <p:cNvCxnSpPr/>
          <p:nvPr/>
        </p:nvCxnSpPr>
        <p:spPr>
          <a:xfrm rot="10800000">
            <a:off x="6137628" y="2849774"/>
            <a:ext cx="0" cy="509700"/>
          </a:xfrm>
          <a:prstGeom prst="straightConnector1">
            <a:avLst/>
          </a:prstGeom>
          <a:noFill/>
          <a:ln cap="flat" cmpd="sng" w="9525">
            <a:solidFill>
              <a:schemeClr val="dk2"/>
            </a:solidFill>
            <a:prstDash val="solid"/>
            <a:round/>
            <a:headEnd len="sm" w="sm" type="none"/>
            <a:tailEnd len="med" w="med" type="oval"/>
          </a:ln>
        </p:spPr>
      </p:cxnSp>
      <p:cxnSp>
        <p:nvCxnSpPr>
          <p:cNvPr id="651" name="Google Shape;651;g2114997e136_1_124"/>
          <p:cNvCxnSpPr/>
          <p:nvPr/>
        </p:nvCxnSpPr>
        <p:spPr>
          <a:xfrm flipH="1">
            <a:off x="5016522" y="3354098"/>
            <a:ext cx="10200" cy="552600"/>
          </a:xfrm>
          <a:prstGeom prst="straightConnector1">
            <a:avLst/>
          </a:prstGeom>
          <a:noFill/>
          <a:ln cap="flat" cmpd="sng" w="9525">
            <a:solidFill>
              <a:schemeClr val="dk2"/>
            </a:solidFill>
            <a:prstDash val="solid"/>
            <a:round/>
            <a:headEnd len="sm" w="sm" type="none"/>
            <a:tailEnd len="med" w="med" type="oval"/>
          </a:ln>
        </p:spPr>
      </p:cxnSp>
      <p:sp>
        <p:nvSpPr>
          <p:cNvPr id="652" name="Google Shape;652;g2114997e136_1_124"/>
          <p:cNvSpPr txBox="1"/>
          <p:nvPr>
            <p:ph type="title"/>
          </p:nvPr>
        </p:nvSpPr>
        <p:spPr>
          <a:xfrm>
            <a:off x="155525" y="279925"/>
            <a:ext cx="77175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a:solidFill>
                  <a:schemeClr val="dk1"/>
                </a:solidFill>
              </a:rPr>
              <a:t>CAN Communication</a:t>
            </a:r>
            <a:endParaRPr>
              <a:solidFill>
                <a:schemeClr val="dk1"/>
              </a:solidFill>
            </a:endParaRPr>
          </a:p>
        </p:txBody>
      </p:sp>
      <p:sp>
        <p:nvSpPr>
          <p:cNvPr id="653" name="Google Shape;653;g2114997e136_1_124"/>
          <p:cNvSpPr txBox="1"/>
          <p:nvPr/>
        </p:nvSpPr>
        <p:spPr>
          <a:xfrm>
            <a:off x="1347101" y="2600672"/>
            <a:ext cx="29469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300" u="none" cap="none" strike="noStrike">
                <a:solidFill>
                  <a:schemeClr val="dk1"/>
                </a:solidFill>
                <a:latin typeface="Source Sans Pro"/>
                <a:ea typeface="Source Sans Pro"/>
                <a:cs typeface="Source Sans Pro"/>
                <a:sym typeface="Source Sans Pro"/>
              </a:rPr>
              <a:t>777#AcceleratorPedalPosition </a:t>
            </a:r>
            <a:endParaRPr b="0" i="0" sz="1300" u="none" cap="none" strike="noStrike">
              <a:solidFill>
                <a:schemeClr val="dk1"/>
              </a:solidFill>
              <a:latin typeface="Source Sans Pro"/>
              <a:ea typeface="Source Sans Pro"/>
              <a:cs typeface="Source Sans Pro"/>
              <a:sym typeface="Source Sans Pro"/>
            </a:endParaRPr>
          </a:p>
        </p:txBody>
      </p:sp>
      <p:cxnSp>
        <p:nvCxnSpPr>
          <p:cNvPr id="654" name="Google Shape;654;g2114997e136_1_124"/>
          <p:cNvCxnSpPr/>
          <p:nvPr/>
        </p:nvCxnSpPr>
        <p:spPr>
          <a:xfrm flipH="1" rot="-5400000">
            <a:off x="4144293" y="3459030"/>
            <a:ext cx="337500" cy="337500"/>
          </a:xfrm>
          <a:prstGeom prst="bentConnector3">
            <a:avLst>
              <a:gd fmla="val 50000" name="adj1"/>
            </a:avLst>
          </a:prstGeom>
          <a:noFill/>
          <a:ln cap="flat" cmpd="sng" w="9525">
            <a:solidFill>
              <a:schemeClr val="dk2"/>
            </a:solidFill>
            <a:prstDash val="solid"/>
            <a:round/>
            <a:headEnd len="med" w="med" type="oval"/>
            <a:tailEnd len="sm" w="sm" type="none"/>
          </a:ln>
        </p:spPr>
      </p:cxnSp>
      <p:sp>
        <p:nvSpPr>
          <p:cNvPr id="655" name="Google Shape;655;g2114997e136_1_124"/>
          <p:cNvSpPr txBox="1"/>
          <p:nvPr/>
        </p:nvSpPr>
        <p:spPr>
          <a:xfrm>
            <a:off x="4293876" y="3666660"/>
            <a:ext cx="732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Source Sans Pro"/>
                <a:ea typeface="Source Sans Pro"/>
                <a:cs typeface="Source Sans Pro"/>
                <a:sym typeface="Source Sans Pro"/>
              </a:rPr>
              <a:t>Bus</a:t>
            </a:r>
            <a:endParaRPr b="0" i="0" sz="1400" u="none" cap="none" strike="noStrike">
              <a:solidFill>
                <a:schemeClr val="dk1"/>
              </a:solidFill>
              <a:latin typeface="Source Sans Pro"/>
              <a:ea typeface="Source Sans Pro"/>
              <a:cs typeface="Source Sans Pro"/>
              <a:sym typeface="Source Sans Pro"/>
            </a:endParaRPr>
          </a:p>
        </p:txBody>
      </p:sp>
      <p:cxnSp>
        <p:nvCxnSpPr>
          <p:cNvPr id="656" name="Google Shape;656;g2114997e136_1_124"/>
          <p:cNvCxnSpPr/>
          <p:nvPr/>
        </p:nvCxnSpPr>
        <p:spPr>
          <a:xfrm>
            <a:off x="4092951" y="2349832"/>
            <a:ext cx="440400" cy="220500"/>
          </a:xfrm>
          <a:prstGeom prst="bentConnector3">
            <a:avLst>
              <a:gd fmla="val 50000" name="adj1"/>
            </a:avLst>
          </a:prstGeom>
          <a:noFill/>
          <a:ln cap="flat" cmpd="sng" w="9525">
            <a:solidFill>
              <a:schemeClr val="dk2"/>
            </a:solidFill>
            <a:prstDash val="solid"/>
            <a:round/>
            <a:headEnd len="med" w="med" type="oval"/>
            <a:tailEnd len="sm" w="sm" type="none"/>
          </a:ln>
        </p:spPr>
      </p:cxnSp>
      <p:sp>
        <p:nvSpPr>
          <p:cNvPr id="657" name="Google Shape;657;g2114997e136_1_124"/>
          <p:cNvSpPr txBox="1"/>
          <p:nvPr/>
        </p:nvSpPr>
        <p:spPr>
          <a:xfrm>
            <a:off x="4405600" y="2268375"/>
            <a:ext cx="9537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300" u="sng" cap="none" strike="noStrike">
                <a:solidFill>
                  <a:schemeClr val="dk1"/>
                </a:solidFill>
                <a:latin typeface="Source Sans Pro"/>
                <a:ea typeface="Source Sans Pro"/>
                <a:cs typeface="Source Sans Pro"/>
                <a:sym typeface="Source Sans Pro"/>
              </a:rPr>
              <a:t>Engine </a:t>
            </a:r>
            <a:endParaRPr b="1" i="0" sz="1300" u="sng"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rPr b="1" i="0" lang="en" sz="1300" u="sng" cap="none" strike="noStrike">
                <a:solidFill>
                  <a:schemeClr val="dk1"/>
                </a:solidFill>
                <a:latin typeface="Source Sans Pro"/>
                <a:ea typeface="Source Sans Pro"/>
                <a:cs typeface="Source Sans Pro"/>
                <a:sym typeface="Source Sans Pro"/>
              </a:rPr>
              <a:t>Controller </a:t>
            </a:r>
            <a:endParaRPr b="1" i="0" sz="1300" u="sng" cap="none" strike="noStrike">
              <a:solidFill>
                <a:schemeClr val="dk1"/>
              </a:solidFill>
              <a:latin typeface="Source Sans Pro"/>
              <a:ea typeface="Source Sans Pro"/>
              <a:cs typeface="Source Sans Pro"/>
              <a:sym typeface="Source Sans Pro"/>
            </a:endParaRPr>
          </a:p>
        </p:txBody>
      </p:sp>
      <p:sp>
        <p:nvSpPr>
          <p:cNvPr id="658" name="Google Shape;658;g2114997e136_1_124"/>
          <p:cNvSpPr txBox="1"/>
          <p:nvPr/>
        </p:nvSpPr>
        <p:spPr>
          <a:xfrm>
            <a:off x="2302050" y="4778625"/>
            <a:ext cx="4539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1"/>
                </a:solidFill>
                <a:latin typeface="Source Sans Pro"/>
                <a:ea typeface="Source Sans Pro"/>
                <a:cs typeface="Source Sans Pro"/>
                <a:sym typeface="Source Sans Pro"/>
              </a:rPr>
              <a:t>[1],[3]</a:t>
            </a:r>
            <a:endParaRPr b="0" i="0" sz="1400" u="none" cap="none" strike="noStrike">
              <a:solidFill>
                <a:schemeClr val="accent1"/>
              </a:solidFill>
              <a:latin typeface="Source Sans Pro"/>
              <a:ea typeface="Source Sans Pro"/>
              <a:cs typeface="Source Sans Pro"/>
              <a:sym typeface="Source Sans Pro"/>
            </a:endParaRPr>
          </a:p>
        </p:txBody>
      </p:sp>
      <p:sp>
        <p:nvSpPr>
          <p:cNvPr id="659" name="Google Shape;659;g2114997e136_1_124"/>
          <p:cNvSpPr/>
          <p:nvPr/>
        </p:nvSpPr>
        <p:spPr>
          <a:xfrm>
            <a:off x="4852897" y="3388717"/>
            <a:ext cx="337500" cy="337500"/>
          </a:xfrm>
          <a:prstGeom prst="triangle">
            <a:avLst>
              <a:gd fmla="val 50000" name="adj"/>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g2114997e136_1_124"/>
          <p:cNvSpPr/>
          <p:nvPr/>
        </p:nvSpPr>
        <p:spPr>
          <a:xfrm rot="5400000">
            <a:off x="3000079" y="3182775"/>
            <a:ext cx="337500" cy="3375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1" name="Google Shape;661;g2114997e136_1_124"/>
          <p:cNvCxnSpPr>
            <a:endCxn id="662" idx="3"/>
          </p:cNvCxnSpPr>
          <p:nvPr/>
        </p:nvCxnSpPr>
        <p:spPr>
          <a:xfrm rot="10800000">
            <a:off x="2114249" y="4116575"/>
            <a:ext cx="409500" cy="226200"/>
          </a:xfrm>
          <a:prstGeom prst="bentConnector3">
            <a:avLst>
              <a:gd fmla="val 50000" name="adj1"/>
            </a:avLst>
          </a:prstGeom>
          <a:noFill/>
          <a:ln cap="flat" cmpd="sng" w="9525">
            <a:solidFill>
              <a:schemeClr val="dk2"/>
            </a:solidFill>
            <a:prstDash val="solid"/>
            <a:round/>
            <a:headEnd len="med" w="med" type="oval"/>
            <a:tailEnd len="sm" w="sm" type="none"/>
          </a:ln>
        </p:spPr>
      </p:cxnSp>
      <p:sp>
        <p:nvSpPr>
          <p:cNvPr id="662" name="Google Shape;662;g2114997e136_1_124"/>
          <p:cNvSpPr txBox="1"/>
          <p:nvPr/>
        </p:nvSpPr>
        <p:spPr>
          <a:xfrm>
            <a:off x="1096949" y="3924125"/>
            <a:ext cx="10173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300"/>
              <a:buFont typeface="Arial"/>
              <a:buNone/>
            </a:pPr>
            <a:r>
              <a:rPr b="1" i="0" lang="en" sz="1300" u="sng" cap="none" strike="noStrike">
                <a:solidFill>
                  <a:schemeClr val="dk1"/>
                </a:solidFill>
                <a:latin typeface="Source Sans Pro"/>
                <a:ea typeface="Source Sans Pro"/>
                <a:cs typeface="Source Sans Pro"/>
                <a:sym typeface="Source Sans Pro"/>
              </a:rPr>
              <a:t>Accelerator </a:t>
            </a:r>
            <a:endParaRPr b="1" i="0" sz="1300" u="sng" cap="none" strike="noStrike">
              <a:solidFill>
                <a:schemeClr val="dk1"/>
              </a:solidFill>
              <a:latin typeface="Source Sans Pro"/>
              <a:ea typeface="Source Sans Pro"/>
              <a:cs typeface="Source Sans Pro"/>
              <a:sym typeface="Source Sans Pro"/>
            </a:endParaRPr>
          </a:p>
        </p:txBody>
      </p:sp>
      <p:cxnSp>
        <p:nvCxnSpPr>
          <p:cNvPr id="663" name="Google Shape;663;g2114997e136_1_124"/>
          <p:cNvCxnSpPr>
            <a:stCxn id="653" idx="2"/>
            <a:endCxn id="660" idx="1"/>
          </p:cNvCxnSpPr>
          <p:nvPr/>
        </p:nvCxnSpPr>
        <p:spPr>
          <a:xfrm flipH="1" rot="-5400000">
            <a:off x="2853851" y="2952272"/>
            <a:ext cx="281700" cy="348300"/>
          </a:xfrm>
          <a:prstGeom prst="bentConnector3">
            <a:avLst>
              <a:gd fmla="val 35002" name="adj1"/>
            </a:avLst>
          </a:prstGeom>
          <a:noFill/>
          <a:ln cap="flat" cmpd="sng" w="9525">
            <a:solidFill>
              <a:schemeClr val="dk2"/>
            </a:solidFill>
            <a:prstDash val="solid"/>
            <a:round/>
            <a:headEnd len="med" w="med" type="oval"/>
            <a:tailEnd len="sm" w="sm" type="none"/>
          </a:ln>
        </p:spPr>
      </p:cxnSp>
      <p:sp>
        <p:nvSpPr>
          <p:cNvPr id="664" name="Google Shape;664;g2114997e136_1_124"/>
          <p:cNvSpPr txBox="1"/>
          <p:nvPr/>
        </p:nvSpPr>
        <p:spPr>
          <a:xfrm>
            <a:off x="5526323" y="3573702"/>
            <a:ext cx="22428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300" u="none" cap="none" strike="noStrike">
                <a:solidFill>
                  <a:schemeClr val="dk1"/>
                </a:solidFill>
                <a:latin typeface="Source Sans Pro"/>
                <a:ea typeface="Source Sans Pro"/>
                <a:cs typeface="Source Sans Pro"/>
                <a:sym typeface="Source Sans Pro"/>
              </a:rPr>
              <a:t>111#BreakPedalPosition </a:t>
            </a:r>
            <a:endParaRPr b="0" i="0" sz="1300" u="none" cap="none" strike="noStrike">
              <a:solidFill>
                <a:schemeClr val="dk1"/>
              </a:solidFill>
              <a:latin typeface="Source Sans Pro"/>
              <a:ea typeface="Source Sans Pro"/>
              <a:cs typeface="Source Sans Pro"/>
              <a:sym typeface="Source Sans Pro"/>
            </a:endParaRPr>
          </a:p>
        </p:txBody>
      </p:sp>
      <p:cxnSp>
        <p:nvCxnSpPr>
          <p:cNvPr id="665" name="Google Shape;665;g2114997e136_1_124"/>
          <p:cNvCxnSpPr>
            <a:stCxn id="664" idx="1"/>
            <a:endCxn id="659" idx="5"/>
          </p:cNvCxnSpPr>
          <p:nvPr/>
        </p:nvCxnSpPr>
        <p:spPr>
          <a:xfrm rot="10800000">
            <a:off x="5106023" y="3557352"/>
            <a:ext cx="420300" cy="208800"/>
          </a:xfrm>
          <a:prstGeom prst="bentConnector3">
            <a:avLst>
              <a:gd fmla="val 39963" name="adj1"/>
            </a:avLst>
          </a:prstGeom>
          <a:noFill/>
          <a:ln cap="flat" cmpd="sng" w="9525">
            <a:solidFill>
              <a:schemeClr val="dk2"/>
            </a:solidFill>
            <a:prstDash val="solid"/>
            <a:round/>
            <a:headEnd len="med" w="med" type="oval"/>
            <a:tailEnd len="sm" w="sm" type="none"/>
          </a:ln>
        </p:spPr>
      </p:cxnSp>
      <p:pic>
        <p:nvPicPr>
          <p:cNvPr id="666" name="Google Shape;666;g2114997e136_1_124"/>
          <p:cNvPicPr preferRelativeResize="0"/>
          <p:nvPr/>
        </p:nvPicPr>
        <p:blipFill rotWithShape="1">
          <a:blip r:embed="rId3">
            <a:alphaModFix/>
          </a:blip>
          <a:srcRect b="0" l="0" r="0" t="0"/>
          <a:stretch/>
        </p:blipFill>
        <p:spPr>
          <a:xfrm>
            <a:off x="2103683" y="846137"/>
            <a:ext cx="4994021" cy="427380"/>
          </a:xfrm>
          <a:prstGeom prst="rect">
            <a:avLst/>
          </a:prstGeom>
          <a:noFill/>
          <a:ln>
            <a:noFill/>
          </a:ln>
        </p:spPr>
      </p:pic>
      <p:sp>
        <p:nvSpPr>
          <p:cNvPr id="667" name="Google Shape;667;g2114997e136_1_124"/>
          <p:cNvSpPr txBox="1"/>
          <p:nvPr/>
        </p:nvSpPr>
        <p:spPr>
          <a:xfrm>
            <a:off x="3951903" y="439083"/>
            <a:ext cx="114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Source Sans Pro"/>
                <a:ea typeface="Source Sans Pro"/>
                <a:cs typeface="Source Sans Pro"/>
                <a:sym typeface="Source Sans Pro"/>
              </a:rPr>
              <a:t>DATA FRAME</a:t>
            </a:r>
            <a:endParaRPr b="0" i="0" sz="1400" u="none" cap="none" strike="noStrike">
              <a:solidFill>
                <a:schemeClr val="dk1"/>
              </a:solidFill>
              <a:latin typeface="Source Sans Pro"/>
              <a:ea typeface="Source Sans Pro"/>
              <a:cs typeface="Source Sans Pro"/>
              <a:sym typeface="Source Sans Pro"/>
            </a:endParaRPr>
          </a:p>
        </p:txBody>
      </p:sp>
      <p:cxnSp>
        <p:nvCxnSpPr>
          <p:cNvPr id="668" name="Google Shape;668;g2114997e136_1_124"/>
          <p:cNvCxnSpPr/>
          <p:nvPr/>
        </p:nvCxnSpPr>
        <p:spPr>
          <a:xfrm>
            <a:off x="3839625" y="776516"/>
            <a:ext cx="1369800" cy="0"/>
          </a:xfrm>
          <a:prstGeom prst="straightConnector1">
            <a:avLst/>
          </a:prstGeom>
          <a:noFill/>
          <a:ln cap="flat" cmpd="sng" w="9525">
            <a:solidFill>
              <a:schemeClr val="dk2"/>
            </a:solidFill>
            <a:prstDash val="solid"/>
            <a:round/>
            <a:headEnd len="sm" w="sm" type="none"/>
            <a:tailEnd len="sm" w="sm" type="none"/>
          </a:ln>
        </p:spPr>
      </p:cxnSp>
      <p:sp>
        <p:nvSpPr>
          <p:cNvPr id="669" name="Google Shape;669;g2114997e136_1_124"/>
          <p:cNvSpPr txBox="1"/>
          <p:nvPr/>
        </p:nvSpPr>
        <p:spPr>
          <a:xfrm>
            <a:off x="3870906" y="1346075"/>
            <a:ext cx="13071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Source Sans Pro"/>
                <a:ea typeface="Source Sans Pro"/>
                <a:cs typeface="Source Sans Pro"/>
                <a:sym typeface="Source Sans Pro"/>
              </a:rPr>
              <a:t> Data Transfer</a:t>
            </a:r>
            <a:endParaRPr b="0" i="0" sz="1500" u="none" cap="none" strike="noStrike">
              <a:solidFill>
                <a:schemeClr val="dk1"/>
              </a:solidFill>
              <a:latin typeface="Source Sans Pro"/>
              <a:ea typeface="Source Sans Pro"/>
              <a:cs typeface="Source Sans Pro"/>
              <a:sym typeface="Source Sans Pro"/>
            </a:endParaRPr>
          </a:p>
        </p:txBody>
      </p:sp>
      <p:sp>
        <p:nvSpPr>
          <p:cNvPr id="670" name="Google Shape;670;g2114997e136_1_124"/>
          <p:cNvSpPr txBox="1"/>
          <p:nvPr/>
        </p:nvSpPr>
        <p:spPr>
          <a:xfrm>
            <a:off x="2225850" y="1245088"/>
            <a:ext cx="8637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Source Sans Pro"/>
                <a:ea typeface="Source Sans Pro"/>
                <a:cs typeface="Source Sans Pro"/>
                <a:sym typeface="Source Sans Pro"/>
              </a:rPr>
              <a:t>Name /</a:t>
            </a:r>
            <a:endParaRPr b="0" i="0" sz="1500" u="none"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Source Sans Pro"/>
                <a:ea typeface="Source Sans Pro"/>
                <a:cs typeface="Source Sans Pro"/>
                <a:sym typeface="Source Sans Pro"/>
              </a:rPr>
              <a:t>Priority</a:t>
            </a:r>
            <a:endParaRPr b="0" i="0" sz="1500" u="none" cap="none" strike="noStrike">
              <a:solidFill>
                <a:schemeClr val="dk1"/>
              </a:solidFill>
              <a:latin typeface="Source Sans Pro"/>
              <a:ea typeface="Source Sans Pro"/>
              <a:cs typeface="Source Sans Pro"/>
              <a:sym typeface="Source Sans Pro"/>
            </a:endParaRPr>
          </a:p>
        </p:txBody>
      </p:sp>
      <p:cxnSp>
        <p:nvCxnSpPr>
          <p:cNvPr id="671" name="Google Shape;671;g2114997e136_1_124"/>
          <p:cNvCxnSpPr/>
          <p:nvPr/>
        </p:nvCxnSpPr>
        <p:spPr>
          <a:xfrm>
            <a:off x="218725" y="1872500"/>
            <a:ext cx="8682900" cy="0"/>
          </a:xfrm>
          <a:prstGeom prst="straightConnector1">
            <a:avLst/>
          </a:prstGeom>
          <a:noFill/>
          <a:ln cap="flat" cmpd="sng" w="9525">
            <a:solidFill>
              <a:schemeClr val="dk2"/>
            </a:solidFill>
            <a:prstDash val="solid"/>
            <a:round/>
            <a:headEnd len="med" w="med" type="oval"/>
            <a:tailEnd len="med" w="med" type="oval"/>
          </a:ln>
        </p:spPr>
      </p:cxnSp>
      <p:sp>
        <p:nvSpPr>
          <p:cNvPr id="672" name="Google Shape;672;g2114997e136_1_124"/>
          <p:cNvSpPr txBox="1"/>
          <p:nvPr/>
        </p:nvSpPr>
        <p:spPr>
          <a:xfrm>
            <a:off x="5624800" y="4173375"/>
            <a:ext cx="953700" cy="585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lang="en" sz="1300" u="sng">
                <a:solidFill>
                  <a:schemeClr val="dk1"/>
                </a:solidFill>
                <a:latin typeface="Source Sans Pro"/>
                <a:ea typeface="Source Sans Pro"/>
                <a:cs typeface="Source Sans Pro"/>
                <a:sym typeface="Source Sans Pro"/>
              </a:rPr>
              <a:t>Brake</a:t>
            </a:r>
            <a:r>
              <a:rPr b="1" i="0" lang="en" sz="1300" u="sng" cap="none" strike="noStrike">
                <a:solidFill>
                  <a:schemeClr val="dk1"/>
                </a:solidFill>
                <a:latin typeface="Source Sans Pro"/>
                <a:ea typeface="Source Sans Pro"/>
                <a:cs typeface="Source Sans Pro"/>
                <a:sym typeface="Source Sans Pro"/>
              </a:rPr>
              <a:t> </a:t>
            </a:r>
            <a:endParaRPr b="1" i="0" sz="1300" u="sng" cap="none" strike="noStrike">
              <a:solidFill>
                <a:schemeClr val="dk1"/>
              </a:solidFill>
              <a:latin typeface="Source Sans Pro"/>
              <a:ea typeface="Source Sans Pro"/>
              <a:cs typeface="Source Sans Pro"/>
              <a:sym typeface="Source Sans Pro"/>
            </a:endParaRPr>
          </a:p>
          <a:p>
            <a:pPr indent="0" lvl="0" marL="0" marR="0" rtl="0" algn="ctr">
              <a:lnSpc>
                <a:spcPct val="100000"/>
              </a:lnSpc>
              <a:spcBef>
                <a:spcPts val="0"/>
              </a:spcBef>
              <a:spcAft>
                <a:spcPts val="0"/>
              </a:spcAft>
              <a:buClr>
                <a:srgbClr val="000000"/>
              </a:buClr>
              <a:buSzPts val="1400"/>
              <a:buFont typeface="Arial"/>
              <a:buNone/>
            </a:pPr>
            <a:r>
              <a:rPr b="1" i="0" lang="en" sz="1300" u="sng" cap="none" strike="noStrike">
                <a:solidFill>
                  <a:schemeClr val="dk1"/>
                </a:solidFill>
                <a:latin typeface="Source Sans Pro"/>
                <a:ea typeface="Source Sans Pro"/>
                <a:cs typeface="Source Sans Pro"/>
                <a:sym typeface="Source Sans Pro"/>
              </a:rPr>
              <a:t>Controller </a:t>
            </a:r>
            <a:endParaRPr b="1" i="0" sz="1300" u="sng" cap="none" strike="noStrike">
              <a:solidFill>
                <a:schemeClr val="dk1"/>
              </a:solidFill>
              <a:latin typeface="Source Sans Pro"/>
              <a:ea typeface="Source Sans Pro"/>
              <a:cs typeface="Source Sans Pro"/>
              <a:sym typeface="Source Sans Pro"/>
            </a:endParaRPr>
          </a:p>
        </p:txBody>
      </p:sp>
      <p:cxnSp>
        <p:nvCxnSpPr>
          <p:cNvPr id="673" name="Google Shape;673;g2114997e136_1_124"/>
          <p:cNvCxnSpPr/>
          <p:nvPr/>
        </p:nvCxnSpPr>
        <p:spPr>
          <a:xfrm>
            <a:off x="5388351" y="4254832"/>
            <a:ext cx="440400" cy="220500"/>
          </a:xfrm>
          <a:prstGeom prst="bentConnector3">
            <a:avLst>
              <a:gd fmla="val 50000" name="adj1"/>
            </a:avLst>
          </a:prstGeom>
          <a:noFill/>
          <a:ln cap="flat" cmpd="sng" w="9525">
            <a:solidFill>
              <a:schemeClr val="dk2"/>
            </a:solidFill>
            <a:prstDash val="solid"/>
            <a:round/>
            <a:headEnd len="med" w="med" type="oval"/>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2114997e136_1_320"/>
          <p:cNvSpPr txBox="1"/>
          <p:nvPr>
            <p:ph idx="4294967295" type="title"/>
          </p:nvPr>
        </p:nvSpPr>
        <p:spPr>
          <a:xfrm>
            <a:off x="84825" y="225925"/>
            <a:ext cx="76203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2700">
                <a:solidFill>
                  <a:schemeClr val="dk1"/>
                </a:solidFill>
                <a:latin typeface="Lato"/>
                <a:ea typeface="Lato"/>
                <a:cs typeface="Lato"/>
                <a:sym typeface="Lato"/>
              </a:rPr>
              <a:t>Supporting a Diverse Set of Applications</a:t>
            </a:r>
            <a:endParaRPr sz="1800">
              <a:solidFill>
                <a:schemeClr val="dk1"/>
              </a:solidFill>
              <a:latin typeface="Lato"/>
              <a:ea typeface="Lato"/>
              <a:cs typeface="Lato"/>
              <a:sym typeface="Lato"/>
            </a:endParaRPr>
          </a:p>
        </p:txBody>
      </p:sp>
      <p:pic>
        <p:nvPicPr>
          <p:cNvPr id="679" name="Google Shape;679;g2114997e136_1_320"/>
          <p:cNvPicPr preferRelativeResize="0"/>
          <p:nvPr/>
        </p:nvPicPr>
        <p:blipFill>
          <a:blip r:embed="rId3">
            <a:alphaModFix/>
          </a:blip>
          <a:stretch>
            <a:fillRect/>
          </a:stretch>
        </p:blipFill>
        <p:spPr>
          <a:xfrm>
            <a:off x="1447800" y="856225"/>
            <a:ext cx="6191250" cy="4019550"/>
          </a:xfrm>
          <a:prstGeom prst="rect">
            <a:avLst/>
          </a:prstGeom>
          <a:noFill/>
          <a:ln>
            <a:noFill/>
          </a:ln>
        </p:spPr>
      </p:pic>
      <p:sp>
        <p:nvSpPr>
          <p:cNvPr id="680" name="Google Shape;680;g2114997e136_1_320"/>
          <p:cNvSpPr txBox="1"/>
          <p:nvPr/>
        </p:nvSpPr>
        <p:spPr>
          <a:xfrm>
            <a:off x="152400" y="4875775"/>
            <a:ext cx="538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https://mpptools.com/solutions/automotive/</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grpSp>
        <p:nvGrpSpPr>
          <p:cNvPr id="685" name="Google Shape;685;g2114997e136_1_216"/>
          <p:cNvGrpSpPr/>
          <p:nvPr/>
        </p:nvGrpSpPr>
        <p:grpSpPr>
          <a:xfrm flipH="1">
            <a:off x="7404659" y="1425618"/>
            <a:ext cx="288376" cy="421053"/>
            <a:chOff x="5545738" y="1280900"/>
            <a:chExt cx="198825" cy="318425"/>
          </a:xfrm>
        </p:grpSpPr>
        <p:sp>
          <p:nvSpPr>
            <p:cNvPr id="686" name="Google Shape;686;g2114997e136_1_216"/>
            <p:cNvSpPr/>
            <p:nvPr/>
          </p:nvSpPr>
          <p:spPr>
            <a:xfrm>
              <a:off x="5584713" y="1280900"/>
              <a:ext cx="128825" cy="275325"/>
            </a:xfrm>
            <a:custGeom>
              <a:rect b="b" l="l" r="r" t="t"/>
              <a:pathLst>
                <a:path extrusionOk="0" h="11013" w="5153">
                  <a:moveTo>
                    <a:pt x="158" y="1"/>
                  </a:moveTo>
                  <a:cubicBezTo>
                    <a:pt x="73" y="1"/>
                    <a:pt x="0" y="110"/>
                    <a:pt x="79" y="189"/>
                  </a:cubicBezTo>
                  <a:lnTo>
                    <a:pt x="3198" y="3306"/>
                  </a:lnTo>
                  <a:lnTo>
                    <a:pt x="3198" y="9178"/>
                  </a:lnTo>
                  <a:cubicBezTo>
                    <a:pt x="3198" y="9206"/>
                    <a:pt x="3209" y="9234"/>
                    <a:pt x="3231" y="9255"/>
                  </a:cubicBezTo>
                  <a:lnTo>
                    <a:pt x="4955" y="10980"/>
                  </a:lnTo>
                  <a:cubicBezTo>
                    <a:pt x="4976" y="11001"/>
                    <a:pt x="5004" y="11012"/>
                    <a:pt x="5033" y="11012"/>
                  </a:cubicBezTo>
                  <a:cubicBezTo>
                    <a:pt x="5062" y="11012"/>
                    <a:pt x="5089" y="11001"/>
                    <a:pt x="5110" y="10980"/>
                  </a:cubicBezTo>
                  <a:cubicBezTo>
                    <a:pt x="5153" y="10937"/>
                    <a:pt x="5153" y="10868"/>
                    <a:pt x="5110" y="10824"/>
                  </a:cubicBezTo>
                  <a:lnTo>
                    <a:pt x="3417" y="9131"/>
                  </a:lnTo>
                  <a:lnTo>
                    <a:pt x="3415" y="3261"/>
                  </a:lnTo>
                  <a:cubicBezTo>
                    <a:pt x="3415" y="3232"/>
                    <a:pt x="3404" y="3204"/>
                    <a:pt x="3384" y="3184"/>
                  </a:cubicBezTo>
                  <a:lnTo>
                    <a:pt x="235" y="35"/>
                  </a:lnTo>
                  <a:cubicBezTo>
                    <a:pt x="211" y="11"/>
                    <a:pt x="184" y="1"/>
                    <a:pt x="158" y="1"/>
                  </a:cubicBez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g2114997e136_1_216"/>
            <p:cNvSpPr/>
            <p:nvPr/>
          </p:nvSpPr>
          <p:spPr>
            <a:xfrm>
              <a:off x="5597313" y="1372000"/>
              <a:ext cx="60475" cy="207500"/>
            </a:xfrm>
            <a:custGeom>
              <a:rect b="b" l="l" r="r" t="t"/>
              <a:pathLst>
                <a:path extrusionOk="0" h="8300" w="2419">
                  <a:moveTo>
                    <a:pt x="2310" y="1"/>
                  </a:moveTo>
                  <a:cubicBezTo>
                    <a:pt x="2250" y="1"/>
                    <a:pt x="2200" y="50"/>
                    <a:pt x="2200" y="111"/>
                  </a:cubicBezTo>
                  <a:lnTo>
                    <a:pt x="2202" y="5981"/>
                  </a:lnTo>
                  <a:lnTo>
                    <a:pt x="69" y="8112"/>
                  </a:lnTo>
                  <a:cubicBezTo>
                    <a:pt x="0" y="8181"/>
                    <a:pt x="50" y="8300"/>
                    <a:pt x="147" y="8300"/>
                  </a:cubicBezTo>
                  <a:cubicBezTo>
                    <a:pt x="175" y="8300"/>
                    <a:pt x="203" y="8288"/>
                    <a:pt x="223" y="8267"/>
                  </a:cubicBezTo>
                  <a:lnTo>
                    <a:pt x="2388" y="6104"/>
                  </a:lnTo>
                  <a:cubicBezTo>
                    <a:pt x="2408" y="6083"/>
                    <a:pt x="2419" y="6056"/>
                    <a:pt x="2419" y="6026"/>
                  </a:cubicBezTo>
                  <a:lnTo>
                    <a:pt x="2419" y="111"/>
                  </a:lnTo>
                  <a:cubicBezTo>
                    <a:pt x="2419" y="50"/>
                    <a:pt x="2370" y="1"/>
                    <a:pt x="2310" y="1"/>
                  </a:cubicBez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8" name="Google Shape;688;g2114997e136_1_216"/>
            <p:cNvSpPr/>
            <p:nvPr/>
          </p:nvSpPr>
          <p:spPr>
            <a:xfrm>
              <a:off x="5555563" y="1370800"/>
              <a:ext cx="91725" cy="228525"/>
            </a:xfrm>
            <a:custGeom>
              <a:rect b="b" l="l" r="r" t="t"/>
              <a:pathLst>
                <a:path extrusionOk="0" h="9141" w="3669">
                  <a:moveTo>
                    <a:pt x="3150" y="215"/>
                  </a:moveTo>
                  <a:cubicBezTo>
                    <a:pt x="3217" y="215"/>
                    <a:pt x="3280" y="243"/>
                    <a:pt x="3327" y="290"/>
                  </a:cubicBezTo>
                  <a:cubicBezTo>
                    <a:pt x="3429" y="391"/>
                    <a:pt x="3429" y="555"/>
                    <a:pt x="3327" y="657"/>
                  </a:cubicBezTo>
                  <a:cubicBezTo>
                    <a:pt x="3276" y="705"/>
                    <a:pt x="3210" y="730"/>
                    <a:pt x="3144" y="730"/>
                  </a:cubicBezTo>
                  <a:cubicBezTo>
                    <a:pt x="3078" y="730"/>
                    <a:pt x="3012" y="705"/>
                    <a:pt x="2961" y="657"/>
                  </a:cubicBezTo>
                  <a:cubicBezTo>
                    <a:pt x="2861" y="555"/>
                    <a:pt x="2861" y="391"/>
                    <a:pt x="2961" y="290"/>
                  </a:cubicBezTo>
                  <a:cubicBezTo>
                    <a:pt x="3008" y="243"/>
                    <a:pt x="3073" y="215"/>
                    <a:pt x="3140" y="215"/>
                  </a:cubicBezTo>
                  <a:cubicBezTo>
                    <a:pt x="3142" y="215"/>
                    <a:pt x="3143" y="215"/>
                    <a:pt x="3145" y="215"/>
                  </a:cubicBezTo>
                  <a:cubicBezTo>
                    <a:pt x="3147" y="215"/>
                    <a:pt x="3148" y="215"/>
                    <a:pt x="3150" y="215"/>
                  </a:cubicBezTo>
                  <a:close/>
                  <a:moveTo>
                    <a:pt x="3145" y="1"/>
                  </a:moveTo>
                  <a:cubicBezTo>
                    <a:pt x="3021" y="1"/>
                    <a:pt x="2897" y="46"/>
                    <a:pt x="2806" y="136"/>
                  </a:cubicBezTo>
                  <a:cubicBezTo>
                    <a:pt x="2506" y="436"/>
                    <a:pt x="2720" y="950"/>
                    <a:pt x="3143" y="950"/>
                  </a:cubicBezTo>
                  <a:cubicBezTo>
                    <a:pt x="3144" y="950"/>
                    <a:pt x="3144" y="950"/>
                    <a:pt x="3145" y="950"/>
                  </a:cubicBezTo>
                  <a:cubicBezTo>
                    <a:pt x="3196" y="950"/>
                    <a:pt x="3247" y="942"/>
                    <a:pt x="3296" y="923"/>
                  </a:cubicBezTo>
                  <a:lnTo>
                    <a:pt x="3296" y="5728"/>
                  </a:lnTo>
                  <a:lnTo>
                    <a:pt x="69" y="8956"/>
                  </a:lnTo>
                  <a:cubicBezTo>
                    <a:pt x="1" y="9025"/>
                    <a:pt x="49" y="9141"/>
                    <a:pt x="146" y="9141"/>
                  </a:cubicBezTo>
                  <a:cubicBezTo>
                    <a:pt x="174" y="9141"/>
                    <a:pt x="203" y="9129"/>
                    <a:pt x="224" y="9108"/>
                  </a:cubicBezTo>
                  <a:lnTo>
                    <a:pt x="3482" y="5850"/>
                  </a:lnTo>
                  <a:cubicBezTo>
                    <a:pt x="3503" y="5830"/>
                    <a:pt x="3515" y="5802"/>
                    <a:pt x="3515" y="5772"/>
                  </a:cubicBezTo>
                  <a:lnTo>
                    <a:pt x="3515" y="771"/>
                  </a:lnTo>
                  <a:cubicBezTo>
                    <a:pt x="3668" y="583"/>
                    <a:pt x="3654" y="308"/>
                    <a:pt x="3482" y="136"/>
                  </a:cubicBezTo>
                  <a:cubicBezTo>
                    <a:pt x="3392" y="46"/>
                    <a:pt x="3268" y="1"/>
                    <a:pt x="3145" y="1"/>
                  </a:cubicBez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g2114997e136_1_216"/>
            <p:cNvSpPr/>
            <p:nvPr/>
          </p:nvSpPr>
          <p:spPr>
            <a:xfrm>
              <a:off x="5621688" y="1280900"/>
              <a:ext cx="122875" cy="267025"/>
            </a:xfrm>
            <a:custGeom>
              <a:rect b="b" l="l" r="r" t="t"/>
              <a:pathLst>
                <a:path extrusionOk="0" h="10681" w="4915">
                  <a:moveTo>
                    <a:pt x="4390" y="9945"/>
                  </a:moveTo>
                  <a:cubicBezTo>
                    <a:pt x="4456" y="9945"/>
                    <a:pt x="4522" y="9970"/>
                    <a:pt x="4573" y="10020"/>
                  </a:cubicBezTo>
                  <a:cubicBezTo>
                    <a:pt x="4674" y="10122"/>
                    <a:pt x="4674" y="10285"/>
                    <a:pt x="4573" y="10386"/>
                  </a:cubicBezTo>
                  <a:cubicBezTo>
                    <a:pt x="4521" y="10435"/>
                    <a:pt x="4455" y="10460"/>
                    <a:pt x="4389" y="10460"/>
                  </a:cubicBezTo>
                  <a:cubicBezTo>
                    <a:pt x="4323" y="10460"/>
                    <a:pt x="4258" y="10435"/>
                    <a:pt x="4207" y="10386"/>
                  </a:cubicBezTo>
                  <a:cubicBezTo>
                    <a:pt x="4105" y="10284"/>
                    <a:pt x="4107" y="10122"/>
                    <a:pt x="4208" y="10020"/>
                  </a:cubicBezTo>
                  <a:cubicBezTo>
                    <a:pt x="4259" y="9970"/>
                    <a:pt x="4325" y="9945"/>
                    <a:pt x="4390" y="9945"/>
                  </a:cubicBezTo>
                  <a:close/>
                  <a:moveTo>
                    <a:pt x="120" y="1"/>
                  </a:moveTo>
                  <a:cubicBezTo>
                    <a:pt x="92" y="1"/>
                    <a:pt x="64" y="12"/>
                    <a:pt x="43" y="33"/>
                  </a:cubicBezTo>
                  <a:cubicBezTo>
                    <a:pt x="0" y="79"/>
                    <a:pt x="3" y="149"/>
                    <a:pt x="48" y="190"/>
                  </a:cubicBezTo>
                  <a:lnTo>
                    <a:pt x="2270" y="2321"/>
                  </a:lnTo>
                  <a:lnTo>
                    <a:pt x="2270" y="8191"/>
                  </a:lnTo>
                  <a:cubicBezTo>
                    <a:pt x="2270" y="8219"/>
                    <a:pt x="2281" y="8248"/>
                    <a:pt x="2301" y="8267"/>
                  </a:cubicBezTo>
                  <a:lnTo>
                    <a:pt x="3987" y="9954"/>
                  </a:lnTo>
                  <a:cubicBezTo>
                    <a:pt x="3870" y="10141"/>
                    <a:pt x="3898" y="10384"/>
                    <a:pt x="4053" y="10541"/>
                  </a:cubicBezTo>
                  <a:cubicBezTo>
                    <a:pt x="4146" y="10634"/>
                    <a:pt x="4268" y="10681"/>
                    <a:pt x="4390" y="10681"/>
                  </a:cubicBezTo>
                  <a:cubicBezTo>
                    <a:pt x="4513" y="10681"/>
                    <a:pt x="4635" y="10634"/>
                    <a:pt x="4728" y="10541"/>
                  </a:cubicBezTo>
                  <a:cubicBezTo>
                    <a:pt x="4914" y="10353"/>
                    <a:pt x="4914" y="10051"/>
                    <a:pt x="4728" y="9865"/>
                  </a:cubicBezTo>
                  <a:cubicBezTo>
                    <a:pt x="4638" y="9776"/>
                    <a:pt x="4516" y="9732"/>
                    <a:pt x="4393" y="9732"/>
                  </a:cubicBezTo>
                  <a:cubicBezTo>
                    <a:pt x="4305" y="9732"/>
                    <a:pt x="4217" y="9755"/>
                    <a:pt x="4141" y="9800"/>
                  </a:cubicBezTo>
                  <a:lnTo>
                    <a:pt x="2487" y="8145"/>
                  </a:lnTo>
                  <a:lnTo>
                    <a:pt x="2487" y="2276"/>
                  </a:lnTo>
                  <a:cubicBezTo>
                    <a:pt x="2487" y="2246"/>
                    <a:pt x="2476" y="2216"/>
                    <a:pt x="2454" y="2197"/>
                  </a:cubicBezTo>
                  <a:lnTo>
                    <a:pt x="199" y="33"/>
                  </a:lnTo>
                  <a:cubicBezTo>
                    <a:pt x="177" y="12"/>
                    <a:pt x="149" y="1"/>
                    <a:pt x="120" y="1"/>
                  </a:cubicBez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g2114997e136_1_216"/>
            <p:cNvSpPr/>
            <p:nvPr/>
          </p:nvSpPr>
          <p:spPr>
            <a:xfrm>
              <a:off x="5545738" y="1410200"/>
              <a:ext cx="84075" cy="168975"/>
            </a:xfrm>
            <a:custGeom>
              <a:rect b="b" l="l" r="r" t="t"/>
              <a:pathLst>
                <a:path extrusionOk="0" h="6759" w="3363">
                  <a:moveTo>
                    <a:pt x="2838" y="215"/>
                  </a:moveTo>
                  <a:cubicBezTo>
                    <a:pt x="2981" y="215"/>
                    <a:pt x="3096" y="331"/>
                    <a:pt x="3096" y="475"/>
                  </a:cubicBezTo>
                  <a:cubicBezTo>
                    <a:pt x="3096" y="543"/>
                    <a:pt x="3069" y="609"/>
                    <a:pt x="3020" y="657"/>
                  </a:cubicBezTo>
                  <a:cubicBezTo>
                    <a:pt x="2969" y="706"/>
                    <a:pt x="2904" y="731"/>
                    <a:pt x="2838" y="731"/>
                  </a:cubicBezTo>
                  <a:cubicBezTo>
                    <a:pt x="2772" y="731"/>
                    <a:pt x="2706" y="706"/>
                    <a:pt x="2655" y="657"/>
                  </a:cubicBezTo>
                  <a:cubicBezTo>
                    <a:pt x="2553" y="555"/>
                    <a:pt x="2553" y="392"/>
                    <a:pt x="2655" y="291"/>
                  </a:cubicBezTo>
                  <a:cubicBezTo>
                    <a:pt x="2703" y="242"/>
                    <a:pt x="2769" y="215"/>
                    <a:pt x="2838" y="215"/>
                  </a:cubicBezTo>
                  <a:close/>
                  <a:moveTo>
                    <a:pt x="637" y="6022"/>
                  </a:moveTo>
                  <a:cubicBezTo>
                    <a:pt x="706" y="6022"/>
                    <a:pt x="772" y="6049"/>
                    <a:pt x="820" y="6098"/>
                  </a:cubicBezTo>
                  <a:cubicBezTo>
                    <a:pt x="920" y="6200"/>
                    <a:pt x="920" y="6362"/>
                    <a:pt x="820" y="6464"/>
                  </a:cubicBezTo>
                  <a:cubicBezTo>
                    <a:pt x="769" y="6513"/>
                    <a:pt x="703" y="6537"/>
                    <a:pt x="637" y="6537"/>
                  </a:cubicBezTo>
                  <a:cubicBezTo>
                    <a:pt x="571" y="6537"/>
                    <a:pt x="505" y="6513"/>
                    <a:pt x="455" y="6464"/>
                  </a:cubicBezTo>
                  <a:cubicBezTo>
                    <a:pt x="353" y="6362"/>
                    <a:pt x="353" y="6199"/>
                    <a:pt x="455" y="6098"/>
                  </a:cubicBezTo>
                  <a:cubicBezTo>
                    <a:pt x="503" y="6049"/>
                    <a:pt x="567" y="6022"/>
                    <a:pt x="637" y="6022"/>
                  </a:cubicBezTo>
                  <a:close/>
                  <a:moveTo>
                    <a:pt x="2839" y="1"/>
                  </a:moveTo>
                  <a:cubicBezTo>
                    <a:pt x="2715" y="1"/>
                    <a:pt x="2591" y="46"/>
                    <a:pt x="2501" y="136"/>
                  </a:cubicBezTo>
                  <a:cubicBezTo>
                    <a:pt x="2200" y="437"/>
                    <a:pt x="2412" y="951"/>
                    <a:pt x="2838" y="951"/>
                  </a:cubicBezTo>
                  <a:cubicBezTo>
                    <a:pt x="2880" y="951"/>
                    <a:pt x="2924" y="945"/>
                    <a:pt x="2965" y="932"/>
                  </a:cubicBezTo>
                  <a:lnTo>
                    <a:pt x="2965" y="932"/>
                  </a:lnTo>
                  <a:lnTo>
                    <a:pt x="2957" y="3807"/>
                  </a:lnTo>
                  <a:lnTo>
                    <a:pt x="886" y="5877"/>
                  </a:lnTo>
                  <a:cubicBezTo>
                    <a:pt x="811" y="5832"/>
                    <a:pt x="723" y="5809"/>
                    <a:pt x="635" y="5809"/>
                  </a:cubicBezTo>
                  <a:cubicBezTo>
                    <a:pt x="512" y="5809"/>
                    <a:pt x="390" y="5853"/>
                    <a:pt x="301" y="5943"/>
                  </a:cubicBezTo>
                  <a:cubicBezTo>
                    <a:pt x="0" y="6244"/>
                    <a:pt x="212" y="6757"/>
                    <a:pt x="637" y="6757"/>
                  </a:cubicBezTo>
                  <a:lnTo>
                    <a:pt x="637" y="6759"/>
                  </a:lnTo>
                  <a:cubicBezTo>
                    <a:pt x="1011" y="6759"/>
                    <a:pt x="1239" y="6348"/>
                    <a:pt x="1042" y="6031"/>
                  </a:cubicBezTo>
                  <a:lnTo>
                    <a:pt x="3143" y="3931"/>
                  </a:lnTo>
                  <a:cubicBezTo>
                    <a:pt x="3163" y="3910"/>
                    <a:pt x="3175" y="3883"/>
                    <a:pt x="3175" y="3853"/>
                  </a:cubicBezTo>
                  <a:lnTo>
                    <a:pt x="3184" y="802"/>
                  </a:lnTo>
                  <a:cubicBezTo>
                    <a:pt x="3363" y="615"/>
                    <a:pt x="3359" y="318"/>
                    <a:pt x="3175" y="136"/>
                  </a:cubicBezTo>
                  <a:cubicBezTo>
                    <a:pt x="3086" y="46"/>
                    <a:pt x="2962" y="1"/>
                    <a:pt x="2839" y="1"/>
                  </a:cubicBez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2114997e136_1_216"/>
            <p:cNvSpPr/>
            <p:nvPr/>
          </p:nvSpPr>
          <p:spPr>
            <a:xfrm>
              <a:off x="5561638" y="1444600"/>
              <a:ext cx="41150" cy="100600"/>
            </a:xfrm>
            <a:custGeom>
              <a:rect b="b" l="l" r="r" t="t"/>
              <a:pathLst>
                <a:path extrusionOk="0" h="4024" w="1646">
                  <a:moveTo>
                    <a:pt x="1646" y="1"/>
                  </a:moveTo>
                  <a:lnTo>
                    <a:pt x="1" y="1766"/>
                  </a:lnTo>
                  <a:lnTo>
                    <a:pt x="1" y="4024"/>
                  </a:lnTo>
                  <a:lnTo>
                    <a:pt x="1646" y="2308"/>
                  </a:lnTo>
                  <a:lnTo>
                    <a:pt x="1646"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g2114997e136_1_216"/>
            <p:cNvSpPr/>
            <p:nvPr/>
          </p:nvSpPr>
          <p:spPr>
            <a:xfrm>
              <a:off x="5692138" y="1337475"/>
              <a:ext cx="39325" cy="177175"/>
            </a:xfrm>
            <a:custGeom>
              <a:rect b="b" l="l" r="r" t="t"/>
              <a:pathLst>
                <a:path extrusionOk="0" h="7087" w="1573">
                  <a:moveTo>
                    <a:pt x="0" y="0"/>
                  </a:moveTo>
                  <a:lnTo>
                    <a:pt x="0" y="5530"/>
                  </a:lnTo>
                  <a:lnTo>
                    <a:pt x="1572" y="7087"/>
                  </a:lnTo>
                  <a:lnTo>
                    <a:pt x="1572" y="1813"/>
                  </a:lnTo>
                  <a:lnTo>
                    <a:pt x="0"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3" name="Google Shape;693;g2114997e136_1_216"/>
          <p:cNvSpPr txBox="1"/>
          <p:nvPr>
            <p:ph type="title"/>
          </p:nvPr>
        </p:nvSpPr>
        <p:spPr>
          <a:xfrm>
            <a:off x="713288" y="2377319"/>
            <a:ext cx="1743000" cy="40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No Origin Integrity  </a:t>
            </a:r>
            <a:endParaRPr/>
          </a:p>
        </p:txBody>
      </p:sp>
      <p:sp>
        <p:nvSpPr>
          <p:cNvPr id="694" name="Google Shape;694;g2114997e136_1_216"/>
          <p:cNvSpPr txBox="1"/>
          <p:nvPr>
            <p:ph idx="2" type="title"/>
          </p:nvPr>
        </p:nvSpPr>
        <p:spPr>
          <a:xfrm>
            <a:off x="3513334" y="2377325"/>
            <a:ext cx="2310300" cy="40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No Authentication</a:t>
            </a:r>
            <a:endParaRPr/>
          </a:p>
        </p:txBody>
      </p:sp>
      <p:sp>
        <p:nvSpPr>
          <p:cNvPr id="695" name="Google Shape;695;g2114997e136_1_216"/>
          <p:cNvSpPr txBox="1"/>
          <p:nvPr>
            <p:ph idx="4" type="title"/>
          </p:nvPr>
        </p:nvSpPr>
        <p:spPr>
          <a:xfrm>
            <a:off x="6439225" y="2429563"/>
            <a:ext cx="2310300" cy="40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No Confidentiality </a:t>
            </a:r>
            <a:endParaRPr/>
          </a:p>
        </p:txBody>
      </p:sp>
      <p:sp>
        <p:nvSpPr>
          <p:cNvPr id="696" name="Google Shape;696;g2114997e136_1_216"/>
          <p:cNvSpPr txBox="1"/>
          <p:nvPr>
            <p:ph idx="8" type="title"/>
          </p:nvPr>
        </p:nvSpPr>
        <p:spPr>
          <a:xfrm>
            <a:off x="342450" y="287600"/>
            <a:ext cx="61731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Vulnerabilities </a:t>
            </a:r>
            <a:endParaRPr sz="3100">
              <a:solidFill>
                <a:schemeClr val="dk1"/>
              </a:solidFill>
            </a:endParaRPr>
          </a:p>
        </p:txBody>
      </p:sp>
      <p:grpSp>
        <p:nvGrpSpPr>
          <p:cNvPr id="697" name="Google Shape;697;g2114997e136_1_216"/>
          <p:cNvGrpSpPr/>
          <p:nvPr/>
        </p:nvGrpSpPr>
        <p:grpSpPr>
          <a:xfrm rot="2700092">
            <a:off x="1151495" y="1221420"/>
            <a:ext cx="866572" cy="866659"/>
            <a:chOff x="6100216" y="4192618"/>
            <a:chExt cx="328989" cy="329022"/>
          </a:xfrm>
        </p:grpSpPr>
        <p:sp>
          <p:nvSpPr>
            <p:cNvPr id="698" name="Google Shape;698;g2114997e136_1_216"/>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g2114997e136_1_216"/>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0" name="Google Shape;700;g2114997e136_1_216"/>
          <p:cNvGrpSpPr/>
          <p:nvPr/>
        </p:nvGrpSpPr>
        <p:grpSpPr>
          <a:xfrm>
            <a:off x="2024882" y="1597030"/>
            <a:ext cx="2117868" cy="115449"/>
            <a:chOff x="2024860" y="2121419"/>
            <a:chExt cx="1111800" cy="115460"/>
          </a:xfrm>
        </p:grpSpPr>
        <p:cxnSp>
          <p:nvCxnSpPr>
            <p:cNvPr id="701" name="Google Shape;701;g2114997e136_1_216"/>
            <p:cNvCxnSpPr/>
            <p:nvPr/>
          </p:nvCxnSpPr>
          <p:spPr>
            <a:xfrm>
              <a:off x="2024860" y="2169500"/>
              <a:ext cx="1111800" cy="0"/>
            </a:xfrm>
            <a:prstGeom prst="straightConnector1">
              <a:avLst/>
            </a:prstGeom>
            <a:noFill/>
            <a:ln cap="flat" cmpd="sng" w="28575">
              <a:solidFill>
                <a:schemeClr val="dk1"/>
              </a:solidFill>
              <a:prstDash val="solid"/>
              <a:round/>
              <a:headEnd len="sm" w="sm" type="none"/>
              <a:tailEnd len="sm" w="sm" type="none"/>
            </a:ln>
          </p:spPr>
        </p:cxnSp>
        <p:sp>
          <p:nvSpPr>
            <p:cNvPr id="702" name="Google Shape;702;g2114997e136_1_216"/>
            <p:cNvSpPr/>
            <p:nvPr/>
          </p:nvSpPr>
          <p:spPr>
            <a:xfrm flipH="1">
              <a:off x="2211222" y="2121419"/>
              <a:ext cx="739077" cy="115460"/>
            </a:xfrm>
            <a:custGeom>
              <a:rect b="b" l="l" r="r" t="t"/>
              <a:pathLst>
                <a:path extrusionOk="0" h="2797" w="17904">
                  <a:moveTo>
                    <a:pt x="0" y="0"/>
                  </a:moveTo>
                  <a:lnTo>
                    <a:pt x="0" y="2797"/>
                  </a:lnTo>
                  <a:lnTo>
                    <a:pt x="2827" y="2797"/>
                  </a:lnTo>
                  <a:lnTo>
                    <a:pt x="2827" y="0"/>
                  </a:lnTo>
                  <a:close/>
                  <a:moveTo>
                    <a:pt x="3770" y="0"/>
                  </a:moveTo>
                  <a:lnTo>
                    <a:pt x="3770" y="2797"/>
                  </a:lnTo>
                  <a:lnTo>
                    <a:pt x="6596" y="2797"/>
                  </a:lnTo>
                  <a:lnTo>
                    <a:pt x="6596" y="0"/>
                  </a:lnTo>
                  <a:close/>
                  <a:moveTo>
                    <a:pt x="7539" y="0"/>
                  </a:moveTo>
                  <a:lnTo>
                    <a:pt x="7539" y="2797"/>
                  </a:lnTo>
                  <a:lnTo>
                    <a:pt x="10365" y="2797"/>
                  </a:lnTo>
                  <a:lnTo>
                    <a:pt x="10365" y="0"/>
                  </a:lnTo>
                  <a:close/>
                  <a:moveTo>
                    <a:pt x="11308" y="0"/>
                  </a:moveTo>
                  <a:lnTo>
                    <a:pt x="11308" y="2797"/>
                  </a:lnTo>
                  <a:lnTo>
                    <a:pt x="14134" y="2797"/>
                  </a:lnTo>
                  <a:lnTo>
                    <a:pt x="14134" y="0"/>
                  </a:lnTo>
                  <a:close/>
                  <a:moveTo>
                    <a:pt x="15077" y="0"/>
                  </a:moveTo>
                  <a:lnTo>
                    <a:pt x="15077" y="2797"/>
                  </a:lnTo>
                  <a:lnTo>
                    <a:pt x="17904" y="2797"/>
                  </a:lnTo>
                  <a:lnTo>
                    <a:pt x="17904" y="0"/>
                  </a:lnTo>
                  <a:close/>
                </a:path>
              </a:pathLst>
            </a:custGeom>
            <a:solidFill>
              <a:schemeClr val="dk1"/>
            </a:solidFill>
            <a:ln cap="flat" cmpd="sng" w="190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3" name="Google Shape;703;g2114997e136_1_216"/>
          <p:cNvGrpSpPr/>
          <p:nvPr/>
        </p:nvGrpSpPr>
        <p:grpSpPr>
          <a:xfrm rot="2700092">
            <a:off x="4180164" y="1221420"/>
            <a:ext cx="866572" cy="866659"/>
            <a:chOff x="6100216" y="4192618"/>
            <a:chExt cx="328989" cy="329022"/>
          </a:xfrm>
        </p:grpSpPr>
        <p:sp>
          <p:nvSpPr>
            <p:cNvPr id="704" name="Google Shape;704;g2114997e136_1_216"/>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2114997e136_1_216"/>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6" name="Google Shape;706;g2114997e136_1_216"/>
          <p:cNvGrpSpPr/>
          <p:nvPr/>
        </p:nvGrpSpPr>
        <p:grpSpPr>
          <a:xfrm rot="2700092">
            <a:off x="7115652" y="1221420"/>
            <a:ext cx="866572" cy="866659"/>
            <a:chOff x="6100216" y="4192618"/>
            <a:chExt cx="328989" cy="329022"/>
          </a:xfrm>
        </p:grpSpPr>
        <p:sp>
          <p:nvSpPr>
            <p:cNvPr id="707" name="Google Shape;707;g2114997e136_1_216"/>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g2114997e136_1_216"/>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9" name="Google Shape;709;g2114997e136_1_216"/>
          <p:cNvGrpSpPr/>
          <p:nvPr/>
        </p:nvGrpSpPr>
        <p:grpSpPr>
          <a:xfrm>
            <a:off x="5053573" y="1596955"/>
            <a:ext cx="2027478" cy="115449"/>
            <a:chOff x="2024860" y="2121419"/>
            <a:chExt cx="1111800" cy="115460"/>
          </a:xfrm>
        </p:grpSpPr>
        <p:cxnSp>
          <p:nvCxnSpPr>
            <p:cNvPr id="710" name="Google Shape;710;g2114997e136_1_216"/>
            <p:cNvCxnSpPr/>
            <p:nvPr/>
          </p:nvCxnSpPr>
          <p:spPr>
            <a:xfrm>
              <a:off x="2024860" y="2169500"/>
              <a:ext cx="1111800" cy="0"/>
            </a:xfrm>
            <a:prstGeom prst="straightConnector1">
              <a:avLst/>
            </a:prstGeom>
            <a:noFill/>
            <a:ln cap="flat" cmpd="sng" w="28575">
              <a:solidFill>
                <a:schemeClr val="dk1"/>
              </a:solidFill>
              <a:prstDash val="solid"/>
              <a:round/>
              <a:headEnd len="sm" w="sm" type="none"/>
              <a:tailEnd len="sm" w="sm" type="none"/>
            </a:ln>
          </p:spPr>
        </p:cxnSp>
        <p:sp>
          <p:nvSpPr>
            <p:cNvPr id="711" name="Google Shape;711;g2114997e136_1_216"/>
            <p:cNvSpPr/>
            <p:nvPr/>
          </p:nvSpPr>
          <p:spPr>
            <a:xfrm flipH="1">
              <a:off x="2211222" y="2121419"/>
              <a:ext cx="739077" cy="115460"/>
            </a:xfrm>
            <a:custGeom>
              <a:rect b="b" l="l" r="r" t="t"/>
              <a:pathLst>
                <a:path extrusionOk="0" h="2797" w="17904">
                  <a:moveTo>
                    <a:pt x="0" y="0"/>
                  </a:moveTo>
                  <a:lnTo>
                    <a:pt x="0" y="2797"/>
                  </a:lnTo>
                  <a:lnTo>
                    <a:pt x="2827" y="2797"/>
                  </a:lnTo>
                  <a:lnTo>
                    <a:pt x="2827" y="0"/>
                  </a:lnTo>
                  <a:close/>
                  <a:moveTo>
                    <a:pt x="3770" y="0"/>
                  </a:moveTo>
                  <a:lnTo>
                    <a:pt x="3770" y="2797"/>
                  </a:lnTo>
                  <a:lnTo>
                    <a:pt x="6596" y="2797"/>
                  </a:lnTo>
                  <a:lnTo>
                    <a:pt x="6596" y="0"/>
                  </a:lnTo>
                  <a:close/>
                  <a:moveTo>
                    <a:pt x="7539" y="0"/>
                  </a:moveTo>
                  <a:lnTo>
                    <a:pt x="7539" y="2797"/>
                  </a:lnTo>
                  <a:lnTo>
                    <a:pt x="10365" y="2797"/>
                  </a:lnTo>
                  <a:lnTo>
                    <a:pt x="10365" y="0"/>
                  </a:lnTo>
                  <a:close/>
                  <a:moveTo>
                    <a:pt x="11308" y="0"/>
                  </a:moveTo>
                  <a:lnTo>
                    <a:pt x="11308" y="2797"/>
                  </a:lnTo>
                  <a:lnTo>
                    <a:pt x="14134" y="2797"/>
                  </a:lnTo>
                  <a:lnTo>
                    <a:pt x="14134" y="0"/>
                  </a:lnTo>
                  <a:close/>
                  <a:moveTo>
                    <a:pt x="15077" y="0"/>
                  </a:moveTo>
                  <a:lnTo>
                    <a:pt x="15077" y="2797"/>
                  </a:lnTo>
                  <a:lnTo>
                    <a:pt x="17904" y="2797"/>
                  </a:lnTo>
                  <a:lnTo>
                    <a:pt x="17904" y="0"/>
                  </a:lnTo>
                  <a:close/>
                </a:path>
              </a:pathLst>
            </a:custGeom>
            <a:solidFill>
              <a:schemeClr val="dk1"/>
            </a:solidFill>
            <a:ln cap="flat" cmpd="sng" w="190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2" name="Google Shape;712;g2114997e136_1_216"/>
          <p:cNvGrpSpPr/>
          <p:nvPr/>
        </p:nvGrpSpPr>
        <p:grpSpPr>
          <a:xfrm rot="10800000">
            <a:off x="-1118207" y="1597056"/>
            <a:ext cx="2240950" cy="1657325"/>
            <a:chOff x="4603700" y="-443725"/>
            <a:chExt cx="2240950" cy="1657325"/>
          </a:xfrm>
        </p:grpSpPr>
        <p:sp>
          <p:nvSpPr>
            <p:cNvPr id="713" name="Google Shape;713;g2114997e136_1_216"/>
            <p:cNvSpPr/>
            <p:nvPr/>
          </p:nvSpPr>
          <p:spPr>
            <a:xfrm>
              <a:off x="4689575" y="-443725"/>
              <a:ext cx="2155075" cy="1560825"/>
            </a:xfrm>
            <a:custGeom>
              <a:rect b="b" l="l" r="r" t="t"/>
              <a:pathLst>
                <a:path extrusionOk="0" fill="none" h="62433" w="86203">
                  <a:moveTo>
                    <a:pt x="0" y="62433"/>
                  </a:moveTo>
                  <a:lnTo>
                    <a:pt x="51916" y="14833"/>
                  </a:lnTo>
                  <a:lnTo>
                    <a:pt x="86202" y="14833"/>
                  </a:lnTo>
                  <a:lnTo>
                    <a:pt x="86202"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g2114997e136_1_216"/>
            <p:cNvSpPr/>
            <p:nvPr/>
          </p:nvSpPr>
          <p:spPr>
            <a:xfrm>
              <a:off x="4603700" y="1095800"/>
              <a:ext cx="117800" cy="117800"/>
            </a:xfrm>
            <a:custGeom>
              <a:rect b="b" l="l" r="r" t="t"/>
              <a:pathLst>
                <a:path extrusionOk="0" fill="none" h="4712" w="4712">
                  <a:moveTo>
                    <a:pt x="0" y="2007"/>
                  </a:moveTo>
                  <a:cubicBezTo>
                    <a:pt x="0" y="3830"/>
                    <a:pt x="2158" y="4712"/>
                    <a:pt x="3435" y="3466"/>
                  </a:cubicBezTo>
                  <a:cubicBezTo>
                    <a:pt x="4712" y="2189"/>
                    <a:pt x="3800" y="0"/>
                    <a:pt x="2006" y="0"/>
                  </a:cubicBezTo>
                  <a:cubicBezTo>
                    <a:pt x="882" y="0"/>
                    <a:pt x="0" y="912"/>
                    <a:pt x="0" y="200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5" name="Google Shape;715;g2114997e136_1_216"/>
          <p:cNvGrpSpPr/>
          <p:nvPr/>
        </p:nvGrpSpPr>
        <p:grpSpPr>
          <a:xfrm flipH="1">
            <a:off x="1325501" y="1543285"/>
            <a:ext cx="518792" cy="222925"/>
            <a:chOff x="4003625" y="3839200"/>
            <a:chExt cx="323800" cy="155500"/>
          </a:xfrm>
        </p:grpSpPr>
        <p:sp>
          <p:nvSpPr>
            <p:cNvPr id="716" name="Google Shape;716;g2114997e136_1_216"/>
            <p:cNvSpPr/>
            <p:nvPr/>
          </p:nvSpPr>
          <p:spPr>
            <a:xfrm>
              <a:off x="4073750" y="3850700"/>
              <a:ext cx="105975" cy="35875"/>
            </a:xfrm>
            <a:custGeom>
              <a:rect b="b" l="l" r="r" t="t"/>
              <a:pathLst>
                <a:path extrusionOk="0" h="1435" w="4239">
                  <a:moveTo>
                    <a:pt x="2820" y="0"/>
                  </a:moveTo>
                  <a:lnTo>
                    <a:pt x="1" y="16"/>
                  </a:lnTo>
                  <a:lnTo>
                    <a:pt x="1419" y="1434"/>
                  </a:lnTo>
                  <a:lnTo>
                    <a:pt x="4238" y="1419"/>
                  </a:lnTo>
                  <a:lnTo>
                    <a:pt x="2820"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2114997e136_1_216"/>
            <p:cNvSpPr/>
            <p:nvPr/>
          </p:nvSpPr>
          <p:spPr>
            <a:xfrm>
              <a:off x="4118050" y="3895050"/>
              <a:ext cx="105950" cy="35825"/>
            </a:xfrm>
            <a:custGeom>
              <a:rect b="b" l="l" r="r" t="t"/>
              <a:pathLst>
                <a:path extrusionOk="0" h="1433" w="4238">
                  <a:moveTo>
                    <a:pt x="2819" y="0"/>
                  </a:moveTo>
                  <a:lnTo>
                    <a:pt x="1" y="14"/>
                  </a:lnTo>
                  <a:lnTo>
                    <a:pt x="1418" y="1433"/>
                  </a:lnTo>
                  <a:lnTo>
                    <a:pt x="4237" y="1416"/>
                  </a:lnTo>
                  <a:lnTo>
                    <a:pt x="2819"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8" name="Google Shape;718;g2114997e136_1_216"/>
            <p:cNvSpPr/>
            <p:nvPr/>
          </p:nvSpPr>
          <p:spPr>
            <a:xfrm>
              <a:off x="4160425" y="3937400"/>
              <a:ext cx="105950" cy="35850"/>
            </a:xfrm>
            <a:custGeom>
              <a:rect b="b" l="l" r="r" t="t"/>
              <a:pathLst>
                <a:path extrusionOk="0" h="1434" w="4238">
                  <a:moveTo>
                    <a:pt x="2820" y="1"/>
                  </a:moveTo>
                  <a:lnTo>
                    <a:pt x="1" y="17"/>
                  </a:lnTo>
                  <a:lnTo>
                    <a:pt x="1419" y="1433"/>
                  </a:lnTo>
                  <a:lnTo>
                    <a:pt x="4237" y="1418"/>
                  </a:lnTo>
                  <a:lnTo>
                    <a:pt x="2820"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g2114997e136_1_216"/>
            <p:cNvSpPr/>
            <p:nvPr/>
          </p:nvSpPr>
          <p:spPr>
            <a:xfrm>
              <a:off x="4034300" y="3839200"/>
              <a:ext cx="293125" cy="155500"/>
            </a:xfrm>
            <a:custGeom>
              <a:rect b="b" l="l" r="r" t="t"/>
              <a:pathLst>
                <a:path extrusionOk="0" h="6220" w="11725">
                  <a:moveTo>
                    <a:pt x="90" y="0"/>
                  </a:moveTo>
                  <a:lnTo>
                    <a:pt x="1" y="215"/>
                  </a:lnTo>
                  <a:lnTo>
                    <a:pt x="4454" y="216"/>
                  </a:lnTo>
                  <a:lnTo>
                    <a:pt x="10397" y="6157"/>
                  </a:lnTo>
                  <a:lnTo>
                    <a:pt x="10398" y="6154"/>
                  </a:lnTo>
                  <a:lnTo>
                    <a:pt x="10463" y="6219"/>
                  </a:lnTo>
                  <a:lnTo>
                    <a:pt x="11725" y="6219"/>
                  </a:lnTo>
                  <a:lnTo>
                    <a:pt x="11004" y="5498"/>
                  </a:lnTo>
                  <a:lnTo>
                    <a:pt x="10587" y="5498"/>
                  </a:lnTo>
                  <a:lnTo>
                    <a:pt x="7934" y="2847"/>
                  </a:lnTo>
                  <a:lnTo>
                    <a:pt x="6796" y="1708"/>
                  </a:lnTo>
                  <a:lnTo>
                    <a:pt x="6796" y="551"/>
                  </a:lnTo>
                  <a:lnTo>
                    <a:pt x="6489" y="243"/>
                  </a:lnTo>
                  <a:lnTo>
                    <a:pt x="4786" y="243"/>
                  </a:lnTo>
                  <a:lnTo>
                    <a:pt x="4543"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2114997e136_1_216"/>
            <p:cNvSpPr/>
            <p:nvPr/>
          </p:nvSpPr>
          <p:spPr>
            <a:xfrm>
              <a:off x="4003625" y="3849925"/>
              <a:ext cx="191650" cy="138675"/>
            </a:xfrm>
            <a:custGeom>
              <a:rect b="b" l="l" r="r" t="t"/>
              <a:pathLst>
                <a:path extrusionOk="0" h="5547" w="7666">
                  <a:moveTo>
                    <a:pt x="0" y="0"/>
                  </a:moveTo>
                  <a:lnTo>
                    <a:pt x="69" y="181"/>
                  </a:lnTo>
                  <a:lnTo>
                    <a:pt x="1565" y="181"/>
                  </a:lnTo>
                  <a:lnTo>
                    <a:pt x="1797" y="414"/>
                  </a:lnTo>
                  <a:lnTo>
                    <a:pt x="2169" y="414"/>
                  </a:lnTo>
                  <a:lnTo>
                    <a:pt x="7302" y="5546"/>
                  </a:lnTo>
                  <a:lnTo>
                    <a:pt x="7666" y="5546"/>
                  </a:lnTo>
                  <a:lnTo>
                    <a:pt x="2118"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21" name="Google Shape;721;g2114997e136_1_216"/>
          <p:cNvGrpSpPr/>
          <p:nvPr/>
        </p:nvGrpSpPr>
        <p:grpSpPr>
          <a:xfrm flipH="1">
            <a:off x="4303942" y="1573984"/>
            <a:ext cx="619610" cy="161322"/>
            <a:chOff x="4008575" y="2806700"/>
            <a:chExt cx="323725" cy="100675"/>
          </a:xfrm>
        </p:grpSpPr>
        <p:sp>
          <p:nvSpPr>
            <p:cNvPr id="722" name="Google Shape;722;g2114997e136_1_216"/>
            <p:cNvSpPr/>
            <p:nvPr/>
          </p:nvSpPr>
          <p:spPr>
            <a:xfrm>
              <a:off x="4019200" y="2806700"/>
              <a:ext cx="52675" cy="26925"/>
            </a:xfrm>
            <a:custGeom>
              <a:rect b="b" l="l" r="r" t="t"/>
              <a:pathLst>
                <a:path extrusionOk="0" h="1077" w="2107">
                  <a:moveTo>
                    <a:pt x="1" y="0"/>
                  </a:moveTo>
                  <a:lnTo>
                    <a:pt x="929" y="1077"/>
                  </a:lnTo>
                  <a:lnTo>
                    <a:pt x="2106" y="1077"/>
                  </a:lnTo>
                  <a:lnTo>
                    <a:pt x="1285"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g2114997e136_1_216"/>
            <p:cNvSpPr/>
            <p:nvPr/>
          </p:nvSpPr>
          <p:spPr>
            <a:xfrm>
              <a:off x="4058975" y="2806700"/>
              <a:ext cx="61075" cy="26925"/>
            </a:xfrm>
            <a:custGeom>
              <a:rect b="b" l="l" r="r" t="t"/>
              <a:pathLst>
                <a:path extrusionOk="0" h="1077" w="2443">
                  <a:moveTo>
                    <a:pt x="0" y="0"/>
                  </a:moveTo>
                  <a:lnTo>
                    <a:pt x="822" y="1077"/>
                  </a:lnTo>
                  <a:lnTo>
                    <a:pt x="2443" y="1077"/>
                  </a:lnTo>
                  <a:lnTo>
                    <a:pt x="1623" y="0"/>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2114997e136_1_216"/>
            <p:cNvSpPr/>
            <p:nvPr/>
          </p:nvSpPr>
          <p:spPr>
            <a:xfrm>
              <a:off x="4008575" y="2839275"/>
              <a:ext cx="323575" cy="45550"/>
            </a:xfrm>
            <a:custGeom>
              <a:rect b="b" l="l" r="r" t="t"/>
              <a:pathLst>
                <a:path extrusionOk="0" h="1822" w="12943">
                  <a:moveTo>
                    <a:pt x="11196" y="1"/>
                  </a:moveTo>
                  <a:cubicBezTo>
                    <a:pt x="11192" y="1"/>
                    <a:pt x="11187" y="1"/>
                    <a:pt x="11183" y="1"/>
                  </a:cubicBezTo>
                  <a:lnTo>
                    <a:pt x="1203" y="1"/>
                  </a:lnTo>
                  <a:lnTo>
                    <a:pt x="585" y="828"/>
                  </a:lnTo>
                  <a:lnTo>
                    <a:pt x="286" y="828"/>
                  </a:lnTo>
                  <a:cubicBezTo>
                    <a:pt x="180" y="832"/>
                    <a:pt x="180" y="989"/>
                    <a:pt x="286" y="995"/>
                  </a:cubicBezTo>
                  <a:lnTo>
                    <a:pt x="463" y="995"/>
                  </a:lnTo>
                  <a:lnTo>
                    <a:pt x="110" y="1469"/>
                  </a:lnTo>
                  <a:cubicBezTo>
                    <a:pt x="0" y="1614"/>
                    <a:pt x="103" y="1821"/>
                    <a:pt x="284" y="1821"/>
                  </a:cubicBezTo>
                  <a:cubicBezTo>
                    <a:pt x="285" y="1821"/>
                    <a:pt x="286" y="1821"/>
                    <a:pt x="286" y="1821"/>
                  </a:cubicBezTo>
                  <a:lnTo>
                    <a:pt x="285" y="1821"/>
                  </a:lnTo>
                  <a:cubicBezTo>
                    <a:pt x="354" y="1821"/>
                    <a:pt x="420" y="1789"/>
                    <a:pt x="461" y="1734"/>
                  </a:cubicBezTo>
                  <a:lnTo>
                    <a:pt x="1013" y="995"/>
                  </a:lnTo>
                  <a:lnTo>
                    <a:pt x="3224" y="995"/>
                  </a:lnTo>
                  <a:lnTo>
                    <a:pt x="4758" y="1541"/>
                  </a:lnTo>
                  <a:cubicBezTo>
                    <a:pt x="4765" y="1543"/>
                    <a:pt x="4773" y="1545"/>
                    <a:pt x="4781" y="1545"/>
                  </a:cubicBezTo>
                  <a:cubicBezTo>
                    <a:pt x="4783" y="1545"/>
                    <a:pt x="4785" y="1545"/>
                    <a:pt x="4786" y="1545"/>
                  </a:cubicBezTo>
                  <a:lnTo>
                    <a:pt x="6394" y="1545"/>
                  </a:lnTo>
                  <a:cubicBezTo>
                    <a:pt x="6406" y="1545"/>
                    <a:pt x="6419" y="1542"/>
                    <a:pt x="6430" y="1536"/>
                  </a:cubicBezTo>
                  <a:lnTo>
                    <a:pt x="7554" y="995"/>
                  </a:lnTo>
                  <a:lnTo>
                    <a:pt x="9685" y="995"/>
                  </a:lnTo>
                  <a:lnTo>
                    <a:pt x="11113" y="1757"/>
                  </a:lnTo>
                  <a:cubicBezTo>
                    <a:pt x="11125" y="1762"/>
                    <a:pt x="11139" y="1765"/>
                    <a:pt x="11152" y="1766"/>
                  </a:cubicBezTo>
                  <a:lnTo>
                    <a:pt x="12855" y="1766"/>
                  </a:lnTo>
                  <a:cubicBezTo>
                    <a:pt x="12856" y="1766"/>
                    <a:pt x="12857" y="1766"/>
                    <a:pt x="12858" y="1766"/>
                  </a:cubicBezTo>
                  <a:cubicBezTo>
                    <a:pt x="12905" y="1766"/>
                    <a:pt x="12943" y="1730"/>
                    <a:pt x="12943" y="1683"/>
                  </a:cubicBezTo>
                  <a:cubicBezTo>
                    <a:pt x="12943" y="1636"/>
                    <a:pt x="12905" y="1600"/>
                    <a:pt x="12858" y="1600"/>
                  </a:cubicBezTo>
                  <a:cubicBezTo>
                    <a:pt x="12857" y="1600"/>
                    <a:pt x="12856" y="1600"/>
                    <a:pt x="12855" y="1600"/>
                  </a:cubicBezTo>
                  <a:lnTo>
                    <a:pt x="11173" y="1600"/>
                  </a:lnTo>
                  <a:lnTo>
                    <a:pt x="9744" y="838"/>
                  </a:lnTo>
                  <a:cubicBezTo>
                    <a:pt x="9731" y="832"/>
                    <a:pt x="9718" y="828"/>
                    <a:pt x="9704" y="828"/>
                  </a:cubicBezTo>
                  <a:lnTo>
                    <a:pt x="7535" y="828"/>
                  </a:lnTo>
                  <a:cubicBezTo>
                    <a:pt x="7521" y="828"/>
                    <a:pt x="7510" y="831"/>
                    <a:pt x="7499" y="836"/>
                  </a:cubicBezTo>
                  <a:lnTo>
                    <a:pt x="6375" y="1380"/>
                  </a:lnTo>
                  <a:lnTo>
                    <a:pt x="4800" y="1380"/>
                  </a:lnTo>
                  <a:lnTo>
                    <a:pt x="3265" y="832"/>
                  </a:lnTo>
                  <a:cubicBezTo>
                    <a:pt x="3257" y="829"/>
                    <a:pt x="3248" y="828"/>
                    <a:pt x="3238" y="827"/>
                  </a:cubicBezTo>
                  <a:lnTo>
                    <a:pt x="1136" y="827"/>
                  </a:lnTo>
                  <a:lnTo>
                    <a:pt x="1424" y="441"/>
                  </a:lnTo>
                  <a:lnTo>
                    <a:pt x="11183" y="441"/>
                  </a:lnTo>
                  <a:cubicBezTo>
                    <a:pt x="11187" y="442"/>
                    <a:pt x="11192" y="442"/>
                    <a:pt x="11196" y="442"/>
                  </a:cubicBezTo>
                  <a:cubicBezTo>
                    <a:pt x="11317" y="442"/>
                    <a:pt x="11416" y="344"/>
                    <a:pt x="11416" y="221"/>
                  </a:cubicBezTo>
                  <a:cubicBezTo>
                    <a:pt x="11416" y="98"/>
                    <a:pt x="11317" y="1"/>
                    <a:pt x="11196" y="1"/>
                  </a:cubicBez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g2114997e136_1_216"/>
            <p:cNvSpPr/>
            <p:nvPr/>
          </p:nvSpPr>
          <p:spPr>
            <a:xfrm>
              <a:off x="4107225" y="2806725"/>
              <a:ext cx="115250" cy="26900"/>
            </a:xfrm>
            <a:custGeom>
              <a:rect b="b" l="l" r="r" t="t"/>
              <a:pathLst>
                <a:path extrusionOk="0" h="1076" w="4610">
                  <a:moveTo>
                    <a:pt x="1" y="1"/>
                  </a:moveTo>
                  <a:lnTo>
                    <a:pt x="822" y="1076"/>
                  </a:lnTo>
                  <a:lnTo>
                    <a:pt x="1058" y="1076"/>
                  </a:lnTo>
                  <a:lnTo>
                    <a:pt x="667" y="600"/>
                  </a:lnTo>
                  <a:cubicBezTo>
                    <a:pt x="626" y="551"/>
                    <a:pt x="639" y="483"/>
                    <a:pt x="696" y="448"/>
                  </a:cubicBezTo>
                  <a:cubicBezTo>
                    <a:pt x="720" y="434"/>
                    <a:pt x="745" y="427"/>
                    <a:pt x="771" y="427"/>
                  </a:cubicBezTo>
                  <a:cubicBezTo>
                    <a:pt x="810" y="427"/>
                    <a:pt x="848" y="443"/>
                    <a:pt x="876" y="473"/>
                  </a:cubicBezTo>
                  <a:lnTo>
                    <a:pt x="1372" y="1076"/>
                  </a:lnTo>
                  <a:lnTo>
                    <a:pt x="1652" y="1076"/>
                  </a:lnTo>
                  <a:lnTo>
                    <a:pt x="1261" y="600"/>
                  </a:lnTo>
                  <a:cubicBezTo>
                    <a:pt x="1220" y="551"/>
                    <a:pt x="1234" y="483"/>
                    <a:pt x="1292" y="448"/>
                  </a:cubicBezTo>
                  <a:cubicBezTo>
                    <a:pt x="1315" y="434"/>
                    <a:pt x="1341" y="427"/>
                    <a:pt x="1367" y="427"/>
                  </a:cubicBezTo>
                  <a:cubicBezTo>
                    <a:pt x="1407" y="427"/>
                    <a:pt x="1446" y="443"/>
                    <a:pt x="1471" y="473"/>
                  </a:cubicBezTo>
                  <a:lnTo>
                    <a:pt x="1968" y="1076"/>
                  </a:lnTo>
                  <a:lnTo>
                    <a:pt x="2247" y="1076"/>
                  </a:lnTo>
                  <a:lnTo>
                    <a:pt x="1858" y="600"/>
                  </a:lnTo>
                  <a:cubicBezTo>
                    <a:pt x="1815" y="551"/>
                    <a:pt x="1830" y="483"/>
                    <a:pt x="1887" y="448"/>
                  </a:cubicBezTo>
                  <a:cubicBezTo>
                    <a:pt x="1910" y="434"/>
                    <a:pt x="1936" y="427"/>
                    <a:pt x="1961" y="427"/>
                  </a:cubicBezTo>
                  <a:cubicBezTo>
                    <a:pt x="2000" y="427"/>
                    <a:pt x="2038" y="443"/>
                    <a:pt x="2067" y="473"/>
                  </a:cubicBezTo>
                  <a:lnTo>
                    <a:pt x="2563" y="1076"/>
                  </a:lnTo>
                  <a:lnTo>
                    <a:pt x="2843" y="1076"/>
                  </a:lnTo>
                  <a:lnTo>
                    <a:pt x="2452" y="600"/>
                  </a:lnTo>
                  <a:cubicBezTo>
                    <a:pt x="2411" y="551"/>
                    <a:pt x="2425" y="483"/>
                    <a:pt x="2483" y="448"/>
                  </a:cubicBezTo>
                  <a:cubicBezTo>
                    <a:pt x="2506" y="434"/>
                    <a:pt x="2531" y="427"/>
                    <a:pt x="2556" y="427"/>
                  </a:cubicBezTo>
                  <a:cubicBezTo>
                    <a:pt x="2595" y="427"/>
                    <a:pt x="2634" y="443"/>
                    <a:pt x="2662" y="473"/>
                  </a:cubicBezTo>
                  <a:lnTo>
                    <a:pt x="3158" y="1076"/>
                  </a:lnTo>
                  <a:lnTo>
                    <a:pt x="3438" y="1076"/>
                  </a:lnTo>
                  <a:lnTo>
                    <a:pt x="3046" y="600"/>
                  </a:lnTo>
                  <a:cubicBezTo>
                    <a:pt x="3007" y="551"/>
                    <a:pt x="3019" y="483"/>
                    <a:pt x="3077" y="448"/>
                  </a:cubicBezTo>
                  <a:cubicBezTo>
                    <a:pt x="3100" y="434"/>
                    <a:pt x="3125" y="427"/>
                    <a:pt x="3150" y="427"/>
                  </a:cubicBezTo>
                  <a:cubicBezTo>
                    <a:pt x="3189" y="427"/>
                    <a:pt x="3228" y="443"/>
                    <a:pt x="3256" y="473"/>
                  </a:cubicBezTo>
                  <a:lnTo>
                    <a:pt x="3753" y="1076"/>
                  </a:lnTo>
                  <a:lnTo>
                    <a:pt x="4032" y="1076"/>
                  </a:lnTo>
                  <a:lnTo>
                    <a:pt x="3642" y="600"/>
                  </a:lnTo>
                  <a:cubicBezTo>
                    <a:pt x="3599" y="551"/>
                    <a:pt x="3613" y="483"/>
                    <a:pt x="3671" y="448"/>
                  </a:cubicBezTo>
                  <a:lnTo>
                    <a:pt x="3670" y="448"/>
                  </a:lnTo>
                  <a:cubicBezTo>
                    <a:pt x="3693" y="434"/>
                    <a:pt x="3718" y="427"/>
                    <a:pt x="3744" y="427"/>
                  </a:cubicBezTo>
                  <a:cubicBezTo>
                    <a:pt x="3783" y="427"/>
                    <a:pt x="3821" y="443"/>
                    <a:pt x="3849" y="473"/>
                  </a:cubicBezTo>
                  <a:lnTo>
                    <a:pt x="4347" y="1076"/>
                  </a:lnTo>
                  <a:lnTo>
                    <a:pt x="4610" y="1076"/>
                  </a:lnTo>
                  <a:lnTo>
                    <a:pt x="3681"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2114997e136_1_216"/>
            <p:cNvSpPr/>
            <p:nvPr/>
          </p:nvSpPr>
          <p:spPr>
            <a:xfrm>
              <a:off x="4167950" y="2890750"/>
              <a:ext cx="27350" cy="16625"/>
            </a:xfrm>
            <a:custGeom>
              <a:rect b="b" l="l" r="r" t="t"/>
              <a:pathLst>
                <a:path extrusionOk="0" h="665" w="1094">
                  <a:moveTo>
                    <a:pt x="494" y="1"/>
                  </a:moveTo>
                  <a:lnTo>
                    <a:pt x="0" y="297"/>
                  </a:lnTo>
                  <a:lnTo>
                    <a:pt x="0" y="366"/>
                  </a:lnTo>
                  <a:lnTo>
                    <a:pt x="494" y="664"/>
                  </a:lnTo>
                  <a:lnTo>
                    <a:pt x="1094" y="664"/>
                  </a:lnTo>
                  <a:lnTo>
                    <a:pt x="762" y="333"/>
                  </a:lnTo>
                  <a:lnTo>
                    <a:pt x="1094"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g2114997e136_1_216"/>
            <p:cNvSpPr/>
            <p:nvPr/>
          </p:nvSpPr>
          <p:spPr>
            <a:xfrm>
              <a:off x="4207175" y="2890750"/>
              <a:ext cx="27375" cy="16625"/>
            </a:xfrm>
            <a:custGeom>
              <a:rect b="b" l="l" r="r" t="t"/>
              <a:pathLst>
                <a:path extrusionOk="0" h="665" w="1095">
                  <a:moveTo>
                    <a:pt x="494" y="1"/>
                  </a:moveTo>
                  <a:lnTo>
                    <a:pt x="1" y="297"/>
                  </a:lnTo>
                  <a:lnTo>
                    <a:pt x="1" y="366"/>
                  </a:lnTo>
                  <a:lnTo>
                    <a:pt x="494" y="664"/>
                  </a:lnTo>
                  <a:lnTo>
                    <a:pt x="1094" y="664"/>
                  </a:lnTo>
                  <a:lnTo>
                    <a:pt x="763" y="333"/>
                  </a:lnTo>
                  <a:lnTo>
                    <a:pt x="1094"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g2114997e136_1_216"/>
            <p:cNvSpPr/>
            <p:nvPr/>
          </p:nvSpPr>
          <p:spPr>
            <a:xfrm>
              <a:off x="4252875" y="2890750"/>
              <a:ext cx="27350" cy="16625"/>
            </a:xfrm>
            <a:custGeom>
              <a:rect b="b" l="l" r="r" t="t"/>
              <a:pathLst>
                <a:path extrusionOk="0" h="665" w="1094">
                  <a:moveTo>
                    <a:pt x="494" y="1"/>
                  </a:moveTo>
                  <a:lnTo>
                    <a:pt x="0" y="297"/>
                  </a:lnTo>
                  <a:lnTo>
                    <a:pt x="0" y="366"/>
                  </a:lnTo>
                  <a:lnTo>
                    <a:pt x="494" y="664"/>
                  </a:lnTo>
                  <a:lnTo>
                    <a:pt x="1094" y="664"/>
                  </a:lnTo>
                  <a:lnTo>
                    <a:pt x="762" y="333"/>
                  </a:lnTo>
                  <a:lnTo>
                    <a:pt x="1094"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2114997e136_1_216"/>
            <p:cNvSpPr/>
            <p:nvPr/>
          </p:nvSpPr>
          <p:spPr>
            <a:xfrm>
              <a:off x="4304925" y="2890750"/>
              <a:ext cx="27375" cy="16625"/>
            </a:xfrm>
            <a:custGeom>
              <a:rect b="b" l="l" r="r" t="t"/>
              <a:pathLst>
                <a:path extrusionOk="0" h="665" w="1095">
                  <a:moveTo>
                    <a:pt x="495" y="1"/>
                  </a:moveTo>
                  <a:lnTo>
                    <a:pt x="1" y="297"/>
                  </a:lnTo>
                  <a:lnTo>
                    <a:pt x="1" y="366"/>
                  </a:lnTo>
                  <a:lnTo>
                    <a:pt x="495" y="664"/>
                  </a:lnTo>
                  <a:lnTo>
                    <a:pt x="1095" y="664"/>
                  </a:lnTo>
                  <a:lnTo>
                    <a:pt x="763" y="333"/>
                  </a:lnTo>
                  <a:lnTo>
                    <a:pt x="1095" y="1"/>
                  </a:lnTo>
                  <a:close/>
                </a:path>
              </a:pathLst>
            </a:custGeom>
            <a:solidFill>
              <a:srgbClr val="F4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0" name="Google Shape;730;g2114997e136_1_216"/>
          <p:cNvGrpSpPr/>
          <p:nvPr/>
        </p:nvGrpSpPr>
        <p:grpSpPr>
          <a:xfrm flipH="1" rot="10800000">
            <a:off x="8016767" y="1597056"/>
            <a:ext cx="2240950" cy="1657325"/>
            <a:chOff x="4603700" y="-443725"/>
            <a:chExt cx="2240950" cy="1657325"/>
          </a:xfrm>
        </p:grpSpPr>
        <p:sp>
          <p:nvSpPr>
            <p:cNvPr id="731" name="Google Shape;731;g2114997e136_1_216"/>
            <p:cNvSpPr/>
            <p:nvPr/>
          </p:nvSpPr>
          <p:spPr>
            <a:xfrm>
              <a:off x="4689575" y="-443725"/>
              <a:ext cx="2155075" cy="1560825"/>
            </a:xfrm>
            <a:custGeom>
              <a:rect b="b" l="l" r="r" t="t"/>
              <a:pathLst>
                <a:path extrusionOk="0" fill="none" h="62433" w="86203">
                  <a:moveTo>
                    <a:pt x="0" y="62433"/>
                  </a:moveTo>
                  <a:lnTo>
                    <a:pt x="51916" y="14833"/>
                  </a:lnTo>
                  <a:lnTo>
                    <a:pt x="86202" y="14833"/>
                  </a:lnTo>
                  <a:lnTo>
                    <a:pt x="86202" y="0"/>
                  </a:lnTo>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2114997e136_1_216"/>
            <p:cNvSpPr/>
            <p:nvPr/>
          </p:nvSpPr>
          <p:spPr>
            <a:xfrm>
              <a:off x="4603700" y="1095800"/>
              <a:ext cx="117800" cy="117800"/>
            </a:xfrm>
            <a:custGeom>
              <a:rect b="b" l="l" r="r" t="t"/>
              <a:pathLst>
                <a:path extrusionOk="0" fill="none" h="4712" w="4712">
                  <a:moveTo>
                    <a:pt x="0" y="2007"/>
                  </a:moveTo>
                  <a:cubicBezTo>
                    <a:pt x="0" y="3830"/>
                    <a:pt x="2158" y="4712"/>
                    <a:pt x="3435" y="3466"/>
                  </a:cubicBezTo>
                  <a:cubicBezTo>
                    <a:pt x="4712" y="2189"/>
                    <a:pt x="3800" y="0"/>
                    <a:pt x="2006" y="0"/>
                  </a:cubicBezTo>
                  <a:cubicBezTo>
                    <a:pt x="882" y="0"/>
                    <a:pt x="0" y="912"/>
                    <a:pt x="0" y="2007"/>
                  </a:cubicBezTo>
                  <a:close/>
                </a:path>
              </a:pathLst>
            </a:custGeom>
            <a:noFill/>
            <a:ln cap="flat" cmpd="sng" w="28575">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3" name="Google Shape;733;g2114997e136_1_216"/>
          <p:cNvSpPr txBox="1"/>
          <p:nvPr/>
        </p:nvSpPr>
        <p:spPr>
          <a:xfrm>
            <a:off x="2307525" y="4747375"/>
            <a:ext cx="4539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accent1"/>
                </a:solidFill>
                <a:latin typeface="Source Sans Pro"/>
                <a:ea typeface="Source Sans Pro"/>
                <a:cs typeface="Source Sans Pro"/>
                <a:sym typeface="Source Sans Pro"/>
              </a:rPr>
              <a:t>[3]</a:t>
            </a:r>
            <a:endParaRPr b="0" i="0" sz="1400" u="none" cap="none" strike="noStrike">
              <a:solidFill>
                <a:schemeClr val="accent1"/>
              </a:solidFill>
              <a:latin typeface="Source Sans Pro"/>
              <a:ea typeface="Source Sans Pro"/>
              <a:cs typeface="Source Sans Pro"/>
              <a:sym typeface="Source Sans Pro"/>
            </a:endParaRPr>
          </a:p>
        </p:txBody>
      </p:sp>
      <p:sp>
        <p:nvSpPr>
          <p:cNvPr id="734" name="Google Shape;734;g2114997e136_1_216"/>
          <p:cNvSpPr/>
          <p:nvPr/>
        </p:nvSpPr>
        <p:spPr>
          <a:xfrm>
            <a:off x="1456675" y="2974550"/>
            <a:ext cx="339300" cy="5754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g2114997e136_1_216"/>
          <p:cNvSpPr/>
          <p:nvPr/>
        </p:nvSpPr>
        <p:spPr>
          <a:xfrm>
            <a:off x="4498825" y="2974550"/>
            <a:ext cx="339300" cy="5508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g2114997e136_1_216"/>
          <p:cNvSpPr/>
          <p:nvPr/>
        </p:nvSpPr>
        <p:spPr>
          <a:xfrm>
            <a:off x="7338250" y="2999025"/>
            <a:ext cx="339300" cy="5508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g2114997e136_1_216"/>
          <p:cNvSpPr txBox="1"/>
          <p:nvPr>
            <p:ph idx="2" type="title"/>
          </p:nvPr>
        </p:nvSpPr>
        <p:spPr>
          <a:xfrm>
            <a:off x="789610" y="3625782"/>
            <a:ext cx="1743000" cy="40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DoS</a:t>
            </a:r>
            <a:endParaRPr/>
          </a:p>
        </p:txBody>
      </p:sp>
      <p:sp>
        <p:nvSpPr>
          <p:cNvPr id="738" name="Google Shape;738;g2114997e136_1_216"/>
          <p:cNvSpPr txBox="1"/>
          <p:nvPr>
            <p:ph idx="4" type="title"/>
          </p:nvPr>
        </p:nvSpPr>
        <p:spPr>
          <a:xfrm>
            <a:off x="3456779" y="3780938"/>
            <a:ext cx="2423400" cy="40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Custom </a:t>
            </a:r>
            <a:r>
              <a:rPr lang="en">
                <a:extLst>
                  <a:ext uri="http://customooxmlschemas.google.com/">
                    <go:slidesCustomData xmlns:go="http://customooxmlschemas.google.com/" textRoundtripDataId="0"/>
                  </a:ext>
                </a:extLst>
              </a:rPr>
              <a:t>Frame Construction </a:t>
            </a:r>
            <a:endParaRPr/>
          </a:p>
        </p:txBody>
      </p:sp>
      <p:sp>
        <p:nvSpPr>
          <p:cNvPr id="739" name="Google Shape;739;g2114997e136_1_216"/>
          <p:cNvSpPr txBox="1"/>
          <p:nvPr>
            <p:ph idx="6" type="title"/>
          </p:nvPr>
        </p:nvSpPr>
        <p:spPr>
          <a:xfrm>
            <a:off x="6677348" y="3680232"/>
            <a:ext cx="1743000" cy="407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a:t>Replay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2114997e136_1_274"/>
          <p:cNvSpPr txBox="1"/>
          <p:nvPr>
            <p:ph type="title"/>
          </p:nvPr>
        </p:nvSpPr>
        <p:spPr>
          <a:xfrm>
            <a:off x="713325" y="539700"/>
            <a:ext cx="54888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a:solidFill>
                  <a:schemeClr val="dk1"/>
                </a:solidFill>
                <a:extLst>
                  <a:ext uri="http://customooxmlschemas.google.com/">
                    <go:slidesCustomData xmlns:go="http://customooxmlschemas.google.com/" textRoundtripDataId="1"/>
                  </a:ext>
                </a:extLst>
              </a:rPr>
              <a:t>Future And Present Surfaces</a:t>
            </a:r>
            <a:endParaRPr>
              <a:solidFill>
                <a:schemeClr val="dk1"/>
              </a:solidFill>
            </a:endParaRPr>
          </a:p>
        </p:txBody>
      </p:sp>
      <p:pic>
        <p:nvPicPr>
          <p:cNvPr id="745" name="Google Shape;745;g2114997e136_1_274"/>
          <p:cNvPicPr preferRelativeResize="0"/>
          <p:nvPr/>
        </p:nvPicPr>
        <p:blipFill rotWithShape="1">
          <a:blip r:embed="rId3">
            <a:alphaModFix/>
          </a:blip>
          <a:srcRect b="0" l="0" r="0" t="0"/>
          <a:stretch/>
        </p:blipFill>
        <p:spPr>
          <a:xfrm>
            <a:off x="2413500" y="1052483"/>
            <a:ext cx="4436624" cy="3583817"/>
          </a:xfrm>
          <a:prstGeom prst="rect">
            <a:avLst/>
          </a:prstGeom>
          <a:noFill/>
          <a:ln>
            <a:noFill/>
          </a:ln>
        </p:spPr>
      </p:pic>
      <p:grpSp>
        <p:nvGrpSpPr>
          <p:cNvPr id="746" name="Google Shape;746;g2114997e136_1_274"/>
          <p:cNvGrpSpPr/>
          <p:nvPr/>
        </p:nvGrpSpPr>
        <p:grpSpPr>
          <a:xfrm>
            <a:off x="273599" y="2608815"/>
            <a:ext cx="262446" cy="771401"/>
            <a:chOff x="456616" y="2161477"/>
            <a:chExt cx="289868" cy="852000"/>
          </a:xfrm>
        </p:grpSpPr>
        <p:sp>
          <p:nvSpPr>
            <p:cNvPr id="747" name="Google Shape;747;g2114997e136_1_274"/>
            <p:cNvSpPr/>
            <p:nvPr/>
          </p:nvSpPr>
          <p:spPr>
            <a:xfrm rot="-5400000">
              <a:off x="588942" y="2649556"/>
              <a:ext cx="25484" cy="289600"/>
            </a:xfrm>
            <a:custGeom>
              <a:rect b="b" l="l" r="r" t="t"/>
              <a:pathLst>
                <a:path extrusionOk="0" h="8648" w="761">
                  <a:moveTo>
                    <a:pt x="380" y="0"/>
                  </a:moveTo>
                  <a:cubicBezTo>
                    <a:pt x="190" y="0"/>
                    <a:pt x="0" y="130"/>
                    <a:pt x="0" y="388"/>
                  </a:cubicBezTo>
                  <a:lnTo>
                    <a:pt x="0" y="8260"/>
                  </a:lnTo>
                  <a:cubicBezTo>
                    <a:pt x="0" y="8519"/>
                    <a:pt x="190" y="8648"/>
                    <a:pt x="380" y="8648"/>
                  </a:cubicBezTo>
                  <a:cubicBezTo>
                    <a:pt x="570" y="8648"/>
                    <a:pt x="760" y="8519"/>
                    <a:pt x="760" y="8260"/>
                  </a:cubicBezTo>
                  <a:lnTo>
                    <a:pt x="760" y="388"/>
                  </a:lnTo>
                  <a:cubicBezTo>
                    <a:pt x="760" y="130"/>
                    <a:pt x="570" y="0"/>
                    <a:pt x="3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g2114997e136_1_274"/>
            <p:cNvSpPr/>
            <p:nvPr/>
          </p:nvSpPr>
          <p:spPr>
            <a:xfrm rot="-5400000">
              <a:off x="588808" y="2235662"/>
              <a:ext cx="25484" cy="289868"/>
            </a:xfrm>
            <a:custGeom>
              <a:rect b="b" l="l" r="r" t="t"/>
              <a:pathLst>
                <a:path extrusionOk="0" h="8656" w="761">
                  <a:moveTo>
                    <a:pt x="365" y="1"/>
                  </a:moveTo>
                  <a:cubicBezTo>
                    <a:pt x="153" y="1"/>
                    <a:pt x="1" y="183"/>
                    <a:pt x="1" y="396"/>
                  </a:cubicBezTo>
                  <a:lnTo>
                    <a:pt x="1" y="8268"/>
                  </a:lnTo>
                  <a:cubicBezTo>
                    <a:pt x="1" y="8527"/>
                    <a:pt x="191" y="8656"/>
                    <a:pt x="381" y="8656"/>
                  </a:cubicBezTo>
                  <a:cubicBezTo>
                    <a:pt x="570" y="8656"/>
                    <a:pt x="760" y="8527"/>
                    <a:pt x="760" y="8268"/>
                  </a:cubicBezTo>
                  <a:lnTo>
                    <a:pt x="760" y="396"/>
                  </a:lnTo>
                  <a:cubicBezTo>
                    <a:pt x="760" y="183"/>
                    <a:pt x="578" y="1"/>
                    <a:pt x="36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g2114997e136_1_274"/>
            <p:cNvSpPr/>
            <p:nvPr/>
          </p:nvSpPr>
          <p:spPr>
            <a:xfrm rot="-5400000">
              <a:off x="576234" y="2902231"/>
              <a:ext cx="25484" cy="197007"/>
            </a:xfrm>
            <a:custGeom>
              <a:rect b="b" l="l" r="r" t="t"/>
              <a:pathLst>
                <a:path extrusionOk="0" h="5883" w="761">
                  <a:moveTo>
                    <a:pt x="380" y="1"/>
                  </a:moveTo>
                  <a:cubicBezTo>
                    <a:pt x="190" y="1"/>
                    <a:pt x="0" y="130"/>
                    <a:pt x="0" y="388"/>
                  </a:cubicBezTo>
                  <a:lnTo>
                    <a:pt x="0" y="5495"/>
                  </a:lnTo>
                  <a:cubicBezTo>
                    <a:pt x="0" y="5753"/>
                    <a:pt x="190" y="5882"/>
                    <a:pt x="380" y="5882"/>
                  </a:cubicBezTo>
                  <a:cubicBezTo>
                    <a:pt x="570" y="5882"/>
                    <a:pt x="760" y="5753"/>
                    <a:pt x="760" y="5495"/>
                  </a:cubicBezTo>
                  <a:lnTo>
                    <a:pt x="760" y="388"/>
                  </a:lnTo>
                  <a:cubicBezTo>
                    <a:pt x="760" y="130"/>
                    <a:pt x="570" y="1"/>
                    <a:pt x="3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2114997e136_1_274"/>
            <p:cNvSpPr/>
            <p:nvPr/>
          </p:nvSpPr>
          <p:spPr>
            <a:xfrm rot="-5400000">
              <a:off x="575849" y="2488856"/>
              <a:ext cx="26489" cy="197241"/>
            </a:xfrm>
            <a:custGeom>
              <a:rect b="b" l="l" r="r" t="t"/>
              <a:pathLst>
                <a:path extrusionOk="0" h="5890" w="791">
                  <a:moveTo>
                    <a:pt x="410" y="1"/>
                  </a:moveTo>
                  <a:cubicBezTo>
                    <a:pt x="220" y="1"/>
                    <a:pt x="30" y="130"/>
                    <a:pt x="30" y="388"/>
                  </a:cubicBezTo>
                  <a:lnTo>
                    <a:pt x="30" y="5495"/>
                  </a:lnTo>
                  <a:cubicBezTo>
                    <a:pt x="0" y="5707"/>
                    <a:pt x="182" y="5890"/>
                    <a:pt x="395" y="5890"/>
                  </a:cubicBezTo>
                  <a:cubicBezTo>
                    <a:pt x="608" y="5890"/>
                    <a:pt x="790" y="5707"/>
                    <a:pt x="790" y="5495"/>
                  </a:cubicBezTo>
                  <a:lnTo>
                    <a:pt x="790" y="388"/>
                  </a:lnTo>
                  <a:cubicBezTo>
                    <a:pt x="790" y="130"/>
                    <a:pt x="600" y="1"/>
                    <a:pt x="41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g2114997e136_1_274"/>
            <p:cNvSpPr/>
            <p:nvPr/>
          </p:nvSpPr>
          <p:spPr>
            <a:xfrm rot="-5400000">
              <a:off x="576619" y="2076100"/>
              <a:ext cx="25484" cy="196237"/>
            </a:xfrm>
            <a:custGeom>
              <a:rect b="b" l="l" r="r" t="t"/>
              <a:pathLst>
                <a:path extrusionOk="0" h="5860" w="761">
                  <a:moveTo>
                    <a:pt x="396" y="0"/>
                  </a:moveTo>
                  <a:cubicBezTo>
                    <a:pt x="183" y="0"/>
                    <a:pt x="1" y="152"/>
                    <a:pt x="1" y="365"/>
                  </a:cubicBezTo>
                  <a:lnTo>
                    <a:pt x="1" y="5472"/>
                  </a:lnTo>
                  <a:cubicBezTo>
                    <a:pt x="1" y="5730"/>
                    <a:pt x="191" y="5859"/>
                    <a:pt x="381" y="5859"/>
                  </a:cubicBezTo>
                  <a:cubicBezTo>
                    <a:pt x="570" y="5859"/>
                    <a:pt x="760" y="5730"/>
                    <a:pt x="760" y="5472"/>
                  </a:cubicBezTo>
                  <a:lnTo>
                    <a:pt x="760" y="365"/>
                  </a:lnTo>
                  <a:cubicBezTo>
                    <a:pt x="760" y="152"/>
                    <a:pt x="608" y="0"/>
                    <a:pt x="39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52" name="Google Shape;752;g2114997e136_1_274"/>
          <p:cNvGrpSpPr/>
          <p:nvPr/>
        </p:nvGrpSpPr>
        <p:grpSpPr>
          <a:xfrm>
            <a:off x="8727549" y="2608815"/>
            <a:ext cx="262446" cy="771401"/>
            <a:chOff x="456616" y="2161477"/>
            <a:chExt cx="289868" cy="852000"/>
          </a:xfrm>
        </p:grpSpPr>
        <p:sp>
          <p:nvSpPr>
            <p:cNvPr id="753" name="Google Shape;753;g2114997e136_1_274"/>
            <p:cNvSpPr/>
            <p:nvPr/>
          </p:nvSpPr>
          <p:spPr>
            <a:xfrm rot="-5400000">
              <a:off x="588942" y="2649556"/>
              <a:ext cx="25484" cy="289600"/>
            </a:xfrm>
            <a:custGeom>
              <a:rect b="b" l="l" r="r" t="t"/>
              <a:pathLst>
                <a:path extrusionOk="0" h="8648" w="761">
                  <a:moveTo>
                    <a:pt x="380" y="0"/>
                  </a:moveTo>
                  <a:cubicBezTo>
                    <a:pt x="190" y="0"/>
                    <a:pt x="0" y="130"/>
                    <a:pt x="0" y="388"/>
                  </a:cubicBezTo>
                  <a:lnTo>
                    <a:pt x="0" y="8260"/>
                  </a:lnTo>
                  <a:cubicBezTo>
                    <a:pt x="0" y="8519"/>
                    <a:pt x="190" y="8648"/>
                    <a:pt x="380" y="8648"/>
                  </a:cubicBezTo>
                  <a:cubicBezTo>
                    <a:pt x="570" y="8648"/>
                    <a:pt x="760" y="8519"/>
                    <a:pt x="760" y="8260"/>
                  </a:cubicBezTo>
                  <a:lnTo>
                    <a:pt x="760" y="388"/>
                  </a:lnTo>
                  <a:cubicBezTo>
                    <a:pt x="760" y="130"/>
                    <a:pt x="570" y="0"/>
                    <a:pt x="380"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g2114997e136_1_274"/>
            <p:cNvSpPr/>
            <p:nvPr/>
          </p:nvSpPr>
          <p:spPr>
            <a:xfrm rot="-5400000">
              <a:off x="588808" y="2235662"/>
              <a:ext cx="25484" cy="289868"/>
            </a:xfrm>
            <a:custGeom>
              <a:rect b="b" l="l" r="r" t="t"/>
              <a:pathLst>
                <a:path extrusionOk="0" h="8656" w="761">
                  <a:moveTo>
                    <a:pt x="365" y="1"/>
                  </a:moveTo>
                  <a:cubicBezTo>
                    <a:pt x="153" y="1"/>
                    <a:pt x="1" y="183"/>
                    <a:pt x="1" y="396"/>
                  </a:cubicBezTo>
                  <a:lnTo>
                    <a:pt x="1" y="8268"/>
                  </a:lnTo>
                  <a:cubicBezTo>
                    <a:pt x="1" y="8527"/>
                    <a:pt x="191" y="8656"/>
                    <a:pt x="381" y="8656"/>
                  </a:cubicBezTo>
                  <a:cubicBezTo>
                    <a:pt x="570" y="8656"/>
                    <a:pt x="760" y="8527"/>
                    <a:pt x="760" y="8268"/>
                  </a:cubicBezTo>
                  <a:lnTo>
                    <a:pt x="760" y="396"/>
                  </a:lnTo>
                  <a:cubicBezTo>
                    <a:pt x="760" y="183"/>
                    <a:pt x="578" y="1"/>
                    <a:pt x="36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g2114997e136_1_274"/>
            <p:cNvSpPr/>
            <p:nvPr/>
          </p:nvSpPr>
          <p:spPr>
            <a:xfrm rot="-5400000">
              <a:off x="576234" y="2902231"/>
              <a:ext cx="25484" cy="197007"/>
            </a:xfrm>
            <a:custGeom>
              <a:rect b="b" l="l" r="r" t="t"/>
              <a:pathLst>
                <a:path extrusionOk="0" h="5883" w="761">
                  <a:moveTo>
                    <a:pt x="380" y="1"/>
                  </a:moveTo>
                  <a:cubicBezTo>
                    <a:pt x="190" y="1"/>
                    <a:pt x="0" y="130"/>
                    <a:pt x="0" y="388"/>
                  </a:cubicBezTo>
                  <a:lnTo>
                    <a:pt x="0" y="5495"/>
                  </a:lnTo>
                  <a:cubicBezTo>
                    <a:pt x="0" y="5753"/>
                    <a:pt x="190" y="5882"/>
                    <a:pt x="380" y="5882"/>
                  </a:cubicBezTo>
                  <a:cubicBezTo>
                    <a:pt x="570" y="5882"/>
                    <a:pt x="760" y="5753"/>
                    <a:pt x="760" y="5495"/>
                  </a:cubicBezTo>
                  <a:lnTo>
                    <a:pt x="760" y="388"/>
                  </a:lnTo>
                  <a:cubicBezTo>
                    <a:pt x="760" y="130"/>
                    <a:pt x="570" y="1"/>
                    <a:pt x="38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g2114997e136_1_274"/>
            <p:cNvSpPr/>
            <p:nvPr/>
          </p:nvSpPr>
          <p:spPr>
            <a:xfrm rot="-5400000">
              <a:off x="575849" y="2488856"/>
              <a:ext cx="26489" cy="197241"/>
            </a:xfrm>
            <a:custGeom>
              <a:rect b="b" l="l" r="r" t="t"/>
              <a:pathLst>
                <a:path extrusionOk="0" h="5890" w="791">
                  <a:moveTo>
                    <a:pt x="410" y="1"/>
                  </a:moveTo>
                  <a:cubicBezTo>
                    <a:pt x="220" y="1"/>
                    <a:pt x="30" y="130"/>
                    <a:pt x="30" y="388"/>
                  </a:cubicBezTo>
                  <a:lnTo>
                    <a:pt x="30" y="5495"/>
                  </a:lnTo>
                  <a:cubicBezTo>
                    <a:pt x="0" y="5707"/>
                    <a:pt x="182" y="5890"/>
                    <a:pt x="395" y="5890"/>
                  </a:cubicBezTo>
                  <a:cubicBezTo>
                    <a:pt x="608" y="5890"/>
                    <a:pt x="790" y="5707"/>
                    <a:pt x="790" y="5495"/>
                  </a:cubicBezTo>
                  <a:lnTo>
                    <a:pt x="790" y="388"/>
                  </a:lnTo>
                  <a:cubicBezTo>
                    <a:pt x="790" y="130"/>
                    <a:pt x="600" y="1"/>
                    <a:pt x="41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g2114997e136_1_274"/>
            <p:cNvSpPr/>
            <p:nvPr/>
          </p:nvSpPr>
          <p:spPr>
            <a:xfrm rot="-5400000">
              <a:off x="576619" y="2076100"/>
              <a:ext cx="25484" cy="196237"/>
            </a:xfrm>
            <a:custGeom>
              <a:rect b="b" l="l" r="r" t="t"/>
              <a:pathLst>
                <a:path extrusionOk="0" h="5860" w="761">
                  <a:moveTo>
                    <a:pt x="396" y="0"/>
                  </a:moveTo>
                  <a:cubicBezTo>
                    <a:pt x="183" y="0"/>
                    <a:pt x="1" y="152"/>
                    <a:pt x="1" y="365"/>
                  </a:cubicBezTo>
                  <a:lnTo>
                    <a:pt x="1" y="5472"/>
                  </a:lnTo>
                  <a:cubicBezTo>
                    <a:pt x="1" y="5730"/>
                    <a:pt x="191" y="5859"/>
                    <a:pt x="381" y="5859"/>
                  </a:cubicBezTo>
                  <a:cubicBezTo>
                    <a:pt x="570" y="5859"/>
                    <a:pt x="760" y="5730"/>
                    <a:pt x="760" y="5472"/>
                  </a:cubicBezTo>
                  <a:lnTo>
                    <a:pt x="760" y="365"/>
                  </a:lnTo>
                  <a:cubicBezTo>
                    <a:pt x="760" y="152"/>
                    <a:pt x="608" y="0"/>
                    <a:pt x="39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g700562247cc924d9_9"/>
          <p:cNvSpPr txBox="1"/>
          <p:nvPr>
            <p:ph type="title"/>
          </p:nvPr>
        </p:nvSpPr>
        <p:spPr>
          <a:xfrm>
            <a:off x="122950" y="167475"/>
            <a:ext cx="7008900" cy="477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solidFill>
                  <a:schemeClr val="dk1"/>
                </a:solidFill>
              </a:rPr>
              <a:t>Can CAN Support </a:t>
            </a:r>
            <a:r>
              <a:rPr lang="en" sz="2600">
                <a:solidFill>
                  <a:schemeClr val="dk1"/>
                </a:solidFill>
              </a:rPr>
              <a:t>New Applications?</a:t>
            </a:r>
            <a:endParaRPr sz="2600">
              <a:solidFill>
                <a:schemeClr val="dk1"/>
              </a:solidFill>
            </a:endParaRPr>
          </a:p>
        </p:txBody>
      </p:sp>
      <p:sp>
        <p:nvSpPr>
          <p:cNvPr id="763" name="Google Shape;763;g700562247cc924d9_9"/>
          <p:cNvSpPr txBox="1"/>
          <p:nvPr/>
        </p:nvSpPr>
        <p:spPr>
          <a:xfrm>
            <a:off x="-485125" y="2288700"/>
            <a:ext cx="4139400" cy="1154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t>17.5 Kbs</a:t>
            </a:r>
            <a:r>
              <a:rPr b="1" lang="en" sz="2100"/>
              <a:t> </a:t>
            </a:r>
            <a:endParaRPr b="1" sz="2100"/>
          </a:p>
          <a:p>
            <a:pPr indent="0" lvl="0" marL="0" rtl="0" algn="ctr">
              <a:spcBef>
                <a:spcPts val="0"/>
              </a:spcBef>
              <a:spcAft>
                <a:spcPts val="0"/>
              </a:spcAft>
              <a:buNone/>
            </a:pPr>
            <a:r>
              <a:rPr b="1" lang="en" sz="2100"/>
              <a:t>to </a:t>
            </a:r>
            <a:br>
              <a:rPr b="1" lang="en" sz="2100"/>
            </a:br>
            <a:r>
              <a:rPr b="1" lang="en" sz="2100"/>
              <a:t>70.2 Kbs </a:t>
            </a:r>
            <a:endParaRPr sz="700"/>
          </a:p>
        </p:txBody>
      </p:sp>
      <p:sp>
        <p:nvSpPr>
          <p:cNvPr id="764" name="Google Shape;764;g700562247cc924d9_9"/>
          <p:cNvSpPr txBox="1"/>
          <p:nvPr/>
        </p:nvSpPr>
        <p:spPr>
          <a:xfrm>
            <a:off x="4974725" y="2398925"/>
            <a:ext cx="2108400" cy="962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800">
                <a:solidFill>
                  <a:srgbClr val="212121"/>
                </a:solidFill>
                <a:highlight>
                  <a:srgbClr val="FFFFFF"/>
                </a:highlight>
                <a:latin typeface="Lato"/>
                <a:ea typeface="Lato"/>
                <a:cs typeface="Lato"/>
                <a:sym typeface="Lato"/>
              </a:rPr>
              <a:t>70Mbps</a:t>
            </a:r>
            <a:r>
              <a:rPr b="1" lang="en" sz="2250">
                <a:solidFill>
                  <a:srgbClr val="212121"/>
                </a:solidFill>
                <a:highlight>
                  <a:srgbClr val="FFFFFF"/>
                </a:highlight>
                <a:latin typeface="Lato"/>
                <a:ea typeface="Lato"/>
                <a:cs typeface="Lato"/>
                <a:sym typeface="Lato"/>
              </a:rPr>
              <a:t> </a:t>
            </a:r>
            <a:endParaRPr b="1" sz="2250">
              <a:solidFill>
                <a:srgbClr val="212121"/>
              </a:solidFill>
              <a:highlight>
                <a:srgbClr val="FFFFFF"/>
              </a:highlight>
              <a:latin typeface="Lato"/>
              <a:ea typeface="Lato"/>
              <a:cs typeface="Lato"/>
              <a:sym typeface="Lato"/>
            </a:endParaRPr>
          </a:p>
          <a:p>
            <a:pPr indent="0" lvl="0" marL="0" rtl="0" algn="ctr">
              <a:spcBef>
                <a:spcPts val="0"/>
              </a:spcBef>
              <a:spcAft>
                <a:spcPts val="0"/>
              </a:spcAft>
              <a:buNone/>
            </a:pPr>
            <a:r>
              <a:t/>
            </a:r>
            <a:endParaRPr b="1" sz="2250">
              <a:solidFill>
                <a:srgbClr val="212121"/>
              </a:solidFill>
              <a:highlight>
                <a:srgbClr val="FFFFFF"/>
              </a:highlight>
              <a:latin typeface="Lato"/>
              <a:ea typeface="Lato"/>
              <a:cs typeface="Lato"/>
              <a:sym typeface="Lato"/>
            </a:endParaRPr>
          </a:p>
        </p:txBody>
      </p:sp>
      <p:sp>
        <p:nvSpPr>
          <p:cNvPr id="765" name="Google Shape;765;g700562247cc924d9_9"/>
          <p:cNvSpPr txBox="1"/>
          <p:nvPr/>
        </p:nvSpPr>
        <p:spPr>
          <a:xfrm>
            <a:off x="1163825" y="1571250"/>
            <a:ext cx="841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u="sng">
                <a:latin typeface="Lato"/>
                <a:ea typeface="Lato"/>
                <a:cs typeface="Lato"/>
                <a:sym typeface="Lato"/>
              </a:rPr>
              <a:t>CAN </a:t>
            </a:r>
            <a:endParaRPr b="1" sz="2400" u="sng">
              <a:latin typeface="Lato"/>
              <a:ea typeface="Lato"/>
              <a:cs typeface="Lato"/>
              <a:sym typeface="Lato"/>
            </a:endParaRPr>
          </a:p>
        </p:txBody>
      </p:sp>
      <p:sp>
        <p:nvSpPr>
          <p:cNvPr id="766" name="Google Shape;766;g700562247cc924d9_9"/>
          <p:cNvSpPr txBox="1"/>
          <p:nvPr/>
        </p:nvSpPr>
        <p:spPr>
          <a:xfrm>
            <a:off x="3721950" y="1571250"/>
            <a:ext cx="5348700" cy="8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u="sng">
                <a:latin typeface="Lato"/>
                <a:ea typeface="Lato"/>
                <a:cs typeface="Lato"/>
                <a:sym typeface="Lato"/>
              </a:rPr>
              <a:t>Next-Gen Application</a:t>
            </a:r>
            <a:endParaRPr b="1" sz="2400" u="sng">
              <a:latin typeface="Lato"/>
              <a:ea typeface="Lato"/>
              <a:cs typeface="Lato"/>
              <a:sym typeface="Lato"/>
            </a:endParaRPr>
          </a:p>
          <a:p>
            <a:pPr indent="0" lvl="0" marL="0" rtl="0" algn="ctr">
              <a:spcBef>
                <a:spcPts val="0"/>
              </a:spcBef>
              <a:spcAft>
                <a:spcPts val="0"/>
              </a:spcAft>
              <a:buNone/>
            </a:pPr>
            <a:r>
              <a:rPr lang="en" sz="1850">
                <a:solidFill>
                  <a:srgbClr val="212121"/>
                </a:solidFill>
                <a:highlight>
                  <a:schemeClr val="lt1"/>
                </a:highlight>
                <a:latin typeface="Lato"/>
                <a:ea typeface="Lato"/>
                <a:cs typeface="Lato"/>
                <a:sym typeface="Lato"/>
              </a:rPr>
              <a:t>LIDAR based ADAS sensor for lane detection</a:t>
            </a:r>
            <a:endParaRPr b="1" sz="4500" u="sng">
              <a:latin typeface="Lato"/>
              <a:ea typeface="Lato"/>
              <a:cs typeface="Lato"/>
              <a:sym typeface="Lato"/>
            </a:endParaRPr>
          </a:p>
        </p:txBody>
      </p:sp>
      <p:sp>
        <p:nvSpPr>
          <p:cNvPr id="767" name="Google Shape;767;g700562247cc924d9_9"/>
          <p:cNvSpPr txBox="1"/>
          <p:nvPr/>
        </p:nvSpPr>
        <p:spPr>
          <a:xfrm>
            <a:off x="122950" y="4714200"/>
            <a:ext cx="610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u="sng">
                <a:solidFill>
                  <a:schemeClr val="hlink"/>
                </a:solidFill>
                <a:latin typeface="Lato"/>
                <a:ea typeface="Lato"/>
                <a:cs typeface="Lato"/>
                <a:sym typeface="Lato"/>
                <a:hlinkClick r:id="rId3"/>
              </a:rPr>
              <a:t>https://www.einfochips.com/blog/automotive-ethernet-driving-in-vehicle-communication-for-new-age-vehicular-functions/</a:t>
            </a:r>
            <a:endParaRPr sz="600">
              <a:latin typeface="Lato"/>
              <a:ea typeface="Lato"/>
              <a:cs typeface="Lato"/>
              <a:sym typeface="Lato"/>
            </a:endParaRPr>
          </a:p>
          <a:p>
            <a:pPr indent="0" lvl="0" marL="0" rtl="0" algn="l">
              <a:spcBef>
                <a:spcPts val="0"/>
              </a:spcBef>
              <a:spcAft>
                <a:spcPts val="0"/>
              </a:spcAft>
              <a:buNone/>
            </a:pPr>
            <a:r>
              <a:rPr lang="en" sz="600">
                <a:latin typeface="Lato"/>
                <a:ea typeface="Lato"/>
                <a:cs typeface="Lato"/>
                <a:sym typeface="Lato"/>
              </a:rPr>
              <a:t>A Comprehensible Guide to Controller Area Network</a:t>
            </a:r>
            <a:endParaRPr sz="600">
              <a:latin typeface="Lato"/>
              <a:ea typeface="Lato"/>
              <a:cs typeface="Lato"/>
              <a:sym typeface="Lato"/>
            </a:endParaRPr>
          </a:p>
          <a:p>
            <a:pPr indent="0" lvl="0" marL="0" rtl="0" algn="l">
              <a:spcBef>
                <a:spcPts val="0"/>
              </a:spcBef>
              <a:spcAft>
                <a:spcPts val="0"/>
              </a:spcAft>
              <a:buNone/>
            </a:pPr>
            <a:r>
              <a:t/>
            </a:r>
            <a:endParaRPr sz="600">
              <a:latin typeface="Lato"/>
              <a:ea typeface="Lato"/>
              <a:cs typeface="Lato"/>
              <a:sym typeface="Lato"/>
            </a:endParaRPr>
          </a:p>
        </p:txBody>
      </p:sp>
      <p:pic>
        <p:nvPicPr>
          <p:cNvPr id="768" name="Google Shape;768;g700562247cc924d9_9"/>
          <p:cNvPicPr preferRelativeResize="0"/>
          <p:nvPr/>
        </p:nvPicPr>
        <p:blipFill>
          <a:blip r:embed="rId4">
            <a:alphaModFix/>
          </a:blip>
          <a:stretch>
            <a:fillRect/>
          </a:stretch>
        </p:blipFill>
        <p:spPr>
          <a:xfrm>
            <a:off x="4736000" y="3030675"/>
            <a:ext cx="2493323" cy="1266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2114997e136_1_5"/>
          <p:cNvSpPr txBox="1"/>
          <p:nvPr>
            <p:ph type="title"/>
          </p:nvPr>
        </p:nvSpPr>
        <p:spPr>
          <a:xfrm>
            <a:off x="580625" y="299200"/>
            <a:ext cx="3941700" cy="53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Outline</a:t>
            </a:r>
            <a:endParaRPr sz="3100">
              <a:solidFill>
                <a:schemeClr val="dk1"/>
              </a:solidFill>
            </a:endParaRPr>
          </a:p>
        </p:txBody>
      </p:sp>
      <p:sp>
        <p:nvSpPr>
          <p:cNvPr id="774" name="Google Shape;774;g2114997e136_1_5"/>
          <p:cNvSpPr txBox="1"/>
          <p:nvPr>
            <p:ph idx="4294967295" type="subTitle"/>
          </p:nvPr>
        </p:nvSpPr>
        <p:spPr>
          <a:xfrm>
            <a:off x="580625" y="710400"/>
            <a:ext cx="7198500" cy="44331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Overview of current in-vehicle communication</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SzPts val="2300"/>
              <a:buChar char="●"/>
            </a:pPr>
            <a:r>
              <a:rPr b="1" lang="en" sz="2300"/>
              <a:t>Potential future directions of the community</a:t>
            </a:r>
            <a:br>
              <a:rPr b="1" lang="en" sz="2300"/>
            </a:br>
            <a:endParaRPr b="1" sz="2300"/>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NDN for in-vehicle networks</a:t>
            </a:r>
            <a:endParaRPr sz="2300">
              <a:solidFill>
                <a:srgbClr val="9E9E9E"/>
              </a:solidFill>
            </a:endParaRPr>
          </a:p>
          <a:p>
            <a:pPr indent="-374650" lvl="1" marL="1371600" rtl="0" algn="l">
              <a:lnSpc>
                <a:spcPct val="100000"/>
              </a:lnSpc>
              <a:spcBef>
                <a:spcPts val="0"/>
              </a:spcBef>
              <a:spcAft>
                <a:spcPts val="0"/>
              </a:spcAft>
              <a:buClr>
                <a:srgbClr val="9E9E9E"/>
              </a:buClr>
              <a:buSzPts val="2300"/>
              <a:buChar char="○"/>
            </a:pPr>
            <a:r>
              <a:rPr lang="en" sz="2300">
                <a:solidFill>
                  <a:srgbClr val="9E9E9E"/>
                </a:solidFill>
              </a:rPr>
              <a:t>What are the potential benefits?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A bench-top testbed and test harness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Results so far</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Future directions</a:t>
            </a:r>
            <a:endParaRPr sz="2300">
              <a:solidFill>
                <a:srgbClr val="9E9E9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700562247cc924d9_0"/>
          <p:cNvSpPr txBox="1"/>
          <p:nvPr>
            <p:ph type="title"/>
          </p:nvPr>
        </p:nvSpPr>
        <p:spPr>
          <a:xfrm>
            <a:off x="713325" y="539700"/>
            <a:ext cx="5488800" cy="477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Automotive Ethernet at Layer 2</a:t>
            </a:r>
            <a:endParaRPr>
              <a:solidFill>
                <a:schemeClr val="dk1"/>
              </a:solidFill>
            </a:endParaRPr>
          </a:p>
        </p:txBody>
      </p:sp>
      <p:sp>
        <p:nvSpPr>
          <p:cNvPr id="780" name="Google Shape;780;g700562247cc924d9_0"/>
          <p:cNvSpPr txBox="1"/>
          <p:nvPr/>
        </p:nvSpPr>
        <p:spPr>
          <a:xfrm>
            <a:off x="1118100" y="1070300"/>
            <a:ext cx="6907800" cy="4079100"/>
          </a:xfrm>
          <a:prstGeom prst="rect">
            <a:avLst/>
          </a:prstGeom>
          <a:noFill/>
          <a:ln>
            <a:noFill/>
          </a:ln>
        </p:spPr>
        <p:txBody>
          <a:bodyPr anchorCtr="0" anchor="t" bIns="91425" lIns="91425" spcFirstLastPara="1" rIns="91425" wrap="square" tIns="91425">
            <a:spAutoFit/>
          </a:bodyPr>
          <a:lstStyle/>
          <a:p>
            <a:pPr indent="-374650" lvl="0" marL="457200" rtl="0" algn="l">
              <a:spcBef>
                <a:spcPts val="0"/>
              </a:spcBef>
              <a:spcAft>
                <a:spcPts val="0"/>
              </a:spcAft>
              <a:buClr>
                <a:schemeClr val="accent1"/>
              </a:buClr>
              <a:buSzPts val="2300"/>
              <a:buFont typeface="Lato"/>
              <a:buChar char="●"/>
            </a:pPr>
            <a:r>
              <a:rPr lang="en" sz="2300">
                <a:solidFill>
                  <a:schemeClr val="accent1"/>
                </a:solidFill>
                <a:latin typeface="Lato"/>
                <a:ea typeface="Lato"/>
                <a:cs typeface="Lato"/>
                <a:sym typeface="Lato"/>
              </a:rPr>
              <a:t>What is it?</a:t>
            </a:r>
            <a:endParaRPr sz="2300">
              <a:solidFill>
                <a:schemeClr val="accent1"/>
              </a:solidFill>
              <a:latin typeface="Lato"/>
              <a:ea typeface="Lato"/>
              <a:cs typeface="Lato"/>
              <a:sym typeface="Lato"/>
            </a:endParaRPr>
          </a:p>
          <a:p>
            <a:pPr indent="-374650" lvl="1" marL="914400" rtl="0" algn="l">
              <a:spcBef>
                <a:spcPts val="0"/>
              </a:spcBef>
              <a:spcAft>
                <a:spcPts val="0"/>
              </a:spcAft>
              <a:buClr>
                <a:schemeClr val="accent1"/>
              </a:buClr>
              <a:buSzPts val="2300"/>
              <a:buFont typeface="Lato"/>
              <a:buChar char="○"/>
            </a:pPr>
            <a:r>
              <a:rPr lang="en" sz="2300">
                <a:solidFill>
                  <a:schemeClr val="accent1"/>
                </a:solidFill>
                <a:latin typeface="Lato"/>
                <a:ea typeface="Lato"/>
                <a:cs typeface="Lato"/>
                <a:sym typeface="Lato"/>
              </a:rPr>
              <a:t>High bandwidth </a:t>
            </a:r>
            <a:endParaRPr sz="2300">
              <a:solidFill>
                <a:schemeClr val="accent1"/>
              </a:solidFill>
              <a:latin typeface="Lato"/>
              <a:ea typeface="Lato"/>
              <a:cs typeface="Lato"/>
              <a:sym typeface="Lato"/>
            </a:endParaRPr>
          </a:p>
          <a:p>
            <a:pPr indent="-374650" lvl="1" marL="914400" rtl="0" algn="l">
              <a:spcBef>
                <a:spcPts val="0"/>
              </a:spcBef>
              <a:spcAft>
                <a:spcPts val="0"/>
              </a:spcAft>
              <a:buClr>
                <a:schemeClr val="accent1"/>
              </a:buClr>
              <a:buSzPts val="2300"/>
              <a:buFont typeface="Lato"/>
              <a:buChar char="○"/>
            </a:pPr>
            <a:r>
              <a:rPr lang="en" sz="2300">
                <a:solidFill>
                  <a:schemeClr val="accent1"/>
                </a:solidFill>
                <a:latin typeface="Lato"/>
                <a:ea typeface="Lato"/>
                <a:cs typeface="Lato"/>
                <a:sym typeface="Lato"/>
              </a:rPr>
              <a:t>Fault </a:t>
            </a:r>
            <a:r>
              <a:rPr lang="en" sz="2300">
                <a:solidFill>
                  <a:schemeClr val="accent1"/>
                </a:solidFill>
                <a:latin typeface="Lato"/>
                <a:ea typeface="Lato"/>
                <a:cs typeface="Lato"/>
                <a:sym typeface="Lato"/>
              </a:rPr>
              <a:t>resilient</a:t>
            </a:r>
            <a:r>
              <a:rPr lang="en" sz="2300">
                <a:solidFill>
                  <a:schemeClr val="accent1"/>
                </a:solidFill>
                <a:latin typeface="Lato"/>
                <a:ea typeface="Lato"/>
                <a:cs typeface="Lato"/>
                <a:sym typeface="Lato"/>
              </a:rPr>
              <a:t> </a:t>
            </a:r>
            <a:endParaRPr sz="2300">
              <a:solidFill>
                <a:schemeClr val="accent1"/>
              </a:solidFill>
              <a:latin typeface="Lato"/>
              <a:ea typeface="Lato"/>
              <a:cs typeface="Lato"/>
              <a:sym typeface="Lato"/>
            </a:endParaRPr>
          </a:p>
          <a:p>
            <a:pPr indent="0" lvl="0" marL="914400" rtl="0" algn="l">
              <a:spcBef>
                <a:spcPts val="0"/>
              </a:spcBef>
              <a:spcAft>
                <a:spcPts val="0"/>
              </a:spcAft>
              <a:buNone/>
            </a:pPr>
            <a:r>
              <a:t/>
            </a:r>
            <a:endParaRPr sz="2300">
              <a:solidFill>
                <a:schemeClr val="accent1"/>
              </a:solidFill>
              <a:latin typeface="Lato"/>
              <a:ea typeface="Lato"/>
              <a:cs typeface="Lato"/>
              <a:sym typeface="Lato"/>
            </a:endParaRPr>
          </a:p>
          <a:p>
            <a:pPr indent="-374650" lvl="0" marL="457200" rtl="0" algn="l">
              <a:spcBef>
                <a:spcPts val="0"/>
              </a:spcBef>
              <a:spcAft>
                <a:spcPts val="0"/>
              </a:spcAft>
              <a:buClr>
                <a:schemeClr val="accent1"/>
              </a:buClr>
              <a:buSzPts val="2300"/>
              <a:buFont typeface="Lato"/>
              <a:buChar char="●"/>
            </a:pPr>
            <a:r>
              <a:rPr lang="en" sz="2300">
                <a:solidFill>
                  <a:schemeClr val="accent1"/>
                </a:solidFill>
                <a:latin typeface="Lato"/>
                <a:ea typeface="Lato"/>
                <a:cs typeface="Lato"/>
                <a:sym typeface="Lato"/>
              </a:rPr>
              <a:t>Implement a middleware to replace CAN (SOME/IP))?</a:t>
            </a:r>
            <a:endParaRPr sz="2300">
              <a:solidFill>
                <a:schemeClr val="accent1"/>
              </a:solidFill>
              <a:latin typeface="Lato"/>
              <a:ea typeface="Lato"/>
              <a:cs typeface="Lato"/>
              <a:sym typeface="Lato"/>
            </a:endParaRPr>
          </a:p>
          <a:p>
            <a:pPr indent="-374650" lvl="1" marL="914400" rtl="0" algn="l">
              <a:spcBef>
                <a:spcPts val="0"/>
              </a:spcBef>
              <a:spcAft>
                <a:spcPts val="0"/>
              </a:spcAft>
              <a:buClr>
                <a:schemeClr val="accent1"/>
              </a:buClr>
              <a:buSzPts val="2300"/>
              <a:buFont typeface="Lato"/>
              <a:buChar char="○"/>
            </a:pPr>
            <a:r>
              <a:rPr lang="en" sz="2300">
                <a:solidFill>
                  <a:schemeClr val="accent1"/>
                </a:solidFill>
                <a:latin typeface="Lato"/>
                <a:ea typeface="Lato"/>
                <a:cs typeface="Lato"/>
                <a:sym typeface="Lato"/>
              </a:rPr>
              <a:t>Probably not</a:t>
            </a:r>
            <a:endParaRPr sz="2300">
              <a:solidFill>
                <a:schemeClr val="accent1"/>
              </a:solidFill>
              <a:latin typeface="Lato"/>
              <a:ea typeface="Lato"/>
              <a:cs typeface="Lato"/>
              <a:sym typeface="Lato"/>
            </a:endParaRPr>
          </a:p>
          <a:p>
            <a:pPr indent="0" lvl="0" marL="914400" rtl="0" algn="l">
              <a:spcBef>
                <a:spcPts val="0"/>
              </a:spcBef>
              <a:spcAft>
                <a:spcPts val="0"/>
              </a:spcAft>
              <a:buNone/>
            </a:pPr>
            <a:r>
              <a:t/>
            </a:r>
            <a:endParaRPr sz="2300">
              <a:solidFill>
                <a:schemeClr val="accent1"/>
              </a:solidFill>
              <a:latin typeface="Lato"/>
              <a:ea typeface="Lato"/>
              <a:cs typeface="Lato"/>
              <a:sym typeface="Lato"/>
            </a:endParaRPr>
          </a:p>
          <a:p>
            <a:pPr indent="-374650" lvl="0" marL="457200" rtl="0" algn="l">
              <a:spcBef>
                <a:spcPts val="0"/>
              </a:spcBef>
              <a:spcAft>
                <a:spcPts val="0"/>
              </a:spcAft>
              <a:buClr>
                <a:schemeClr val="accent1"/>
              </a:buClr>
              <a:buSzPts val="2300"/>
              <a:buFont typeface="Lato"/>
              <a:buChar char="●"/>
            </a:pPr>
            <a:r>
              <a:rPr lang="en" sz="2300">
                <a:solidFill>
                  <a:schemeClr val="accent1"/>
                </a:solidFill>
                <a:latin typeface="Lato"/>
                <a:ea typeface="Lato"/>
                <a:cs typeface="Lato"/>
                <a:sym typeface="Lato"/>
              </a:rPr>
              <a:t>How to connect traditional and future  technologies together via a </a:t>
            </a:r>
            <a:r>
              <a:rPr lang="en" sz="2300">
                <a:solidFill>
                  <a:schemeClr val="accent1"/>
                </a:solidFill>
                <a:latin typeface="Lato"/>
                <a:ea typeface="Lato"/>
                <a:cs typeface="Lato"/>
                <a:sym typeface="Lato"/>
              </a:rPr>
              <a:t>hierarchical</a:t>
            </a:r>
            <a:r>
              <a:rPr lang="en" sz="2300">
                <a:solidFill>
                  <a:schemeClr val="accent1"/>
                </a:solidFill>
                <a:latin typeface="Lato"/>
                <a:ea typeface="Lato"/>
                <a:cs typeface="Lato"/>
                <a:sym typeface="Lato"/>
              </a:rPr>
              <a:t> network?</a:t>
            </a:r>
            <a:endParaRPr sz="230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g2114997e136_1_335"/>
          <p:cNvSpPr txBox="1"/>
          <p:nvPr>
            <p:ph type="title"/>
          </p:nvPr>
        </p:nvSpPr>
        <p:spPr>
          <a:xfrm>
            <a:off x="1964013" y="3594925"/>
            <a:ext cx="2118300" cy="47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sz="2300"/>
              <a:t>Real-time</a:t>
            </a:r>
            <a:endParaRPr sz="2300"/>
          </a:p>
        </p:txBody>
      </p:sp>
      <p:sp>
        <p:nvSpPr>
          <p:cNvPr id="786" name="Google Shape;786;g2114997e136_1_335"/>
          <p:cNvSpPr txBox="1"/>
          <p:nvPr>
            <p:ph idx="4294967295" type="subTitle"/>
          </p:nvPr>
        </p:nvSpPr>
        <p:spPr>
          <a:xfrm>
            <a:off x="1964013" y="4207850"/>
            <a:ext cx="2118300" cy="484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2"/>
              </a:buClr>
              <a:buSzPts val="1400"/>
              <a:buFont typeface="Source Sans Pro"/>
              <a:buNone/>
            </a:pPr>
            <a:r>
              <a:rPr lang="en" sz="1400">
                <a:solidFill>
                  <a:schemeClr val="dk2"/>
                </a:solidFill>
                <a:latin typeface="Source Sans Pro"/>
                <a:ea typeface="Source Sans Pro"/>
                <a:cs typeface="Source Sans Pro"/>
                <a:sym typeface="Source Sans Pro"/>
              </a:rPr>
              <a:t>CAN</a:t>
            </a:r>
            <a:endParaRPr b="0" i="0" sz="1400" u="none" cap="none" strike="noStrike">
              <a:solidFill>
                <a:schemeClr val="dk2"/>
              </a:solidFill>
              <a:latin typeface="Source Sans Pro"/>
              <a:ea typeface="Source Sans Pro"/>
              <a:cs typeface="Source Sans Pro"/>
              <a:sym typeface="Source Sans Pro"/>
            </a:endParaRPr>
          </a:p>
        </p:txBody>
      </p:sp>
      <p:sp>
        <p:nvSpPr>
          <p:cNvPr id="787" name="Google Shape;787;g2114997e136_1_335"/>
          <p:cNvSpPr txBox="1"/>
          <p:nvPr>
            <p:ph idx="4294967295" type="title"/>
          </p:nvPr>
        </p:nvSpPr>
        <p:spPr>
          <a:xfrm>
            <a:off x="4756888" y="3594925"/>
            <a:ext cx="2118300" cy="47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000"/>
              <a:buNone/>
            </a:pPr>
            <a:r>
              <a:rPr lang="en" sz="2300"/>
              <a:t>High Bandwidth </a:t>
            </a:r>
            <a:endParaRPr sz="2300"/>
          </a:p>
        </p:txBody>
      </p:sp>
      <p:sp>
        <p:nvSpPr>
          <p:cNvPr id="788" name="Google Shape;788;g2114997e136_1_335"/>
          <p:cNvSpPr txBox="1"/>
          <p:nvPr>
            <p:ph idx="4294967295" type="subTitle"/>
          </p:nvPr>
        </p:nvSpPr>
        <p:spPr>
          <a:xfrm>
            <a:off x="4756888" y="4246750"/>
            <a:ext cx="2118300" cy="484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2"/>
              </a:buClr>
              <a:buSzPts val="1400"/>
              <a:buFont typeface="Source Sans Pro"/>
              <a:buNone/>
            </a:pPr>
            <a:r>
              <a:rPr lang="en" sz="1400">
                <a:solidFill>
                  <a:schemeClr val="dk2"/>
                </a:solidFill>
                <a:latin typeface="Source Sans Pro"/>
                <a:ea typeface="Source Sans Pro"/>
                <a:cs typeface="Source Sans Pro"/>
                <a:sym typeface="Source Sans Pro"/>
              </a:rPr>
              <a:t>Automotive Ethernet</a:t>
            </a:r>
            <a:endParaRPr b="0" i="0" sz="1400" u="none" cap="none" strike="noStrike">
              <a:solidFill>
                <a:schemeClr val="dk2"/>
              </a:solidFill>
              <a:latin typeface="Source Sans Pro"/>
              <a:ea typeface="Source Sans Pro"/>
              <a:cs typeface="Source Sans Pro"/>
              <a:sym typeface="Source Sans Pro"/>
            </a:endParaRPr>
          </a:p>
        </p:txBody>
      </p:sp>
      <p:cxnSp>
        <p:nvCxnSpPr>
          <p:cNvPr id="789" name="Google Shape;789;g2114997e136_1_335"/>
          <p:cNvCxnSpPr>
            <a:stCxn id="785" idx="3"/>
            <a:endCxn id="787" idx="1"/>
          </p:cNvCxnSpPr>
          <p:nvPr/>
        </p:nvCxnSpPr>
        <p:spPr>
          <a:xfrm>
            <a:off x="4082313" y="3833875"/>
            <a:ext cx="674700" cy="0"/>
          </a:xfrm>
          <a:prstGeom prst="straightConnector1">
            <a:avLst/>
          </a:prstGeom>
          <a:noFill/>
          <a:ln cap="flat" cmpd="sng" w="28575">
            <a:solidFill>
              <a:schemeClr val="accent2"/>
            </a:solidFill>
            <a:prstDash val="solid"/>
            <a:round/>
            <a:headEnd len="med" w="med" type="oval"/>
            <a:tailEnd len="med" w="med" type="oval"/>
          </a:ln>
        </p:spPr>
      </p:cxnSp>
      <p:sp>
        <p:nvSpPr>
          <p:cNvPr id="790" name="Google Shape;790;g2114997e136_1_335"/>
          <p:cNvSpPr txBox="1"/>
          <p:nvPr>
            <p:ph idx="4294967295" type="title"/>
          </p:nvPr>
        </p:nvSpPr>
        <p:spPr>
          <a:xfrm>
            <a:off x="84825" y="225925"/>
            <a:ext cx="76203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2700">
                <a:latin typeface="Lato"/>
                <a:ea typeface="Lato"/>
                <a:cs typeface="Lato"/>
                <a:sym typeface="Lato"/>
              </a:rPr>
              <a:t>Potentially a Hybrid Layer 2 </a:t>
            </a:r>
            <a:endParaRPr sz="1800">
              <a:latin typeface="Lato"/>
              <a:ea typeface="Lato"/>
              <a:cs typeface="Lato"/>
              <a:sym typeface="Lato"/>
            </a:endParaRPr>
          </a:p>
        </p:txBody>
      </p:sp>
      <p:pic>
        <p:nvPicPr>
          <p:cNvPr id="791" name="Google Shape;791;g2114997e136_1_335"/>
          <p:cNvPicPr preferRelativeResize="0"/>
          <p:nvPr/>
        </p:nvPicPr>
        <p:blipFill>
          <a:blip r:embed="rId3">
            <a:alphaModFix/>
          </a:blip>
          <a:stretch>
            <a:fillRect/>
          </a:stretch>
        </p:blipFill>
        <p:spPr>
          <a:xfrm>
            <a:off x="4743125" y="967150"/>
            <a:ext cx="4073468" cy="2440651"/>
          </a:xfrm>
          <a:prstGeom prst="rect">
            <a:avLst/>
          </a:prstGeom>
          <a:noFill/>
          <a:ln>
            <a:noFill/>
          </a:ln>
        </p:spPr>
      </p:pic>
      <p:sp>
        <p:nvSpPr>
          <p:cNvPr id="792" name="Google Shape;792;g2114997e136_1_335"/>
          <p:cNvSpPr txBox="1"/>
          <p:nvPr/>
        </p:nvSpPr>
        <p:spPr>
          <a:xfrm>
            <a:off x="122950" y="4714200"/>
            <a:ext cx="61065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u="sng">
                <a:solidFill>
                  <a:schemeClr val="hlink"/>
                </a:solidFill>
                <a:latin typeface="Lato"/>
                <a:ea typeface="Lato"/>
                <a:cs typeface="Lato"/>
                <a:sym typeface="Lato"/>
                <a:hlinkClick r:id="rId4"/>
              </a:rPr>
              <a:t>https://blogs.synopsys.com/vip-central/2016/04/26/synopsys-extends-verification-ip-portfolio-for-automotive-applications/</a:t>
            </a:r>
            <a:endParaRPr sz="600">
              <a:latin typeface="Lato"/>
              <a:ea typeface="Lato"/>
              <a:cs typeface="Lato"/>
              <a:sym typeface="Lato"/>
            </a:endParaRPr>
          </a:p>
          <a:p>
            <a:pPr indent="0" lvl="0" marL="0" rtl="0" algn="l">
              <a:spcBef>
                <a:spcPts val="0"/>
              </a:spcBef>
              <a:spcAft>
                <a:spcPts val="0"/>
              </a:spcAft>
              <a:buNone/>
            </a:pPr>
            <a:r>
              <a:rPr lang="en" sz="600">
                <a:latin typeface="Lato"/>
                <a:ea typeface="Lato"/>
                <a:cs typeface="Lato"/>
                <a:sym typeface="Lato"/>
              </a:rPr>
              <a:t>https://blogs.keysight.com/blogs/tech/sim-des.entry.html/2021/06/10/automotive_ethernet-E6FB.html</a:t>
            </a:r>
            <a:endParaRPr sz="600">
              <a:latin typeface="Lato"/>
              <a:ea typeface="Lato"/>
              <a:cs typeface="Lato"/>
              <a:sym typeface="Lato"/>
            </a:endParaRPr>
          </a:p>
        </p:txBody>
      </p:sp>
      <p:pic>
        <p:nvPicPr>
          <p:cNvPr id="793" name="Google Shape;793;g2114997e136_1_335"/>
          <p:cNvPicPr preferRelativeResize="0"/>
          <p:nvPr/>
        </p:nvPicPr>
        <p:blipFill>
          <a:blip r:embed="rId5">
            <a:alphaModFix/>
          </a:blip>
          <a:stretch>
            <a:fillRect/>
          </a:stretch>
        </p:blipFill>
        <p:spPr>
          <a:xfrm>
            <a:off x="127550" y="1340925"/>
            <a:ext cx="4362126" cy="18455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2114997e136_1_429"/>
          <p:cNvSpPr txBox="1"/>
          <p:nvPr>
            <p:ph type="title"/>
          </p:nvPr>
        </p:nvSpPr>
        <p:spPr>
          <a:xfrm>
            <a:off x="580625" y="299200"/>
            <a:ext cx="3941700" cy="53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Outline</a:t>
            </a:r>
            <a:endParaRPr sz="3100">
              <a:solidFill>
                <a:schemeClr val="dk1"/>
              </a:solidFill>
            </a:endParaRPr>
          </a:p>
        </p:txBody>
      </p:sp>
      <p:sp>
        <p:nvSpPr>
          <p:cNvPr id="799" name="Google Shape;799;g2114997e136_1_429"/>
          <p:cNvSpPr txBox="1"/>
          <p:nvPr>
            <p:ph idx="4294967295" type="subTitle"/>
          </p:nvPr>
        </p:nvSpPr>
        <p:spPr>
          <a:xfrm>
            <a:off x="580625" y="710400"/>
            <a:ext cx="7198500" cy="44331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Overview of current in-vehicle communication</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Potential future directions of the community</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SzPts val="2300"/>
              <a:buChar char="●"/>
            </a:pPr>
            <a:r>
              <a:rPr b="1" lang="en" sz="2300"/>
              <a:t>NDN for in-vehicle networks</a:t>
            </a:r>
            <a:endParaRPr b="1" sz="2300"/>
          </a:p>
          <a:p>
            <a:pPr indent="-374650" lvl="1" marL="1371600" rtl="0" algn="l">
              <a:lnSpc>
                <a:spcPct val="100000"/>
              </a:lnSpc>
              <a:spcBef>
                <a:spcPts val="0"/>
              </a:spcBef>
              <a:spcAft>
                <a:spcPts val="0"/>
              </a:spcAft>
              <a:buSzPts val="2300"/>
              <a:buChar char="○"/>
            </a:pPr>
            <a:r>
              <a:rPr b="1" lang="en" sz="2300"/>
              <a:t>What are the potential benefits?</a:t>
            </a:r>
            <a:br>
              <a:rPr b="1" lang="en" sz="2300"/>
            </a:br>
            <a:endParaRPr b="1" sz="2300"/>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A bench-top testbed and test harness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Results so far</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Future directions</a:t>
            </a:r>
            <a:endParaRPr sz="2300">
              <a:solidFill>
                <a:srgbClr val="9E9E9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2114997e136_1_360"/>
          <p:cNvSpPr/>
          <p:nvPr/>
        </p:nvSpPr>
        <p:spPr>
          <a:xfrm>
            <a:off x="1504375" y="1095250"/>
            <a:ext cx="5732700" cy="2493600"/>
          </a:xfrm>
          <a:prstGeom prst="rect">
            <a:avLst/>
          </a:prstGeom>
          <a:solidFill>
            <a:srgbClr val="4F677B"/>
          </a:solidFill>
          <a:ln cap="flat" cmpd="sng" w="38100">
            <a:solidFill>
              <a:srgbClr val="F5DE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5" name="Google Shape;805;g2114997e136_1_360"/>
          <p:cNvGrpSpPr/>
          <p:nvPr/>
        </p:nvGrpSpPr>
        <p:grpSpPr>
          <a:xfrm flipH="1">
            <a:off x="5093395" y="3858086"/>
            <a:ext cx="227078" cy="295912"/>
            <a:chOff x="5545738" y="1280900"/>
            <a:chExt cx="198825" cy="318425"/>
          </a:xfrm>
        </p:grpSpPr>
        <p:sp>
          <p:nvSpPr>
            <p:cNvPr id="806" name="Google Shape;806;g2114997e136_1_360"/>
            <p:cNvSpPr/>
            <p:nvPr/>
          </p:nvSpPr>
          <p:spPr>
            <a:xfrm>
              <a:off x="5584713" y="1280900"/>
              <a:ext cx="128825" cy="275325"/>
            </a:xfrm>
            <a:custGeom>
              <a:rect b="b" l="l" r="r" t="t"/>
              <a:pathLst>
                <a:path extrusionOk="0" h="11013" w="5153">
                  <a:moveTo>
                    <a:pt x="158" y="1"/>
                  </a:moveTo>
                  <a:cubicBezTo>
                    <a:pt x="73" y="1"/>
                    <a:pt x="0" y="110"/>
                    <a:pt x="79" y="189"/>
                  </a:cubicBezTo>
                  <a:lnTo>
                    <a:pt x="3198" y="3306"/>
                  </a:lnTo>
                  <a:lnTo>
                    <a:pt x="3198" y="9178"/>
                  </a:lnTo>
                  <a:cubicBezTo>
                    <a:pt x="3198" y="9206"/>
                    <a:pt x="3209" y="9234"/>
                    <a:pt x="3231" y="9255"/>
                  </a:cubicBezTo>
                  <a:lnTo>
                    <a:pt x="4955" y="10980"/>
                  </a:lnTo>
                  <a:cubicBezTo>
                    <a:pt x="4976" y="11001"/>
                    <a:pt x="5004" y="11012"/>
                    <a:pt x="5033" y="11012"/>
                  </a:cubicBezTo>
                  <a:cubicBezTo>
                    <a:pt x="5062" y="11012"/>
                    <a:pt x="5089" y="11001"/>
                    <a:pt x="5110" y="10980"/>
                  </a:cubicBezTo>
                  <a:cubicBezTo>
                    <a:pt x="5153" y="10937"/>
                    <a:pt x="5153" y="10868"/>
                    <a:pt x="5110" y="10824"/>
                  </a:cubicBezTo>
                  <a:lnTo>
                    <a:pt x="3417" y="9131"/>
                  </a:lnTo>
                  <a:lnTo>
                    <a:pt x="3415" y="3261"/>
                  </a:lnTo>
                  <a:cubicBezTo>
                    <a:pt x="3415" y="3232"/>
                    <a:pt x="3404" y="3204"/>
                    <a:pt x="3384" y="3184"/>
                  </a:cubicBezTo>
                  <a:lnTo>
                    <a:pt x="235" y="35"/>
                  </a:lnTo>
                  <a:cubicBezTo>
                    <a:pt x="211" y="11"/>
                    <a:pt x="184" y="1"/>
                    <a:pt x="158"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g2114997e136_1_360"/>
            <p:cNvSpPr/>
            <p:nvPr/>
          </p:nvSpPr>
          <p:spPr>
            <a:xfrm>
              <a:off x="5597313" y="1372000"/>
              <a:ext cx="60475" cy="207500"/>
            </a:xfrm>
            <a:custGeom>
              <a:rect b="b" l="l" r="r" t="t"/>
              <a:pathLst>
                <a:path extrusionOk="0" h="8300" w="2419">
                  <a:moveTo>
                    <a:pt x="2310" y="1"/>
                  </a:moveTo>
                  <a:cubicBezTo>
                    <a:pt x="2250" y="1"/>
                    <a:pt x="2200" y="50"/>
                    <a:pt x="2200" y="111"/>
                  </a:cubicBezTo>
                  <a:lnTo>
                    <a:pt x="2202" y="5981"/>
                  </a:lnTo>
                  <a:lnTo>
                    <a:pt x="69" y="8112"/>
                  </a:lnTo>
                  <a:cubicBezTo>
                    <a:pt x="0" y="8181"/>
                    <a:pt x="50" y="8300"/>
                    <a:pt x="147" y="8300"/>
                  </a:cubicBezTo>
                  <a:cubicBezTo>
                    <a:pt x="175" y="8300"/>
                    <a:pt x="203" y="8288"/>
                    <a:pt x="223" y="8267"/>
                  </a:cubicBezTo>
                  <a:lnTo>
                    <a:pt x="2388" y="6104"/>
                  </a:lnTo>
                  <a:cubicBezTo>
                    <a:pt x="2408" y="6083"/>
                    <a:pt x="2419" y="6056"/>
                    <a:pt x="2419" y="6026"/>
                  </a:cubicBezTo>
                  <a:lnTo>
                    <a:pt x="2419" y="111"/>
                  </a:lnTo>
                  <a:cubicBezTo>
                    <a:pt x="2419" y="50"/>
                    <a:pt x="2370" y="1"/>
                    <a:pt x="2310"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8" name="Google Shape;808;g2114997e136_1_360"/>
            <p:cNvSpPr/>
            <p:nvPr/>
          </p:nvSpPr>
          <p:spPr>
            <a:xfrm>
              <a:off x="5555563" y="1370800"/>
              <a:ext cx="91725" cy="228525"/>
            </a:xfrm>
            <a:custGeom>
              <a:rect b="b" l="l" r="r" t="t"/>
              <a:pathLst>
                <a:path extrusionOk="0" h="9141" w="3669">
                  <a:moveTo>
                    <a:pt x="3150" y="215"/>
                  </a:moveTo>
                  <a:cubicBezTo>
                    <a:pt x="3217" y="215"/>
                    <a:pt x="3280" y="243"/>
                    <a:pt x="3327" y="290"/>
                  </a:cubicBezTo>
                  <a:cubicBezTo>
                    <a:pt x="3429" y="391"/>
                    <a:pt x="3429" y="555"/>
                    <a:pt x="3327" y="657"/>
                  </a:cubicBezTo>
                  <a:cubicBezTo>
                    <a:pt x="3276" y="705"/>
                    <a:pt x="3210" y="730"/>
                    <a:pt x="3144" y="730"/>
                  </a:cubicBezTo>
                  <a:cubicBezTo>
                    <a:pt x="3078" y="730"/>
                    <a:pt x="3012" y="705"/>
                    <a:pt x="2961" y="657"/>
                  </a:cubicBezTo>
                  <a:cubicBezTo>
                    <a:pt x="2861" y="555"/>
                    <a:pt x="2861" y="391"/>
                    <a:pt x="2961" y="290"/>
                  </a:cubicBezTo>
                  <a:cubicBezTo>
                    <a:pt x="3008" y="243"/>
                    <a:pt x="3073" y="215"/>
                    <a:pt x="3140" y="215"/>
                  </a:cubicBezTo>
                  <a:cubicBezTo>
                    <a:pt x="3142" y="215"/>
                    <a:pt x="3143" y="215"/>
                    <a:pt x="3145" y="215"/>
                  </a:cubicBezTo>
                  <a:cubicBezTo>
                    <a:pt x="3147" y="215"/>
                    <a:pt x="3148" y="215"/>
                    <a:pt x="3150" y="215"/>
                  </a:cubicBezTo>
                  <a:close/>
                  <a:moveTo>
                    <a:pt x="3145" y="1"/>
                  </a:moveTo>
                  <a:cubicBezTo>
                    <a:pt x="3021" y="1"/>
                    <a:pt x="2897" y="46"/>
                    <a:pt x="2806" y="136"/>
                  </a:cubicBezTo>
                  <a:cubicBezTo>
                    <a:pt x="2506" y="436"/>
                    <a:pt x="2720" y="950"/>
                    <a:pt x="3143" y="950"/>
                  </a:cubicBezTo>
                  <a:cubicBezTo>
                    <a:pt x="3144" y="950"/>
                    <a:pt x="3144" y="950"/>
                    <a:pt x="3145" y="950"/>
                  </a:cubicBezTo>
                  <a:cubicBezTo>
                    <a:pt x="3196" y="950"/>
                    <a:pt x="3247" y="942"/>
                    <a:pt x="3296" y="923"/>
                  </a:cubicBezTo>
                  <a:lnTo>
                    <a:pt x="3296" y="5728"/>
                  </a:lnTo>
                  <a:lnTo>
                    <a:pt x="69" y="8956"/>
                  </a:lnTo>
                  <a:cubicBezTo>
                    <a:pt x="1" y="9025"/>
                    <a:pt x="49" y="9141"/>
                    <a:pt x="146" y="9141"/>
                  </a:cubicBezTo>
                  <a:cubicBezTo>
                    <a:pt x="174" y="9141"/>
                    <a:pt x="203" y="9129"/>
                    <a:pt x="224" y="9108"/>
                  </a:cubicBezTo>
                  <a:lnTo>
                    <a:pt x="3482" y="5850"/>
                  </a:lnTo>
                  <a:cubicBezTo>
                    <a:pt x="3503" y="5830"/>
                    <a:pt x="3515" y="5802"/>
                    <a:pt x="3515" y="5772"/>
                  </a:cubicBezTo>
                  <a:lnTo>
                    <a:pt x="3515" y="771"/>
                  </a:lnTo>
                  <a:cubicBezTo>
                    <a:pt x="3668" y="583"/>
                    <a:pt x="3654" y="308"/>
                    <a:pt x="3482" y="136"/>
                  </a:cubicBezTo>
                  <a:cubicBezTo>
                    <a:pt x="3392" y="46"/>
                    <a:pt x="3268" y="1"/>
                    <a:pt x="3145"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g2114997e136_1_360"/>
            <p:cNvSpPr/>
            <p:nvPr/>
          </p:nvSpPr>
          <p:spPr>
            <a:xfrm>
              <a:off x="5621688" y="1280900"/>
              <a:ext cx="122875" cy="267025"/>
            </a:xfrm>
            <a:custGeom>
              <a:rect b="b" l="l" r="r" t="t"/>
              <a:pathLst>
                <a:path extrusionOk="0" h="10681" w="4915">
                  <a:moveTo>
                    <a:pt x="4390" y="9945"/>
                  </a:moveTo>
                  <a:cubicBezTo>
                    <a:pt x="4456" y="9945"/>
                    <a:pt x="4522" y="9970"/>
                    <a:pt x="4573" y="10020"/>
                  </a:cubicBezTo>
                  <a:cubicBezTo>
                    <a:pt x="4674" y="10122"/>
                    <a:pt x="4674" y="10285"/>
                    <a:pt x="4573" y="10386"/>
                  </a:cubicBezTo>
                  <a:cubicBezTo>
                    <a:pt x="4521" y="10435"/>
                    <a:pt x="4455" y="10460"/>
                    <a:pt x="4389" y="10460"/>
                  </a:cubicBezTo>
                  <a:cubicBezTo>
                    <a:pt x="4323" y="10460"/>
                    <a:pt x="4258" y="10435"/>
                    <a:pt x="4207" y="10386"/>
                  </a:cubicBezTo>
                  <a:cubicBezTo>
                    <a:pt x="4105" y="10284"/>
                    <a:pt x="4107" y="10122"/>
                    <a:pt x="4208" y="10020"/>
                  </a:cubicBezTo>
                  <a:cubicBezTo>
                    <a:pt x="4259" y="9970"/>
                    <a:pt x="4325" y="9945"/>
                    <a:pt x="4390" y="9945"/>
                  </a:cubicBezTo>
                  <a:close/>
                  <a:moveTo>
                    <a:pt x="120" y="1"/>
                  </a:moveTo>
                  <a:cubicBezTo>
                    <a:pt x="92" y="1"/>
                    <a:pt x="64" y="12"/>
                    <a:pt x="43" y="33"/>
                  </a:cubicBezTo>
                  <a:cubicBezTo>
                    <a:pt x="0" y="79"/>
                    <a:pt x="3" y="149"/>
                    <a:pt x="48" y="190"/>
                  </a:cubicBezTo>
                  <a:lnTo>
                    <a:pt x="2270" y="2321"/>
                  </a:lnTo>
                  <a:lnTo>
                    <a:pt x="2270" y="8191"/>
                  </a:lnTo>
                  <a:cubicBezTo>
                    <a:pt x="2270" y="8219"/>
                    <a:pt x="2281" y="8248"/>
                    <a:pt x="2301" y="8267"/>
                  </a:cubicBezTo>
                  <a:lnTo>
                    <a:pt x="3987" y="9954"/>
                  </a:lnTo>
                  <a:cubicBezTo>
                    <a:pt x="3870" y="10141"/>
                    <a:pt x="3898" y="10384"/>
                    <a:pt x="4053" y="10541"/>
                  </a:cubicBezTo>
                  <a:cubicBezTo>
                    <a:pt x="4146" y="10634"/>
                    <a:pt x="4268" y="10681"/>
                    <a:pt x="4390" y="10681"/>
                  </a:cubicBezTo>
                  <a:cubicBezTo>
                    <a:pt x="4513" y="10681"/>
                    <a:pt x="4635" y="10634"/>
                    <a:pt x="4728" y="10541"/>
                  </a:cubicBezTo>
                  <a:cubicBezTo>
                    <a:pt x="4914" y="10353"/>
                    <a:pt x="4914" y="10051"/>
                    <a:pt x="4728" y="9865"/>
                  </a:cubicBezTo>
                  <a:cubicBezTo>
                    <a:pt x="4638" y="9776"/>
                    <a:pt x="4516" y="9732"/>
                    <a:pt x="4393" y="9732"/>
                  </a:cubicBezTo>
                  <a:cubicBezTo>
                    <a:pt x="4305" y="9732"/>
                    <a:pt x="4217" y="9755"/>
                    <a:pt x="4141" y="9800"/>
                  </a:cubicBezTo>
                  <a:lnTo>
                    <a:pt x="2487" y="8145"/>
                  </a:lnTo>
                  <a:lnTo>
                    <a:pt x="2487" y="2276"/>
                  </a:lnTo>
                  <a:cubicBezTo>
                    <a:pt x="2487" y="2246"/>
                    <a:pt x="2476" y="2216"/>
                    <a:pt x="2454" y="2197"/>
                  </a:cubicBezTo>
                  <a:lnTo>
                    <a:pt x="199" y="33"/>
                  </a:lnTo>
                  <a:cubicBezTo>
                    <a:pt x="177" y="12"/>
                    <a:pt x="149" y="1"/>
                    <a:pt x="120"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g2114997e136_1_360"/>
            <p:cNvSpPr/>
            <p:nvPr/>
          </p:nvSpPr>
          <p:spPr>
            <a:xfrm>
              <a:off x="5545738" y="1410200"/>
              <a:ext cx="84075" cy="168975"/>
            </a:xfrm>
            <a:custGeom>
              <a:rect b="b" l="l" r="r" t="t"/>
              <a:pathLst>
                <a:path extrusionOk="0" h="6759" w="3363">
                  <a:moveTo>
                    <a:pt x="2838" y="215"/>
                  </a:moveTo>
                  <a:cubicBezTo>
                    <a:pt x="2981" y="215"/>
                    <a:pt x="3096" y="331"/>
                    <a:pt x="3096" y="475"/>
                  </a:cubicBezTo>
                  <a:cubicBezTo>
                    <a:pt x="3096" y="543"/>
                    <a:pt x="3069" y="609"/>
                    <a:pt x="3020" y="657"/>
                  </a:cubicBezTo>
                  <a:cubicBezTo>
                    <a:pt x="2969" y="706"/>
                    <a:pt x="2904" y="731"/>
                    <a:pt x="2838" y="731"/>
                  </a:cubicBezTo>
                  <a:cubicBezTo>
                    <a:pt x="2772" y="731"/>
                    <a:pt x="2706" y="706"/>
                    <a:pt x="2655" y="657"/>
                  </a:cubicBezTo>
                  <a:cubicBezTo>
                    <a:pt x="2553" y="555"/>
                    <a:pt x="2553" y="392"/>
                    <a:pt x="2655" y="291"/>
                  </a:cubicBezTo>
                  <a:cubicBezTo>
                    <a:pt x="2703" y="242"/>
                    <a:pt x="2769" y="215"/>
                    <a:pt x="2838" y="215"/>
                  </a:cubicBezTo>
                  <a:close/>
                  <a:moveTo>
                    <a:pt x="637" y="6022"/>
                  </a:moveTo>
                  <a:cubicBezTo>
                    <a:pt x="706" y="6022"/>
                    <a:pt x="772" y="6049"/>
                    <a:pt x="820" y="6098"/>
                  </a:cubicBezTo>
                  <a:cubicBezTo>
                    <a:pt x="920" y="6200"/>
                    <a:pt x="920" y="6362"/>
                    <a:pt x="820" y="6464"/>
                  </a:cubicBezTo>
                  <a:cubicBezTo>
                    <a:pt x="769" y="6513"/>
                    <a:pt x="703" y="6537"/>
                    <a:pt x="637" y="6537"/>
                  </a:cubicBezTo>
                  <a:cubicBezTo>
                    <a:pt x="571" y="6537"/>
                    <a:pt x="505" y="6513"/>
                    <a:pt x="455" y="6464"/>
                  </a:cubicBezTo>
                  <a:cubicBezTo>
                    <a:pt x="353" y="6362"/>
                    <a:pt x="353" y="6199"/>
                    <a:pt x="455" y="6098"/>
                  </a:cubicBezTo>
                  <a:cubicBezTo>
                    <a:pt x="503" y="6049"/>
                    <a:pt x="567" y="6022"/>
                    <a:pt x="637" y="6022"/>
                  </a:cubicBezTo>
                  <a:close/>
                  <a:moveTo>
                    <a:pt x="2839" y="1"/>
                  </a:moveTo>
                  <a:cubicBezTo>
                    <a:pt x="2715" y="1"/>
                    <a:pt x="2591" y="46"/>
                    <a:pt x="2501" y="136"/>
                  </a:cubicBezTo>
                  <a:cubicBezTo>
                    <a:pt x="2200" y="437"/>
                    <a:pt x="2412" y="951"/>
                    <a:pt x="2838" y="951"/>
                  </a:cubicBezTo>
                  <a:cubicBezTo>
                    <a:pt x="2880" y="951"/>
                    <a:pt x="2924" y="945"/>
                    <a:pt x="2965" y="932"/>
                  </a:cubicBezTo>
                  <a:lnTo>
                    <a:pt x="2965" y="932"/>
                  </a:lnTo>
                  <a:lnTo>
                    <a:pt x="2957" y="3807"/>
                  </a:lnTo>
                  <a:lnTo>
                    <a:pt x="886" y="5877"/>
                  </a:lnTo>
                  <a:cubicBezTo>
                    <a:pt x="811" y="5832"/>
                    <a:pt x="723" y="5809"/>
                    <a:pt x="635" y="5809"/>
                  </a:cubicBezTo>
                  <a:cubicBezTo>
                    <a:pt x="512" y="5809"/>
                    <a:pt x="390" y="5853"/>
                    <a:pt x="301" y="5943"/>
                  </a:cubicBezTo>
                  <a:cubicBezTo>
                    <a:pt x="0" y="6244"/>
                    <a:pt x="212" y="6757"/>
                    <a:pt x="637" y="6757"/>
                  </a:cubicBezTo>
                  <a:lnTo>
                    <a:pt x="637" y="6759"/>
                  </a:lnTo>
                  <a:cubicBezTo>
                    <a:pt x="1011" y="6759"/>
                    <a:pt x="1239" y="6348"/>
                    <a:pt x="1042" y="6031"/>
                  </a:cubicBezTo>
                  <a:lnTo>
                    <a:pt x="3143" y="3931"/>
                  </a:lnTo>
                  <a:cubicBezTo>
                    <a:pt x="3163" y="3910"/>
                    <a:pt x="3175" y="3883"/>
                    <a:pt x="3175" y="3853"/>
                  </a:cubicBezTo>
                  <a:lnTo>
                    <a:pt x="3184" y="802"/>
                  </a:lnTo>
                  <a:cubicBezTo>
                    <a:pt x="3363" y="615"/>
                    <a:pt x="3359" y="318"/>
                    <a:pt x="3175" y="136"/>
                  </a:cubicBezTo>
                  <a:cubicBezTo>
                    <a:pt x="3086" y="46"/>
                    <a:pt x="2962" y="1"/>
                    <a:pt x="2839"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g2114997e136_1_360"/>
            <p:cNvSpPr/>
            <p:nvPr/>
          </p:nvSpPr>
          <p:spPr>
            <a:xfrm>
              <a:off x="5561638" y="1444600"/>
              <a:ext cx="41150" cy="100600"/>
            </a:xfrm>
            <a:custGeom>
              <a:rect b="b" l="l" r="r" t="t"/>
              <a:pathLst>
                <a:path extrusionOk="0" h="4024" w="1646">
                  <a:moveTo>
                    <a:pt x="1646" y="1"/>
                  </a:moveTo>
                  <a:lnTo>
                    <a:pt x="1" y="1766"/>
                  </a:lnTo>
                  <a:lnTo>
                    <a:pt x="1" y="4024"/>
                  </a:lnTo>
                  <a:lnTo>
                    <a:pt x="1646" y="2308"/>
                  </a:lnTo>
                  <a:lnTo>
                    <a:pt x="1646"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g2114997e136_1_360"/>
            <p:cNvSpPr/>
            <p:nvPr/>
          </p:nvSpPr>
          <p:spPr>
            <a:xfrm>
              <a:off x="5692138" y="1337475"/>
              <a:ext cx="39325" cy="177175"/>
            </a:xfrm>
            <a:custGeom>
              <a:rect b="b" l="l" r="r" t="t"/>
              <a:pathLst>
                <a:path extrusionOk="0" h="7087" w="1573">
                  <a:moveTo>
                    <a:pt x="0" y="0"/>
                  </a:moveTo>
                  <a:lnTo>
                    <a:pt x="0" y="5530"/>
                  </a:lnTo>
                  <a:lnTo>
                    <a:pt x="1572" y="7087"/>
                  </a:lnTo>
                  <a:lnTo>
                    <a:pt x="1572" y="1813"/>
                  </a:lnTo>
                  <a:lnTo>
                    <a:pt x="0"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13" name="Google Shape;813;g2114997e136_1_360"/>
          <p:cNvSpPr txBox="1"/>
          <p:nvPr>
            <p:ph idx="4294967295" type="title"/>
          </p:nvPr>
        </p:nvSpPr>
        <p:spPr>
          <a:xfrm>
            <a:off x="5905527" y="4357675"/>
            <a:ext cx="1676700" cy="492600"/>
          </a:xfrm>
          <a:prstGeom prst="rect">
            <a:avLst/>
          </a:prstGeom>
          <a:noFill/>
          <a:ln>
            <a:noFill/>
          </a:ln>
        </p:spPr>
        <p:txBody>
          <a:bodyPr anchorCtr="0" anchor="ctr" bIns="91425" lIns="91425" spcFirstLastPara="1" rIns="91425" wrap="square" tIns="91425">
            <a:spAutoFit/>
          </a:bodyPr>
          <a:lstStyle/>
          <a:p>
            <a:pPr indent="0" lvl="0" marL="0" rtl="0" algn="ctr">
              <a:lnSpc>
                <a:spcPct val="100000"/>
              </a:lnSpc>
              <a:spcBef>
                <a:spcPts val="0"/>
              </a:spcBef>
              <a:spcAft>
                <a:spcPts val="0"/>
              </a:spcAft>
              <a:buSzPts val="2000"/>
              <a:buNone/>
            </a:pPr>
            <a:r>
              <a:rPr lang="en" sz="1000">
                <a:solidFill>
                  <a:schemeClr val="dk1"/>
                </a:solidFill>
              </a:rPr>
              <a:t>Apply Security</a:t>
            </a:r>
            <a:endParaRPr sz="1000">
              <a:solidFill>
                <a:schemeClr val="dk1"/>
              </a:solidFill>
            </a:endParaRPr>
          </a:p>
          <a:p>
            <a:pPr indent="0" lvl="0" marL="0" rtl="0" algn="ctr">
              <a:lnSpc>
                <a:spcPct val="100000"/>
              </a:lnSpc>
              <a:spcBef>
                <a:spcPts val="0"/>
              </a:spcBef>
              <a:spcAft>
                <a:spcPts val="0"/>
              </a:spcAft>
              <a:buSzPts val="2000"/>
              <a:buNone/>
            </a:pPr>
            <a:r>
              <a:rPr lang="en" sz="1000">
                <a:solidFill>
                  <a:schemeClr val="dk1"/>
                </a:solidFill>
              </a:rPr>
              <a:t>By Design</a:t>
            </a:r>
            <a:endParaRPr sz="1000">
              <a:solidFill>
                <a:schemeClr val="dk1"/>
              </a:solidFill>
            </a:endParaRPr>
          </a:p>
        </p:txBody>
      </p:sp>
      <p:grpSp>
        <p:nvGrpSpPr>
          <p:cNvPr id="814" name="Google Shape;814;g2114997e136_1_360"/>
          <p:cNvGrpSpPr/>
          <p:nvPr/>
        </p:nvGrpSpPr>
        <p:grpSpPr>
          <a:xfrm rot="2504737">
            <a:off x="1747291" y="3694481"/>
            <a:ext cx="646639" cy="646728"/>
            <a:chOff x="6100216" y="4192618"/>
            <a:chExt cx="328989" cy="329022"/>
          </a:xfrm>
        </p:grpSpPr>
        <p:sp>
          <p:nvSpPr>
            <p:cNvPr id="815" name="Google Shape;815;g2114997e136_1_360"/>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6" name="Google Shape;816;g2114997e136_1_360"/>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7" name="Google Shape;817;g2114997e136_1_360"/>
          <p:cNvGrpSpPr/>
          <p:nvPr/>
        </p:nvGrpSpPr>
        <p:grpSpPr>
          <a:xfrm>
            <a:off x="2417120" y="3978394"/>
            <a:ext cx="875431" cy="81134"/>
            <a:chOff x="2024860" y="2121419"/>
            <a:chExt cx="1111800" cy="115460"/>
          </a:xfrm>
        </p:grpSpPr>
        <p:cxnSp>
          <p:nvCxnSpPr>
            <p:cNvPr id="818" name="Google Shape;818;g2114997e136_1_360"/>
            <p:cNvCxnSpPr/>
            <p:nvPr/>
          </p:nvCxnSpPr>
          <p:spPr>
            <a:xfrm>
              <a:off x="2024860" y="2169500"/>
              <a:ext cx="1111800" cy="0"/>
            </a:xfrm>
            <a:prstGeom prst="straightConnector1">
              <a:avLst/>
            </a:prstGeom>
            <a:noFill/>
            <a:ln cap="flat" cmpd="sng" w="28575">
              <a:solidFill>
                <a:schemeClr val="dk1"/>
              </a:solidFill>
              <a:prstDash val="solid"/>
              <a:round/>
              <a:headEnd len="sm" w="sm" type="none"/>
              <a:tailEnd len="sm" w="sm" type="none"/>
            </a:ln>
          </p:spPr>
        </p:cxnSp>
        <p:sp>
          <p:nvSpPr>
            <p:cNvPr id="819" name="Google Shape;819;g2114997e136_1_360"/>
            <p:cNvSpPr/>
            <p:nvPr/>
          </p:nvSpPr>
          <p:spPr>
            <a:xfrm flipH="1">
              <a:off x="2211222" y="2121419"/>
              <a:ext cx="739077" cy="115460"/>
            </a:xfrm>
            <a:custGeom>
              <a:rect b="b" l="l" r="r" t="t"/>
              <a:pathLst>
                <a:path extrusionOk="0" h="2797" w="17904">
                  <a:moveTo>
                    <a:pt x="0" y="0"/>
                  </a:moveTo>
                  <a:lnTo>
                    <a:pt x="0" y="2797"/>
                  </a:lnTo>
                  <a:lnTo>
                    <a:pt x="2827" y="2797"/>
                  </a:lnTo>
                  <a:lnTo>
                    <a:pt x="2827" y="0"/>
                  </a:lnTo>
                  <a:close/>
                  <a:moveTo>
                    <a:pt x="3770" y="0"/>
                  </a:moveTo>
                  <a:lnTo>
                    <a:pt x="3770" y="2797"/>
                  </a:lnTo>
                  <a:lnTo>
                    <a:pt x="6596" y="2797"/>
                  </a:lnTo>
                  <a:lnTo>
                    <a:pt x="6596" y="0"/>
                  </a:lnTo>
                  <a:close/>
                  <a:moveTo>
                    <a:pt x="7539" y="0"/>
                  </a:moveTo>
                  <a:lnTo>
                    <a:pt x="7539" y="2797"/>
                  </a:lnTo>
                  <a:lnTo>
                    <a:pt x="10365" y="2797"/>
                  </a:lnTo>
                  <a:lnTo>
                    <a:pt x="10365" y="0"/>
                  </a:lnTo>
                  <a:close/>
                  <a:moveTo>
                    <a:pt x="11308" y="0"/>
                  </a:moveTo>
                  <a:lnTo>
                    <a:pt x="11308" y="2797"/>
                  </a:lnTo>
                  <a:lnTo>
                    <a:pt x="14134" y="2797"/>
                  </a:lnTo>
                  <a:lnTo>
                    <a:pt x="14134" y="0"/>
                  </a:lnTo>
                  <a:close/>
                  <a:moveTo>
                    <a:pt x="15077" y="0"/>
                  </a:moveTo>
                  <a:lnTo>
                    <a:pt x="15077" y="2797"/>
                  </a:lnTo>
                  <a:lnTo>
                    <a:pt x="17904" y="2797"/>
                  </a:lnTo>
                  <a:lnTo>
                    <a:pt x="17904" y="0"/>
                  </a:lnTo>
                  <a:close/>
                </a:path>
              </a:pathLst>
            </a:custGeom>
            <a:solidFill>
              <a:schemeClr val="dk1"/>
            </a:solidFill>
            <a:ln cap="flat" cmpd="sng" w="190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0" name="Google Shape;820;g2114997e136_1_360"/>
          <p:cNvGrpSpPr/>
          <p:nvPr/>
        </p:nvGrpSpPr>
        <p:grpSpPr>
          <a:xfrm rot="2504737">
            <a:off x="3315458" y="3694481"/>
            <a:ext cx="646639" cy="646728"/>
            <a:chOff x="6100216" y="4192618"/>
            <a:chExt cx="328989" cy="329022"/>
          </a:xfrm>
        </p:grpSpPr>
        <p:sp>
          <p:nvSpPr>
            <p:cNvPr id="821" name="Google Shape;821;g2114997e136_1_360"/>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g2114997e136_1_360"/>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3" name="Google Shape;823;g2114997e136_1_360"/>
          <p:cNvGrpSpPr/>
          <p:nvPr/>
        </p:nvGrpSpPr>
        <p:grpSpPr>
          <a:xfrm rot="2504737">
            <a:off x="4883622" y="3694481"/>
            <a:ext cx="646639" cy="646728"/>
            <a:chOff x="6100216" y="4192618"/>
            <a:chExt cx="328989" cy="329022"/>
          </a:xfrm>
        </p:grpSpPr>
        <p:sp>
          <p:nvSpPr>
            <p:cNvPr id="824" name="Google Shape;824;g2114997e136_1_360"/>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5" name="Google Shape;825;g2114997e136_1_360"/>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6" name="Google Shape;826;g2114997e136_1_360"/>
          <p:cNvGrpSpPr/>
          <p:nvPr/>
        </p:nvGrpSpPr>
        <p:grpSpPr>
          <a:xfrm>
            <a:off x="3985135" y="3978394"/>
            <a:ext cx="875431" cy="81134"/>
            <a:chOff x="2024860" y="2121419"/>
            <a:chExt cx="1111800" cy="115460"/>
          </a:xfrm>
        </p:grpSpPr>
        <p:cxnSp>
          <p:nvCxnSpPr>
            <p:cNvPr id="827" name="Google Shape;827;g2114997e136_1_360"/>
            <p:cNvCxnSpPr/>
            <p:nvPr/>
          </p:nvCxnSpPr>
          <p:spPr>
            <a:xfrm>
              <a:off x="2024860" y="2169500"/>
              <a:ext cx="1111800" cy="0"/>
            </a:xfrm>
            <a:prstGeom prst="straightConnector1">
              <a:avLst/>
            </a:prstGeom>
            <a:noFill/>
            <a:ln cap="flat" cmpd="sng" w="28575">
              <a:solidFill>
                <a:schemeClr val="dk1"/>
              </a:solidFill>
              <a:prstDash val="solid"/>
              <a:round/>
              <a:headEnd len="sm" w="sm" type="none"/>
              <a:tailEnd len="sm" w="sm" type="none"/>
            </a:ln>
          </p:spPr>
        </p:cxnSp>
        <p:sp>
          <p:nvSpPr>
            <p:cNvPr id="828" name="Google Shape;828;g2114997e136_1_360"/>
            <p:cNvSpPr/>
            <p:nvPr/>
          </p:nvSpPr>
          <p:spPr>
            <a:xfrm flipH="1">
              <a:off x="2211222" y="2121419"/>
              <a:ext cx="739077" cy="115460"/>
            </a:xfrm>
            <a:custGeom>
              <a:rect b="b" l="l" r="r" t="t"/>
              <a:pathLst>
                <a:path extrusionOk="0" h="2797" w="17904">
                  <a:moveTo>
                    <a:pt x="0" y="0"/>
                  </a:moveTo>
                  <a:lnTo>
                    <a:pt x="0" y="2797"/>
                  </a:lnTo>
                  <a:lnTo>
                    <a:pt x="2827" y="2797"/>
                  </a:lnTo>
                  <a:lnTo>
                    <a:pt x="2827" y="0"/>
                  </a:lnTo>
                  <a:close/>
                  <a:moveTo>
                    <a:pt x="3770" y="0"/>
                  </a:moveTo>
                  <a:lnTo>
                    <a:pt x="3770" y="2797"/>
                  </a:lnTo>
                  <a:lnTo>
                    <a:pt x="6596" y="2797"/>
                  </a:lnTo>
                  <a:lnTo>
                    <a:pt x="6596" y="0"/>
                  </a:lnTo>
                  <a:close/>
                  <a:moveTo>
                    <a:pt x="7539" y="0"/>
                  </a:moveTo>
                  <a:lnTo>
                    <a:pt x="7539" y="2797"/>
                  </a:lnTo>
                  <a:lnTo>
                    <a:pt x="10365" y="2797"/>
                  </a:lnTo>
                  <a:lnTo>
                    <a:pt x="10365" y="0"/>
                  </a:lnTo>
                  <a:close/>
                  <a:moveTo>
                    <a:pt x="11308" y="0"/>
                  </a:moveTo>
                  <a:lnTo>
                    <a:pt x="11308" y="2797"/>
                  </a:lnTo>
                  <a:lnTo>
                    <a:pt x="14134" y="2797"/>
                  </a:lnTo>
                  <a:lnTo>
                    <a:pt x="14134" y="0"/>
                  </a:lnTo>
                  <a:close/>
                  <a:moveTo>
                    <a:pt x="15077" y="0"/>
                  </a:moveTo>
                  <a:lnTo>
                    <a:pt x="15077" y="2797"/>
                  </a:lnTo>
                  <a:lnTo>
                    <a:pt x="17904" y="2797"/>
                  </a:lnTo>
                  <a:lnTo>
                    <a:pt x="17904" y="0"/>
                  </a:lnTo>
                  <a:close/>
                </a:path>
              </a:pathLst>
            </a:custGeom>
            <a:solidFill>
              <a:schemeClr val="dk1"/>
            </a:solidFill>
            <a:ln cap="flat" cmpd="sng" w="190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29" name="Google Shape;829;g2114997e136_1_360"/>
          <p:cNvGrpSpPr/>
          <p:nvPr/>
        </p:nvGrpSpPr>
        <p:grpSpPr>
          <a:xfrm flipH="1">
            <a:off x="1866238" y="3940659"/>
            <a:ext cx="408538" cy="156651"/>
            <a:chOff x="4003625" y="3839200"/>
            <a:chExt cx="323800" cy="155500"/>
          </a:xfrm>
        </p:grpSpPr>
        <p:sp>
          <p:nvSpPr>
            <p:cNvPr id="830" name="Google Shape;830;g2114997e136_1_360"/>
            <p:cNvSpPr/>
            <p:nvPr/>
          </p:nvSpPr>
          <p:spPr>
            <a:xfrm>
              <a:off x="4073750" y="3850700"/>
              <a:ext cx="105975" cy="35875"/>
            </a:xfrm>
            <a:custGeom>
              <a:rect b="b" l="l" r="r" t="t"/>
              <a:pathLst>
                <a:path extrusionOk="0" h="1435" w="4239">
                  <a:moveTo>
                    <a:pt x="2820" y="0"/>
                  </a:moveTo>
                  <a:lnTo>
                    <a:pt x="1" y="16"/>
                  </a:lnTo>
                  <a:lnTo>
                    <a:pt x="1419" y="1434"/>
                  </a:lnTo>
                  <a:lnTo>
                    <a:pt x="4238" y="1419"/>
                  </a:lnTo>
                  <a:lnTo>
                    <a:pt x="2820"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2114997e136_1_360"/>
            <p:cNvSpPr/>
            <p:nvPr/>
          </p:nvSpPr>
          <p:spPr>
            <a:xfrm>
              <a:off x="4118050" y="3895050"/>
              <a:ext cx="105950" cy="35825"/>
            </a:xfrm>
            <a:custGeom>
              <a:rect b="b" l="l" r="r" t="t"/>
              <a:pathLst>
                <a:path extrusionOk="0" h="1433" w="4238">
                  <a:moveTo>
                    <a:pt x="2819" y="0"/>
                  </a:moveTo>
                  <a:lnTo>
                    <a:pt x="1" y="14"/>
                  </a:lnTo>
                  <a:lnTo>
                    <a:pt x="1418" y="1433"/>
                  </a:lnTo>
                  <a:lnTo>
                    <a:pt x="4237" y="1416"/>
                  </a:lnTo>
                  <a:lnTo>
                    <a:pt x="2819"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2114997e136_1_360"/>
            <p:cNvSpPr/>
            <p:nvPr/>
          </p:nvSpPr>
          <p:spPr>
            <a:xfrm>
              <a:off x="4160425" y="3937400"/>
              <a:ext cx="105950" cy="35850"/>
            </a:xfrm>
            <a:custGeom>
              <a:rect b="b" l="l" r="r" t="t"/>
              <a:pathLst>
                <a:path extrusionOk="0" h="1434" w="4238">
                  <a:moveTo>
                    <a:pt x="2820" y="1"/>
                  </a:moveTo>
                  <a:lnTo>
                    <a:pt x="1" y="17"/>
                  </a:lnTo>
                  <a:lnTo>
                    <a:pt x="1419" y="1433"/>
                  </a:lnTo>
                  <a:lnTo>
                    <a:pt x="4237" y="1418"/>
                  </a:lnTo>
                  <a:lnTo>
                    <a:pt x="2820"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g2114997e136_1_360"/>
            <p:cNvSpPr/>
            <p:nvPr/>
          </p:nvSpPr>
          <p:spPr>
            <a:xfrm>
              <a:off x="4034300" y="3839200"/>
              <a:ext cx="293125" cy="155500"/>
            </a:xfrm>
            <a:custGeom>
              <a:rect b="b" l="l" r="r" t="t"/>
              <a:pathLst>
                <a:path extrusionOk="0" h="6220" w="11725">
                  <a:moveTo>
                    <a:pt x="90" y="0"/>
                  </a:moveTo>
                  <a:lnTo>
                    <a:pt x="1" y="215"/>
                  </a:lnTo>
                  <a:lnTo>
                    <a:pt x="4454" y="216"/>
                  </a:lnTo>
                  <a:lnTo>
                    <a:pt x="10397" y="6157"/>
                  </a:lnTo>
                  <a:lnTo>
                    <a:pt x="10398" y="6154"/>
                  </a:lnTo>
                  <a:lnTo>
                    <a:pt x="10463" y="6219"/>
                  </a:lnTo>
                  <a:lnTo>
                    <a:pt x="11725" y="6219"/>
                  </a:lnTo>
                  <a:lnTo>
                    <a:pt x="11004" y="5498"/>
                  </a:lnTo>
                  <a:lnTo>
                    <a:pt x="10587" y="5498"/>
                  </a:lnTo>
                  <a:lnTo>
                    <a:pt x="7934" y="2847"/>
                  </a:lnTo>
                  <a:lnTo>
                    <a:pt x="6796" y="1708"/>
                  </a:lnTo>
                  <a:lnTo>
                    <a:pt x="6796" y="551"/>
                  </a:lnTo>
                  <a:lnTo>
                    <a:pt x="6489" y="243"/>
                  </a:lnTo>
                  <a:lnTo>
                    <a:pt x="4786" y="243"/>
                  </a:lnTo>
                  <a:lnTo>
                    <a:pt x="4543"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g2114997e136_1_360"/>
            <p:cNvSpPr/>
            <p:nvPr/>
          </p:nvSpPr>
          <p:spPr>
            <a:xfrm>
              <a:off x="4003625" y="3849925"/>
              <a:ext cx="191650" cy="138675"/>
            </a:xfrm>
            <a:custGeom>
              <a:rect b="b" l="l" r="r" t="t"/>
              <a:pathLst>
                <a:path extrusionOk="0" h="5547" w="7666">
                  <a:moveTo>
                    <a:pt x="0" y="0"/>
                  </a:moveTo>
                  <a:lnTo>
                    <a:pt x="69" y="181"/>
                  </a:lnTo>
                  <a:lnTo>
                    <a:pt x="1565" y="181"/>
                  </a:lnTo>
                  <a:lnTo>
                    <a:pt x="1797" y="414"/>
                  </a:lnTo>
                  <a:lnTo>
                    <a:pt x="2169" y="414"/>
                  </a:lnTo>
                  <a:lnTo>
                    <a:pt x="7302" y="5546"/>
                  </a:lnTo>
                  <a:lnTo>
                    <a:pt x="7666" y="5546"/>
                  </a:lnTo>
                  <a:lnTo>
                    <a:pt x="2118"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35" name="Google Shape;835;g2114997e136_1_360"/>
          <p:cNvGrpSpPr/>
          <p:nvPr/>
        </p:nvGrpSpPr>
        <p:grpSpPr>
          <a:xfrm flipH="1">
            <a:off x="3394938" y="3962181"/>
            <a:ext cx="487918" cy="113360"/>
            <a:chOff x="4008575" y="2806700"/>
            <a:chExt cx="323725" cy="100675"/>
          </a:xfrm>
        </p:grpSpPr>
        <p:sp>
          <p:nvSpPr>
            <p:cNvPr id="836" name="Google Shape;836;g2114997e136_1_360"/>
            <p:cNvSpPr/>
            <p:nvPr/>
          </p:nvSpPr>
          <p:spPr>
            <a:xfrm>
              <a:off x="4019200" y="2806700"/>
              <a:ext cx="52675" cy="26925"/>
            </a:xfrm>
            <a:custGeom>
              <a:rect b="b" l="l" r="r" t="t"/>
              <a:pathLst>
                <a:path extrusionOk="0" h="1077" w="2107">
                  <a:moveTo>
                    <a:pt x="1" y="0"/>
                  </a:moveTo>
                  <a:lnTo>
                    <a:pt x="929" y="1077"/>
                  </a:lnTo>
                  <a:lnTo>
                    <a:pt x="2106" y="1077"/>
                  </a:lnTo>
                  <a:lnTo>
                    <a:pt x="1285"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g2114997e136_1_360"/>
            <p:cNvSpPr/>
            <p:nvPr/>
          </p:nvSpPr>
          <p:spPr>
            <a:xfrm>
              <a:off x="4058975" y="2806700"/>
              <a:ext cx="61075" cy="26925"/>
            </a:xfrm>
            <a:custGeom>
              <a:rect b="b" l="l" r="r" t="t"/>
              <a:pathLst>
                <a:path extrusionOk="0" h="1077" w="2443">
                  <a:moveTo>
                    <a:pt x="0" y="0"/>
                  </a:moveTo>
                  <a:lnTo>
                    <a:pt x="822" y="1077"/>
                  </a:lnTo>
                  <a:lnTo>
                    <a:pt x="2443" y="1077"/>
                  </a:lnTo>
                  <a:lnTo>
                    <a:pt x="1623"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g2114997e136_1_360"/>
            <p:cNvSpPr/>
            <p:nvPr/>
          </p:nvSpPr>
          <p:spPr>
            <a:xfrm>
              <a:off x="4008575" y="2839275"/>
              <a:ext cx="323575" cy="45550"/>
            </a:xfrm>
            <a:custGeom>
              <a:rect b="b" l="l" r="r" t="t"/>
              <a:pathLst>
                <a:path extrusionOk="0" h="1822" w="12943">
                  <a:moveTo>
                    <a:pt x="11196" y="1"/>
                  </a:moveTo>
                  <a:cubicBezTo>
                    <a:pt x="11192" y="1"/>
                    <a:pt x="11187" y="1"/>
                    <a:pt x="11183" y="1"/>
                  </a:cubicBezTo>
                  <a:lnTo>
                    <a:pt x="1203" y="1"/>
                  </a:lnTo>
                  <a:lnTo>
                    <a:pt x="585" y="828"/>
                  </a:lnTo>
                  <a:lnTo>
                    <a:pt x="286" y="828"/>
                  </a:lnTo>
                  <a:cubicBezTo>
                    <a:pt x="180" y="832"/>
                    <a:pt x="180" y="989"/>
                    <a:pt x="286" y="995"/>
                  </a:cubicBezTo>
                  <a:lnTo>
                    <a:pt x="463" y="995"/>
                  </a:lnTo>
                  <a:lnTo>
                    <a:pt x="110" y="1469"/>
                  </a:lnTo>
                  <a:cubicBezTo>
                    <a:pt x="0" y="1614"/>
                    <a:pt x="103" y="1821"/>
                    <a:pt x="284" y="1821"/>
                  </a:cubicBezTo>
                  <a:cubicBezTo>
                    <a:pt x="285" y="1821"/>
                    <a:pt x="286" y="1821"/>
                    <a:pt x="286" y="1821"/>
                  </a:cubicBezTo>
                  <a:lnTo>
                    <a:pt x="285" y="1821"/>
                  </a:lnTo>
                  <a:cubicBezTo>
                    <a:pt x="354" y="1821"/>
                    <a:pt x="420" y="1789"/>
                    <a:pt x="461" y="1734"/>
                  </a:cubicBezTo>
                  <a:lnTo>
                    <a:pt x="1013" y="995"/>
                  </a:lnTo>
                  <a:lnTo>
                    <a:pt x="3224" y="995"/>
                  </a:lnTo>
                  <a:lnTo>
                    <a:pt x="4758" y="1541"/>
                  </a:lnTo>
                  <a:cubicBezTo>
                    <a:pt x="4765" y="1543"/>
                    <a:pt x="4773" y="1545"/>
                    <a:pt x="4781" y="1545"/>
                  </a:cubicBezTo>
                  <a:cubicBezTo>
                    <a:pt x="4783" y="1545"/>
                    <a:pt x="4785" y="1545"/>
                    <a:pt x="4786" y="1545"/>
                  </a:cubicBezTo>
                  <a:lnTo>
                    <a:pt x="6394" y="1545"/>
                  </a:lnTo>
                  <a:cubicBezTo>
                    <a:pt x="6406" y="1545"/>
                    <a:pt x="6419" y="1542"/>
                    <a:pt x="6430" y="1536"/>
                  </a:cubicBezTo>
                  <a:lnTo>
                    <a:pt x="7554" y="995"/>
                  </a:lnTo>
                  <a:lnTo>
                    <a:pt x="9685" y="995"/>
                  </a:lnTo>
                  <a:lnTo>
                    <a:pt x="11113" y="1757"/>
                  </a:lnTo>
                  <a:cubicBezTo>
                    <a:pt x="11125" y="1762"/>
                    <a:pt x="11139" y="1765"/>
                    <a:pt x="11152" y="1766"/>
                  </a:cubicBezTo>
                  <a:lnTo>
                    <a:pt x="12855" y="1766"/>
                  </a:lnTo>
                  <a:cubicBezTo>
                    <a:pt x="12856" y="1766"/>
                    <a:pt x="12857" y="1766"/>
                    <a:pt x="12858" y="1766"/>
                  </a:cubicBezTo>
                  <a:cubicBezTo>
                    <a:pt x="12905" y="1766"/>
                    <a:pt x="12943" y="1730"/>
                    <a:pt x="12943" y="1683"/>
                  </a:cubicBezTo>
                  <a:cubicBezTo>
                    <a:pt x="12943" y="1636"/>
                    <a:pt x="12905" y="1600"/>
                    <a:pt x="12858" y="1600"/>
                  </a:cubicBezTo>
                  <a:cubicBezTo>
                    <a:pt x="12857" y="1600"/>
                    <a:pt x="12856" y="1600"/>
                    <a:pt x="12855" y="1600"/>
                  </a:cubicBezTo>
                  <a:lnTo>
                    <a:pt x="11173" y="1600"/>
                  </a:lnTo>
                  <a:lnTo>
                    <a:pt x="9744" y="838"/>
                  </a:lnTo>
                  <a:cubicBezTo>
                    <a:pt x="9731" y="832"/>
                    <a:pt x="9718" y="828"/>
                    <a:pt x="9704" y="828"/>
                  </a:cubicBezTo>
                  <a:lnTo>
                    <a:pt x="7535" y="828"/>
                  </a:lnTo>
                  <a:cubicBezTo>
                    <a:pt x="7521" y="828"/>
                    <a:pt x="7510" y="831"/>
                    <a:pt x="7499" y="836"/>
                  </a:cubicBezTo>
                  <a:lnTo>
                    <a:pt x="6375" y="1380"/>
                  </a:lnTo>
                  <a:lnTo>
                    <a:pt x="4800" y="1380"/>
                  </a:lnTo>
                  <a:lnTo>
                    <a:pt x="3265" y="832"/>
                  </a:lnTo>
                  <a:cubicBezTo>
                    <a:pt x="3257" y="829"/>
                    <a:pt x="3248" y="828"/>
                    <a:pt x="3238" y="827"/>
                  </a:cubicBezTo>
                  <a:lnTo>
                    <a:pt x="1136" y="827"/>
                  </a:lnTo>
                  <a:lnTo>
                    <a:pt x="1424" y="441"/>
                  </a:lnTo>
                  <a:lnTo>
                    <a:pt x="11183" y="441"/>
                  </a:lnTo>
                  <a:cubicBezTo>
                    <a:pt x="11187" y="442"/>
                    <a:pt x="11192" y="442"/>
                    <a:pt x="11196" y="442"/>
                  </a:cubicBezTo>
                  <a:cubicBezTo>
                    <a:pt x="11317" y="442"/>
                    <a:pt x="11416" y="344"/>
                    <a:pt x="11416" y="221"/>
                  </a:cubicBezTo>
                  <a:cubicBezTo>
                    <a:pt x="11416" y="98"/>
                    <a:pt x="11317" y="1"/>
                    <a:pt x="11196"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g2114997e136_1_360"/>
            <p:cNvSpPr/>
            <p:nvPr/>
          </p:nvSpPr>
          <p:spPr>
            <a:xfrm>
              <a:off x="4107225" y="2806725"/>
              <a:ext cx="115250" cy="26900"/>
            </a:xfrm>
            <a:custGeom>
              <a:rect b="b" l="l" r="r" t="t"/>
              <a:pathLst>
                <a:path extrusionOk="0" h="1076" w="4610">
                  <a:moveTo>
                    <a:pt x="1" y="1"/>
                  </a:moveTo>
                  <a:lnTo>
                    <a:pt x="822" y="1076"/>
                  </a:lnTo>
                  <a:lnTo>
                    <a:pt x="1058" y="1076"/>
                  </a:lnTo>
                  <a:lnTo>
                    <a:pt x="667" y="600"/>
                  </a:lnTo>
                  <a:cubicBezTo>
                    <a:pt x="626" y="551"/>
                    <a:pt x="639" y="483"/>
                    <a:pt x="696" y="448"/>
                  </a:cubicBezTo>
                  <a:cubicBezTo>
                    <a:pt x="720" y="434"/>
                    <a:pt x="745" y="427"/>
                    <a:pt x="771" y="427"/>
                  </a:cubicBezTo>
                  <a:cubicBezTo>
                    <a:pt x="810" y="427"/>
                    <a:pt x="848" y="443"/>
                    <a:pt x="876" y="473"/>
                  </a:cubicBezTo>
                  <a:lnTo>
                    <a:pt x="1372" y="1076"/>
                  </a:lnTo>
                  <a:lnTo>
                    <a:pt x="1652" y="1076"/>
                  </a:lnTo>
                  <a:lnTo>
                    <a:pt x="1261" y="600"/>
                  </a:lnTo>
                  <a:cubicBezTo>
                    <a:pt x="1220" y="551"/>
                    <a:pt x="1234" y="483"/>
                    <a:pt x="1292" y="448"/>
                  </a:cubicBezTo>
                  <a:cubicBezTo>
                    <a:pt x="1315" y="434"/>
                    <a:pt x="1341" y="427"/>
                    <a:pt x="1367" y="427"/>
                  </a:cubicBezTo>
                  <a:cubicBezTo>
                    <a:pt x="1407" y="427"/>
                    <a:pt x="1446" y="443"/>
                    <a:pt x="1471" y="473"/>
                  </a:cubicBezTo>
                  <a:lnTo>
                    <a:pt x="1968" y="1076"/>
                  </a:lnTo>
                  <a:lnTo>
                    <a:pt x="2247" y="1076"/>
                  </a:lnTo>
                  <a:lnTo>
                    <a:pt x="1858" y="600"/>
                  </a:lnTo>
                  <a:cubicBezTo>
                    <a:pt x="1815" y="551"/>
                    <a:pt x="1830" y="483"/>
                    <a:pt x="1887" y="448"/>
                  </a:cubicBezTo>
                  <a:cubicBezTo>
                    <a:pt x="1910" y="434"/>
                    <a:pt x="1936" y="427"/>
                    <a:pt x="1961" y="427"/>
                  </a:cubicBezTo>
                  <a:cubicBezTo>
                    <a:pt x="2000" y="427"/>
                    <a:pt x="2038" y="443"/>
                    <a:pt x="2067" y="473"/>
                  </a:cubicBezTo>
                  <a:lnTo>
                    <a:pt x="2563" y="1076"/>
                  </a:lnTo>
                  <a:lnTo>
                    <a:pt x="2843" y="1076"/>
                  </a:lnTo>
                  <a:lnTo>
                    <a:pt x="2452" y="600"/>
                  </a:lnTo>
                  <a:cubicBezTo>
                    <a:pt x="2411" y="551"/>
                    <a:pt x="2425" y="483"/>
                    <a:pt x="2483" y="448"/>
                  </a:cubicBezTo>
                  <a:cubicBezTo>
                    <a:pt x="2506" y="434"/>
                    <a:pt x="2531" y="427"/>
                    <a:pt x="2556" y="427"/>
                  </a:cubicBezTo>
                  <a:cubicBezTo>
                    <a:pt x="2595" y="427"/>
                    <a:pt x="2634" y="443"/>
                    <a:pt x="2662" y="473"/>
                  </a:cubicBezTo>
                  <a:lnTo>
                    <a:pt x="3158" y="1076"/>
                  </a:lnTo>
                  <a:lnTo>
                    <a:pt x="3438" y="1076"/>
                  </a:lnTo>
                  <a:lnTo>
                    <a:pt x="3046" y="600"/>
                  </a:lnTo>
                  <a:cubicBezTo>
                    <a:pt x="3007" y="551"/>
                    <a:pt x="3019" y="483"/>
                    <a:pt x="3077" y="448"/>
                  </a:cubicBezTo>
                  <a:cubicBezTo>
                    <a:pt x="3100" y="434"/>
                    <a:pt x="3125" y="427"/>
                    <a:pt x="3150" y="427"/>
                  </a:cubicBezTo>
                  <a:cubicBezTo>
                    <a:pt x="3189" y="427"/>
                    <a:pt x="3228" y="443"/>
                    <a:pt x="3256" y="473"/>
                  </a:cubicBezTo>
                  <a:lnTo>
                    <a:pt x="3753" y="1076"/>
                  </a:lnTo>
                  <a:lnTo>
                    <a:pt x="4032" y="1076"/>
                  </a:lnTo>
                  <a:lnTo>
                    <a:pt x="3642" y="600"/>
                  </a:lnTo>
                  <a:cubicBezTo>
                    <a:pt x="3599" y="551"/>
                    <a:pt x="3613" y="483"/>
                    <a:pt x="3671" y="448"/>
                  </a:cubicBezTo>
                  <a:lnTo>
                    <a:pt x="3670" y="448"/>
                  </a:lnTo>
                  <a:cubicBezTo>
                    <a:pt x="3693" y="434"/>
                    <a:pt x="3718" y="427"/>
                    <a:pt x="3744" y="427"/>
                  </a:cubicBezTo>
                  <a:cubicBezTo>
                    <a:pt x="3783" y="427"/>
                    <a:pt x="3821" y="443"/>
                    <a:pt x="3849" y="473"/>
                  </a:cubicBezTo>
                  <a:lnTo>
                    <a:pt x="4347" y="1076"/>
                  </a:lnTo>
                  <a:lnTo>
                    <a:pt x="4610" y="1076"/>
                  </a:lnTo>
                  <a:lnTo>
                    <a:pt x="3681"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g2114997e136_1_360"/>
            <p:cNvSpPr/>
            <p:nvPr/>
          </p:nvSpPr>
          <p:spPr>
            <a:xfrm>
              <a:off x="4167950" y="2890750"/>
              <a:ext cx="27350" cy="16625"/>
            </a:xfrm>
            <a:custGeom>
              <a:rect b="b" l="l" r="r" t="t"/>
              <a:pathLst>
                <a:path extrusionOk="0" h="665" w="1094">
                  <a:moveTo>
                    <a:pt x="494" y="1"/>
                  </a:moveTo>
                  <a:lnTo>
                    <a:pt x="0" y="297"/>
                  </a:lnTo>
                  <a:lnTo>
                    <a:pt x="0" y="366"/>
                  </a:lnTo>
                  <a:lnTo>
                    <a:pt x="494" y="664"/>
                  </a:lnTo>
                  <a:lnTo>
                    <a:pt x="1094" y="664"/>
                  </a:lnTo>
                  <a:lnTo>
                    <a:pt x="762" y="333"/>
                  </a:lnTo>
                  <a:lnTo>
                    <a:pt x="1094"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g2114997e136_1_360"/>
            <p:cNvSpPr/>
            <p:nvPr/>
          </p:nvSpPr>
          <p:spPr>
            <a:xfrm>
              <a:off x="4207175" y="2890750"/>
              <a:ext cx="27375" cy="16625"/>
            </a:xfrm>
            <a:custGeom>
              <a:rect b="b" l="l" r="r" t="t"/>
              <a:pathLst>
                <a:path extrusionOk="0" h="665" w="1095">
                  <a:moveTo>
                    <a:pt x="494" y="1"/>
                  </a:moveTo>
                  <a:lnTo>
                    <a:pt x="1" y="297"/>
                  </a:lnTo>
                  <a:lnTo>
                    <a:pt x="1" y="366"/>
                  </a:lnTo>
                  <a:lnTo>
                    <a:pt x="494" y="664"/>
                  </a:lnTo>
                  <a:lnTo>
                    <a:pt x="1094" y="664"/>
                  </a:lnTo>
                  <a:lnTo>
                    <a:pt x="763" y="333"/>
                  </a:lnTo>
                  <a:lnTo>
                    <a:pt x="1094"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g2114997e136_1_360"/>
            <p:cNvSpPr/>
            <p:nvPr/>
          </p:nvSpPr>
          <p:spPr>
            <a:xfrm>
              <a:off x="4252875" y="2890750"/>
              <a:ext cx="27350" cy="16625"/>
            </a:xfrm>
            <a:custGeom>
              <a:rect b="b" l="l" r="r" t="t"/>
              <a:pathLst>
                <a:path extrusionOk="0" h="665" w="1094">
                  <a:moveTo>
                    <a:pt x="494" y="1"/>
                  </a:moveTo>
                  <a:lnTo>
                    <a:pt x="0" y="297"/>
                  </a:lnTo>
                  <a:lnTo>
                    <a:pt x="0" y="366"/>
                  </a:lnTo>
                  <a:lnTo>
                    <a:pt x="494" y="664"/>
                  </a:lnTo>
                  <a:lnTo>
                    <a:pt x="1094" y="664"/>
                  </a:lnTo>
                  <a:lnTo>
                    <a:pt x="762" y="333"/>
                  </a:lnTo>
                  <a:lnTo>
                    <a:pt x="1094"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g2114997e136_1_360"/>
            <p:cNvSpPr/>
            <p:nvPr/>
          </p:nvSpPr>
          <p:spPr>
            <a:xfrm>
              <a:off x="4304925" y="2890750"/>
              <a:ext cx="27375" cy="16625"/>
            </a:xfrm>
            <a:custGeom>
              <a:rect b="b" l="l" r="r" t="t"/>
              <a:pathLst>
                <a:path extrusionOk="0" h="665" w="1095">
                  <a:moveTo>
                    <a:pt x="495" y="1"/>
                  </a:moveTo>
                  <a:lnTo>
                    <a:pt x="1" y="297"/>
                  </a:lnTo>
                  <a:lnTo>
                    <a:pt x="1" y="366"/>
                  </a:lnTo>
                  <a:lnTo>
                    <a:pt x="495" y="664"/>
                  </a:lnTo>
                  <a:lnTo>
                    <a:pt x="1095" y="664"/>
                  </a:lnTo>
                  <a:lnTo>
                    <a:pt x="763" y="333"/>
                  </a:lnTo>
                  <a:lnTo>
                    <a:pt x="1095"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4" name="Google Shape;844;g2114997e136_1_360"/>
          <p:cNvSpPr txBox="1"/>
          <p:nvPr/>
        </p:nvSpPr>
        <p:spPr>
          <a:xfrm>
            <a:off x="931457" y="4357674"/>
            <a:ext cx="23229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 sz="1000" u="none" cap="none" strike="noStrike">
                <a:solidFill>
                  <a:schemeClr val="dk1"/>
                </a:solidFill>
                <a:latin typeface="Montserrat"/>
                <a:ea typeface="Montserrat"/>
                <a:cs typeface="Montserrat"/>
                <a:sym typeface="Montserrat"/>
              </a:rPr>
              <a:t>Maintain </a:t>
            </a:r>
            <a:endParaRPr b="1" i="0" sz="10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900"/>
              <a:buFont typeface="Arial"/>
              <a:buNone/>
            </a:pPr>
            <a:r>
              <a:rPr b="1" lang="en" sz="1000">
                <a:solidFill>
                  <a:schemeClr val="dk1"/>
                </a:solidFill>
                <a:latin typeface="Source Sans Pro"/>
                <a:ea typeface="Source Sans Pro"/>
                <a:cs typeface="Source Sans Pro"/>
                <a:sym typeface="Source Sans Pro"/>
              </a:rPr>
              <a:t>Content Based Addressing</a:t>
            </a:r>
            <a:endParaRPr b="1" i="0" sz="1000" u="none" cap="none" strike="noStrike">
              <a:solidFill>
                <a:schemeClr val="dk1"/>
              </a:solidFill>
              <a:latin typeface="Source Sans Pro"/>
              <a:ea typeface="Source Sans Pro"/>
              <a:cs typeface="Source Sans Pro"/>
              <a:sym typeface="Source Sans Pro"/>
            </a:endParaRPr>
          </a:p>
        </p:txBody>
      </p:sp>
      <p:sp>
        <p:nvSpPr>
          <p:cNvPr id="845" name="Google Shape;845;g2114997e136_1_360"/>
          <p:cNvSpPr txBox="1"/>
          <p:nvPr/>
        </p:nvSpPr>
        <p:spPr>
          <a:xfrm>
            <a:off x="3897506" y="4343361"/>
            <a:ext cx="2565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 sz="1000" u="none" cap="none" strike="noStrike">
                <a:solidFill>
                  <a:schemeClr val="dk1"/>
                </a:solidFill>
                <a:latin typeface="Montserrat"/>
                <a:ea typeface="Montserrat"/>
                <a:cs typeface="Montserrat"/>
                <a:sym typeface="Montserrat"/>
              </a:rPr>
              <a:t>Maintain</a:t>
            </a:r>
            <a:endParaRPr b="1" i="0" sz="10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900"/>
              <a:buFont typeface="Arial"/>
              <a:buNone/>
            </a:pPr>
            <a:r>
              <a:rPr b="1" i="0" lang="en" sz="1000" u="none" cap="none" strike="noStrike">
                <a:solidFill>
                  <a:schemeClr val="dk1"/>
                </a:solidFill>
                <a:latin typeface="Montserrat"/>
                <a:ea typeface="Montserrat"/>
                <a:cs typeface="Montserrat"/>
                <a:sym typeface="Montserrat"/>
              </a:rPr>
              <a:t>Multi</a:t>
            </a:r>
            <a:r>
              <a:rPr b="1" lang="en" sz="1000">
                <a:solidFill>
                  <a:schemeClr val="dk1"/>
                </a:solidFill>
                <a:latin typeface="Montserrat"/>
                <a:ea typeface="Montserrat"/>
                <a:cs typeface="Montserrat"/>
                <a:sym typeface="Montserrat"/>
              </a:rPr>
              <a:t>c</a:t>
            </a:r>
            <a:r>
              <a:rPr b="1" i="0" lang="en" sz="1000" u="none" cap="none" strike="noStrike">
                <a:solidFill>
                  <a:schemeClr val="dk1"/>
                </a:solidFill>
                <a:latin typeface="Montserrat"/>
                <a:ea typeface="Montserrat"/>
                <a:cs typeface="Montserrat"/>
                <a:sym typeface="Montserrat"/>
              </a:rPr>
              <a:t>a</a:t>
            </a:r>
            <a:r>
              <a:rPr b="1" lang="en" sz="1000">
                <a:solidFill>
                  <a:schemeClr val="dk1"/>
                </a:solidFill>
                <a:latin typeface="Montserrat"/>
                <a:ea typeface="Montserrat"/>
                <a:cs typeface="Montserrat"/>
                <a:sym typeface="Montserrat"/>
              </a:rPr>
              <a:t>st</a:t>
            </a:r>
            <a:r>
              <a:rPr b="1" i="0" lang="en" sz="1000" u="none" cap="none" strike="noStrike">
                <a:solidFill>
                  <a:schemeClr val="dk1"/>
                </a:solidFill>
                <a:latin typeface="Montserrat"/>
                <a:ea typeface="Montserrat"/>
                <a:cs typeface="Montserrat"/>
                <a:sym typeface="Montserrat"/>
              </a:rPr>
              <a:t> </a:t>
            </a:r>
            <a:endParaRPr b="1" i="0" sz="1000" u="none" cap="none" strike="noStrike">
              <a:solidFill>
                <a:schemeClr val="dk1"/>
              </a:solidFill>
              <a:latin typeface="Montserrat"/>
              <a:ea typeface="Montserrat"/>
              <a:cs typeface="Montserrat"/>
              <a:sym typeface="Montserrat"/>
            </a:endParaRPr>
          </a:p>
        </p:txBody>
      </p:sp>
      <p:grpSp>
        <p:nvGrpSpPr>
          <p:cNvPr id="846" name="Google Shape;846;g2114997e136_1_360"/>
          <p:cNvGrpSpPr/>
          <p:nvPr/>
        </p:nvGrpSpPr>
        <p:grpSpPr>
          <a:xfrm flipH="1">
            <a:off x="6653467" y="3858086"/>
            <a:ext cx="227078" cy="295912"/>
            <a:chOff x="5545738" y="1280900"/>
            <a:chExt cx="198825" cy="318425"/>
          </a:xfrm>
        </p:grpSpPr>
        <p:sp>
          <p:nvSpPr>
            <p:cNvPr id="847" name="Google Shape;847;g2114997e136_1_360"/>
            <p:cNvSpPr/>
            <p:nvPr/>
          </p:nvSpPr>
          <p:spPr>
            <a:xfrm>
              <a:off x="5584713" y="1280900"/>
              <a:ext cx="128825" cy="275325"/>
            </a:xfrm>
            <a:custGeom>
              <a:rect b="b" l="l" r="r" t="t"/>
              <a:pathLst>
                <a:path extrusionOk="0" h="11013" w="5153">
                  <a:moveTo>
                    <a:pt x="158" y="1"/>
                  </a:moveTo>
                  <a:cubicBezTo>
                    <a:pt x="73" y="1"/>
                    <a:pt x="0" y="110"/>
                    <a:pt x="79" y="189"/>
                  </a:cubicBezTo>
                  <a:lnTo>
                    <a:pt x="3198" y="3306"/>
                  </a:lnTo>
                  <a:lnTo>
                    <a:pt x="3198" y="9178"/>
                  </a:lnTo>
                  <a:cubicBezTo>
                    <a:pt x="3198" y="9206"/>
                    <a:pt x="3209" y="9234"/>
                    <a:pt x="3231" y="9255"/>
                  </a:cubicBezTo>
                  <a:lnTo>
                    <a:pt x="4955" y="10980"/>
                  </a:lnTo>
                  <a:cubicBezTo>
                    <a:pt x="4976" y="11001"/>
                    <a:pt x="5004" y="11012"/>
                    <a:pt x="5033" y="11012"/>
                  </a:cubicBezTo>
                  <a:cubicBezTo>
                    <a:pt x="5062" y="11012"/>
                    <a:pt x="5089" y="11001"/>
                    <a:pt x="5110" y="10980"/>
                  </a:cubicBezTo>
                  <a:cubicBezTo>
                    <a:pt x="5153" y="10937"/>
                    <a:pt x="5153" y="10868"/>
                    <a:pt x="5110" y="10824"/>
                  </a:cubicBezTo>
                  <a:lnTo>
                    <a:pt x="3417" y="9131"/>
                  </a:lnTo>
                  <a:lnTo>
                    <a:pt x="3415" y="3261"/>
                  </a:lnTo>
                  <a:cubicBezTo>
                    <a:pt x="3415" y="3232"/>
                    <a:pt x="3404" y="3204"/>
                    <a:pt x="3384" y="3184"/>
                  </a:cubicBezTo>
                  <a:lnTo>
                    <a:pt x="235" y="35"/>
                  </a:lnTo>
                  <a:cubicBezTo>
                    <a:pt x="211" y="11"/>
                    <a:pt x="184" y="1"/>
                    <a:pt x="158"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g2114997e136_1_360"/>
            <p:cNvSpPr/>
            <p:nvPr/>
          </p:nvSpPr>
          <p:spPr>
            <a:xfrm>
              <a:off x="5597313" y="1372000"/>
              <a:ext cx="60475" cy="207500"/>
            </a:xfrm>
            <a:custGeom>
              <a:rect b="b" l="l" r="r" t="t"/>
              <a:pathLst>
                <a:path extrusionOk="0" h="8300" w="2419">
                  <a:moveTo>
                    <a:pt x="2310" y="1"/>
                  </a:moveTo>
                  <a:cubicBezTo>
                    <a:pt x="2250" y="1"/>
                    <a:pt x="2200" y="50"/>
                    <a:pt x="2200" y="111"/>
                  </a:cubicBezTo>
                  <a:lnTo>
                    <a:pt x="2202" y="5981"/>
                  </a:lnTo>
                  <a:lnTo>
                    <a:pt x="69" y="8112"/>
                  </a:lnTo>
                  <a:cubicBezTo>
                    <a:pt x="0" y="8181"/>
                    <a:pt x="50" y="8300"/>
                    <a:pt x="147" y="8300"/>
                  </a:cubicBezTo>
                  <a:cubicBezTo>
                    <a:pt x="175" y="8300"/>
                    <a:pt x="203" y="8288"/>
                    <a:pt x="223" y="8267"/>
                  </a:cubicBezTo>
                  <a:lnTo>
                    <a:pt x="2388" y="6104"/>
                  </a:lnTo>
                  <a:cubicBezTo>
                    <a:pt x="2408" y="6083"/>
                    <a:pt x="2419" y="6056"/>
                    <a:pt x="2419" y="6026"/>
                  </a:cubicBezTo>
                  <a:lnTo>
                    <a:pt x="2419" y="111"/>
                  </a:lnTo>
                  <a:cubicBezTo>
                    <a:pt x="2419" y="50"/>
                    <a:pt x="2370" y="1"/>
                    <a:pt x="2310"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g2114997e136_1_360"/>
            <p:cNvSpPr/>
            <p:nvPr/>
          </p:nvSpPr>
          <p:spPr>
            <a:xfrm>
              <a:off x="5555563" y="1370800"/>
              <a:ext cx="91725" cy="228525"/>
            </a:xfrm>
            <a:custGeom>
              <a:rect b="b" l="l" r="r" t="t"/>
              <a:pathLst>
                <a:path extrusionOk="0" h="9141" w="3669">
                  <a:moveTo>
                    <a:pt x="3150" y="215"/>
                  </a:moveTo>
                  <a:cubicBezTo>
                    <a:pt x="3217" y="215"/>
                    <a:pt x="3280" y="243"/>
                    <a:pt x="3327" y="290"/>
                  </a:cubicBezTo>
                  <a:cubicBezTo>
                    <a:pt x="3429" y="391"/>
                    <a:pt x="3429" y="555"/>
                    <a:pt x="3327" y="657"/>
                  </a:cubicBezTo>
                  <a:cubicBezTo>
                    <a:pt x="3276" y="705"/>
                    <a:pt x="3210" y="730"/>
                    <a:pt x="3144" y="730"/>
                  </a:cubicBezTo>
                  <a:cubicBezTo>
                    <a:pt x="3078" y="730"/>
                    <a:pt x="3012" y="705"/>
                    <a:pt x="2961" y="657"/>
                  </a:cubicBezTo>
                  <a:cubicBezTo>
                    <a:pt x="2861" y="555"/>
                    <a:pt x="2861" y="391"/>
                    <a:pt x="2961" y="290"/>
                  </a:cubicBezTo>
                  <a:cubicBezTo>
                    <a:pt x="3008" y="243"/>
                    <a:pt x="3073" y="215"/>
                    <a:pt x="3140" y="215"/>
                  </a:cubicBezTo>
                  <a:cubicBezTo>
                    <a:pt x="3142" y="215"/>
                    <a:pt x="3143" y="215"/>
                    <a:pt x="3145" y="215"/>
                  </a:cubicBezTo>
                  <a:cubicBezTo>
                    <a:pt x="3147" y="215"/>
                    <a:pt x="3148" y="215"/>
                    <a:pt x="3150" y="215"/>
                  </a:cubicBezTo>
                  <a:close/>
                  <a:moveTo>
                    <a:pt x="3145" y="1"/>
                  </a:moveTo>
                  <a:cubicBezTo>
                    <a:pt x="3021" y="1"/>
                    <a:pt x="2897" y="46"/>
                    <a:pt x="2806" y="136"/>
                  </a:cubicBezTo>
                  <a:cubicBezTo>
                    <a:pt x="2506" y="436"/>
                    <a:pt x="2720" y="950"/>
                    <a:pt x="3143" y="950"/>
                  </a:cubicBezTo>
                  <a:cubicBezTo>
                    <a:pt x="3144" y="950"/>
                    <a:pt x="3144" y="950"/>
                    <a:pt x="3145" y="950"/>
                  </a:cubicBezTo>
                  <a:cubicBezTo>
                    <a:pt x="3196" y="950"/>
                    <a:pt x="3247" y="942"/>
                    <a:pt x="3296" y="923"/>
                  </a:cubicBezTo>
                  <a:lnTo>
                    <a:pt x="3296" y="5728"/>
                  </a:lnTo>
                  <a:lnTo>
                    <a:pt x="69" y="8956"/>
                  </a:lnTo>
                  <a:cubicBezTo>
                    <a:pt x="1" y="9025"/>
                    <a:pt x="49" y="9141"/>
                    <a:pt x="146" y="9141"/>
                  </a:cubicBezTo>
                  <a:cubicBezTo>
                    <a:pt x="174" y="9141"/>
                    <a:pt x="203" y="9129"/>
                    <a:pt x="224" y="9108"/>
                  </a:cubicBezTo>
                  <a:lnTo>
                    <a:pt x="3482" y="5850"/>
                  </a:lnTo>
                  <a:cubicBezTo>
                    <a:pt x="3503" y="5830"/>
                    <a:pt x="3515" y="5802"/>
                    <a:pt x="3515" y="5772"/>
                  </a:cubicBezTo>
                  <a:lnTo>
                    <a:pt x="3515" y="771"/>
                  </a:lnTo>
                  <a:cubicBezTo>
                    <a:pt x="3668" y="583"/>
                    <a:pt x="3654" y="308"/>
                    <a:pt x="3482" y="136"/>
                  </a:cubicBezTo>
                  <a:cubicBezTo>
                    <a:pt x="3392" y="46"/>
                    <a:pt x="3268" y="1"/>
                    <a:pt x="3145"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g2114997e136_1_360"/>
            <p:cNvSpPr/>
            <p:nvPr/>
          </p:nvSpPr>
          <p:spPr>
            <a:xfrm>
              <a:off x="5621688" y="1280900"/>
              <a:ext cx="122875" cy="267025"/>
            </a:xfrm>
            <a:custGeom>
              <a:rect b="b" l="l" r="r" t="t"/>
              <a:pathLst>
                <a:path extrusionOk="0" h="10681" w="4915">
                  <a:moveTo>
                    <a:pt x="4390" y="9945"/>
                  </a:moveTo>
                  <a:cubicBezTo>
                    <a:pt x="4456" y="9945"/>
                    <a:pt x="4522" y="9970"/>
                    <a:pt x="4573" y="10020"/>
                  </a:cubicBezTo>
                  <a:cubicBezTo>
                    <a:pt x="4674" y="10122"/>
                    <a:pt x="4674" y="10285"/>
                    <a:pt x="4573" y="10386"/>
                  </a:cubicBezTo>
                  <a:cubicBezTo>
                    <a:pt x="4521" y="10435"/>
                    <a:pt x="4455" y="10460"/>
                    <a:pt x="4389" y="10460"/>
                  </a:cubicBezTo>
                  <a:cubicBezTo>
                    <a:pt x="4323" y="10460"/>
                    <a:pt x="4258" y="10435"/>
                    <a:pt x="4207" y="10386"/>
                  </a:cubicBezTo>
                  <a:cubicBezTo>
                    <a:pt x="4105" y="10284"/>
                    <a:pt x="4107" y="10122"/>
                    <a:pt x="4208" y="10020"/>
                  </a:cubicBezTo>
                  <a:cubicBezTo>
                    <a:pt x="4259" y="9970"/>
                    <a:pt x="4325" y="9945"/>
                    <a:pt x="4390" y="9945"/>
                  </a:cubicBezTo>
                  <a:close/>
                  <a:moveTo>
                    <a:pt x="120" y="1"/>
                  </a:moveTo>
                  <a:cubicBezTo>
                    <a:pt x="92" y="1"/>
                    <a:pt x="64" y="12"/>
                    <a:pt x="43" y="33"/>
                  </a:cubicBezTo>
                  <a:cubicBezTo>
                    <a:pt x="0" y="79"/>
                    <a:pt x="3" y="149"/>
                    <a:pt x="48" y="190"/>
                  </a:cubicBezTo>
                  <a:lnTo>
                    <a:pt x="2270" y="2321"/>
                  </a:lnTo>
                  <a:lnTo>
                    <a:pt x="2270" y="8191"/>
                  </a:lnTo>
                  <a:cubicBezTo>
                    <a:pt x="2270" y="8219"/>
                    <a:pt x="2281" y="8248"/>
                    <a:pt x="2301" y="8267"/>
                  </a:cubicBezTo>
                  <a:lnTo>
                    <a:pt x="3987" y="9954"/>
                  </a:lnTo>
                  <a:cubicBezTo>
                    <a:pt x="3870" y="10141"/>
                    <a:pt x="3898" y="10384"/>
                    <a:pt x="4053" y="10541"/>
                  </a:cubicBezTo>
                  <a:cubicBezTo>
                    <a:pt x="4146" y="10634"/>
                    <a:pt x="4268" y="10681"/>
                    <a:pt x="4390" y="10681"/>
                  </a:cubicBezTo>
                  <a:cubicBezTo>
                    <a:pt x="4513" y="10681"/>
                    <a:pt x="4635" y="10634"/>
                    <a:pt x="4728" y="10541"/>
                  </a:cubicBezTo>
                  <a:cubicBezTo>
                    <a:pt x="4914" y="10353"/>
                    <a:pt x="4914" y="10051"/>
                    <a:pt x="4728" y="9865"/>
                  </a:cubicBezTo>
                  <a:cubicBezTo>
                    <a:pt x="4638" y="9776"/>
                    <a:pt x="4516" y="9732"/>
                    <a:pt x="4393" y="9732"/>
                  </a:cubicBezTo>
                  <a:cubicBezTo>
                    <a:pt x="4305" y="9732"/>
                    <a:pt x="4217" y="9755"/>
                    <a:pt x="4141" y="9800"/>
                  </a:cubicBezTo>
                  <a:lnTo>
                    <a:pt x="2487" y="8145"/>
                  </a:lnTo>
                  <a:lnTo>
                    <a:pt x="2487" y="2276"/>
                  </a:lnTo>
                  <a:cubicBezTo>
                    <a:pt x="2487" y="2246"/>
                    <a:pt x="2476" y="2216"/>
                    <a:pt x="2454" y="2197"/>
                  </a:cubicBezTo>
                  <a:lnTo>
                    <a:pt x="199" y="33"/>
                  </a:lnTo>
                  <a:cubicBezTo>
                    <a:pt x="177" y="12"/>
                    <a:pt x="149" y="1"/>
                    <a:pt x="120"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g2114997e136_1_360"/>
            <p:cNvSpPr/>
            <p:nvPr/>
          </p:nvSpPr>
          <p:spPr>
            <a:xfrm>
              <a:off x="5545738" y="1410200"/>
              <a:ext cx="84075" cy="168975"/>
            </a:xfrm>
            <a:custGeom>
              <a:rect b="b" l="l" r="r" t="t"/>
              <a:pathLst>
                <a:path extrusionOk="0" h="6759" w="3363">
                  <a:moveTo>
                    <a:pt x="2838" y="215"/>
                  </a:moveTo>
                  <a:cubicBezTo>
                    <a:pt x="2981" y="215"/>
                    <a:pt x="3096" y="331"/>
                    <a:pt x="3096" y="475"/>
                  </a:cubicBezTo>
                  <a:cubicBezTo>
                    <a:pt x="3096" y="543"/>
                    <a:pt x="3069" y="609"/>
                    <a:pt x="3020" y="657"/>
                  </a:cubicBezTo>
                  <a:cubicBezTo>
                    <a:pt x="2969" y="706"/>
                    <a:pt x="2904" y="731"/>
                    <a:pt x="2838" y="731"/>
                  </a:cubicBezTo>
                  <a:cubicBezTo>
                    <a:pt x="2772" y="731"/>
                    <a:pt x="2706" y="706"/>
                    <a:pt x="2655" y="657"/>
                  </a:cubicBezTo>
                  <a:cubicBezTo>
                    <a:pt x="2553" y="555"/>
                    <a:pt x="2553" y="392"/>
                    <a:pt x="2655" y="291"/>
                  </a:cubicBezTo>
                  <a:cubicBezTo>
                    <a:pt x="2703" y="242"/>
                    <a:pt x="2769" y="215"/>
                    <a:pt x="2838" y="215"/>
                  </a:cubicBezTo>
                  <a:close/>
                  <a:moveTo>
                    <a:pt x="637" y="6022"/>
                  </a:moveTo>
                  <a:cubicBezTo>
                    <a:pt x="706" y="6022"/>
                    <a:pt x="772" y="6049"/>
                    <a:pt x="820" y="6098"/>
                  </a:cubicBezTo>
                  <a:cubicBezTo>
                    <a:pt x="920" y="6200"/>
                    <a:pt x="920" y="6362"/>
                    <a:pt x="820" y="6464"/>
                  </a:cubicBezTo>
                  <a:cubicBezTo>
                    <a:pt x="769" y="6513"/>
                    <a:pt x="703" y="6537"/>
                    <a:pt x="637" y="6537"/>
                  </a:cubicBezTo>
                  <a:cubicBezTo>
                    <a:pt x="571" y="6537"/>
                    <a:pt x="505" y="6513"/>
                    <a:pt x="455" y="6464"/>
                  </a:cubicBezTo>
                  <a:cubicBezTo>
                    <a:pt x="353" y="6362"/>
                    <a:pt x="353" y="6199"/>
                    <a:pt x="455" y="6098"/>
                  </a:cubicBezTo>
                  <a:cubicBezTo>
                    <a:pt x="503" y="6049"/>
                    <a:pt x="567" y="6022"/>
                    <a:pt x="637" y="6022"/>
                  </a:cubicBezTo>
                  <a:close/>
                  <a:moveTo>
                    <a:pt x="2839" y="1"/>
                  </a:moveTo>
                  <a:cubicBezTo>
                    <a:pt x="2715" y="1"/>
                    <a:pt x="2591" y="46"/>
                    <a:pt x="2501" y="136"/>
                  </a:cubicBezTo>
                  <a:cubicBezTo>
                    <a:pt x="2200" y="437"/>
                    <a:pt x="2412" y="951"/>
                    <a:pt x="2838" y="951"/>
                  </a:cubicBezTo>
                  <a:cubicBezTo>
                    <a:pt x="2880" y="951"/>
                    <a:pt x="2924" y="945"/>
                    <a:pt x="2965" y="932"/>
                  </a:cubicBezTo>
                  <a:lnTo>
                    <a:pt x="2965" y="932"/>
                  </a:lnTo>
                  <a:lnTo>
                    <a:pt x="2957" y="3807"/>
                  </a:lnTo>
                  <a:lnTo>
                    <a:pt x="886" y="5877"/>
                  </a:lnTo>
                  <a:cubicBezTo>
                    <a:pt x="811" y="5832"/>
                    <a:pt x="723" y="5809"/>
                    <a:pt x="635" y="5809"/>
                  </a:cubicBezTo>
                  <a:cubicBezTo>
                    <a:pt x="512" y="5809"/>
                    <a:pt x="390" y="5853"/>
                    <a:pt x="301" y="5943"/>
                  </a:cubicBezTo>
                  <a:cubicBezTo>
                    <a:pt x="0" y="6244"/>
                    <a:pt x="212" y="6757"/>
                    <a:pt x="637" y="6757"/>
                  </a:cubicBezTo>
                  <a:lnTo>
                    <a:pt x="637" y="6759"/>
                  </a:lnTo>
                  <a:cubicBezTo>
                    <a:pt x="1011" y="6759"/>
                    <a:pt x="1239" y="6348"/>
                    <a:pt x="1042" y="6031"/>
                  </a:cubicBezTo>
                  <a:lnTo>
                    <a:pt x="3143" y="3931"/>
                  </a:lnTo>
                  <a:cubicBezTo>
                    <a:pt x="3163" y="3910"/>
                    <a:pt x="3175" y="3883"/>
                    <a:pt x="3175" y="3853"/>
                  </a:cubicBezTo>
                  <a:lnTo>
                    <a:pt x="3184" y="802"/>
                  </a:lnTo>
                  <a:cubicBezTo>
                    <a:pt x="3363" y="615"/>
                    <a:pt x="3359" y="318"/>
                    <a:pt x="3175" y="136"/>
                  </a:cubicBezTo>
                  <a:cubicBezTo>
                    <a:pt x="3086" y="46"/>
                    <a:pt x="2962" y="1"/>
                    <a:pt x="2839" y="1"/>
                  </a:cubicBez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g2114997e136_1_360"/>
            <p:cNvSpPr/>
            <p:nvPr/>
          </p:nvSpPr>
          <p:spPr>
            <a:xfrm>
              <a:off x="5561638" y="1444600"/>
              <a:ext cx="41150" cy="100600"/>
            </a:xfrm>
            <a:custGeom>
              <a:rect b="b" l="l" r="r" t="t"/>
              <a:pathLst>
                <a:path extrusionOk="0" h="4024" w="1646">
                  <a:moveTo>
                    <a:pt x="1646" y="1"/>
                  </a:moveTo>
                  <a:lnTo>
                    <a:pt x="1" y="1766"/>
                  </a:lnTo>
                  <a:lnTo>
                    <a:pt x="1" y="4024"/>
                  </a:lnTo>
                  <a:lnTo>
                    <a:pt x="1646" y="2308"/>
                  </a:lnTo>
                  <a:lnTo>
                    <a:pt x="1646" y="1"/>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g2114997e136_1_360"/>
            <p:cNvSpPr/>
            <p:nvPr/>
          </p:nvSpPr>
          <p:spPr>
            <a:xfrm>
              <a:off x="5692138" y="1337475"/>
              <a:ext cx="39325" cy="177175"/>
            </a:xfrm>
            <a:custGeom>
              <a:rect b="b" l="l" r="r" t="t"/>
              <a:pathLst>
                <a:path extrusionOk="0" h="7087" w="1573">
                  <a:moveTo>
                    <a:pt x="0" y="0"/>
                  </a:moveTo>
                  <a:lnTo>
                    <a:pt x="0" y="5530"/>
                  </a:lnTo>
                  <a:lnTo>
                    <a:pt x="1572" y="7087"/>
                  </a:lnTo>
                  <a:lnTo>
                    <a:pt x="1572" y="1813"/>
                  </a:lnTo>
                  <a:lnTo>
                    <a:pt x="0" y="0"/>
                  </a:lnTo>
                  <a:close/>
                </a:path>
              </a:pathLst>
            </a:custGeom>
            <a:solidFill>
              <a:srgbClr val="6AA8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54" name="Google Shape;854;g2114997e136_1_360"/>
          <p:cNvGrpSpPr/>
          <p:nvPr/>
        </p:nvGrpSpPr>
        <p:grpSpPr>
          <a:xfrm rot="2504737">
            <a:off x="6443694" y="3694481"/>
            <a:ext cx="646639" cy="646728"/>
            <a:chOff x="6100216" y="4192618"/>
            <a:chExt cx="328989" cy="329022"/>
          </a:xfrm>
        </p:grpSpPr>
        <p:sp>
          <p:nvSpPr>
            <p:cNvPr id="855" name="Google Shape;855;g2114997e136_1_360"/>
            <p:cNvSpPr/>
            <p:nvPr/>
          </p:nvSpPr>
          <p:spPr>
            <a:xfrm flipH="1">
              <a:off x="6100216" y="4192618"/>
              <a:ext cx="328989" cy="329022"/>
            </a:xfrm>
            <a:custGeom>
              <a:rect b="b" l="l" r="r" t="t"/>
              <a:pathLst>
                <a:path extrusionOk="0" fill="none" h="9941" w="9940">
                  <a:moveTo>
                    <a:pt x="9940" y="4986"/>
                  </a:moveTo>
                  <a:cubicBezTo>
                    <a:pt x="9940" y="7721"/>
                    <a:pt x="7721" y="9940"/>
                    <a:pt x="4985" y="9940"/>
                  </a:cubicBezTo>
                  <a:cubicBezTo>
                    <a:pt x="2219" y="9940"/>
                    <a:pt x="0" y="7721"/>
                    <a:pt x="0" y="4986"/>
                  </a:cubicBezTo>
                  <a:cubicBezTo>
                    <a:pt x="0" y="2220"/>
                    <a:pt x="2219" y="1"/>
                    <a:pt x="4985" y="1"/>
                  </a:cubicBezTo>
                  <a:cubicBezTo>
                    <a:pt x="7721" y="1"/>
                    <a:pt x="9940" y="2220"/>
                    <a:pt x="9940" y="4986"/>
                  </a:cubicBez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g2114997e136_1_360"/>
            <p:cNvSpPr/>
            <p:nvPr/>
          </p:nvSpPr>
          <p:spPr>
            <a:xfrm flipH="1">
              <a:off x="6163600" y="4257024"/>
              <a:ext cx="201233" cy="201233"/>
            </a:xfrm>
            <a:custGeom>
              <a:rect b="b" l="l" r="r" t="t"/>
              <a:pathLst>
                <a:path extrusionOk="0" fill="none" h="6080" w="6080">
                  <a:moveTo>
                    <a:pt x="1" y="0"/>
                  </a:moveTo>
                  <a:lnTo>
                    <a:pt x="6080" y="0"/>
                  </a:lnTo>
                  <a:lnTo>
                    <a:pt x="6080" y="6079"/>
                  </a:lnTo>
                  <a:lnTo>
                    <a:pt x="1" y="6079"/>
                  </a:lnTo>
                  <a:close/>
                </a:path>
              </a:pathLst>
            </a:custGeom>
            <a:noFill/>
            <a:ln cap="flat" cmpd="sng" w="28575">
              <a:solidFill>
                <a:schemeClr val="dk1"/>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57" name="Google Shape;857;g2114997e136_1_360"/>
          <p:cNvSpPr txBox="1"/>
          <p:nvPr/>
        </p:nvSpPr>
        <p:spPr>
          <a:xfrm>
            <a:off x="2378160" y="4357686"/>
            <a:ext cx="25650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n" sz="1000" u="none" cap="none" strike="noStrike">
                <a:solidFill>
                  <a:schemeClr val="dk1"/>
                </a:solidFill>
                <a:latin typeface="Montserrat"/>
                <a:ea typeface="Montserrat"/>
                <a:cs typeface="Montserrat"/>
                <a:sym typeface="Montserrat"/>
              </a:rPr>
              <a:t>Modular </a:t>
            </a:r>
            <a:endParaRPr b="1" i="0" sz="1000" u="none" cap="none" strike="noStrike">
              <a:solidFill>
                <a:schemeClr val="dk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900"/>
              <a:buFont typeface="Arial"/>
              <a:buNone/>
            </a:pPr>
            <a:r>
              <a:rPr b="1" i="0" lang="en" sz="1000" u="none" cap="none" strike="noStrike">
                <a:solidFill>
                  <a:schemeClr val="dk1"/>
                </a:solidFill>
                <a:latin typeface="Montserrat"/>
                <a:ea typeface="Montserrat"/>
                <a:cs typeface="Montserrat"/>
                <a:sym typeface="Montserrat"/>
              </a:rPr>
              <a:t>Development</a:t>
            </a:r>
            <a:endParaRPr b="1" i="0" sz="1000" u="none" cap="none" strike="noStrike">
              <a:solidFill>
                <a:schemeClr val="dk1"/>
              </a:solidFill>
              <a:latin typeface="Montserrat"/>
              <a:ea typeface="Montserrat"/>
              <a:cs typeface="Montserrat"/>
              <a:sym typeface="Montserrat"/>
            </a:endParaRPr>
          </a:p>
        </p:txBody>
      </p:sp>
      <p:grpSp>
        <p:nvGrpSpPr>
          <p:cNvPr id="858" name="Google Shape;858;g2114997e136_1_360"/>
          <p:cNvGrpSpPr/>
          <p:nvPr/>
        </p:nvGrpSpPr>
        <p:grpSpPr>
          <a:xfrm>
            <a:off x="5545207" y="3978394"/>
            <a:ext cx="875431" cy="81134"/>
            <a:chOff x="2024860" y="2121419"/>
            <a:chExt cx="1111800" cy="115460"/>
          </a:xfrm>
        </p:grpSpPr>
        <p:cxnSp>
          <p:nvCxnSpPr>
            <p:cNvPr id="859" name="Google Shape;859;g2114997e136_1_360"/>
            <p:cNvCxnSpPr/>
            <p:nvPr/>
          </p:nvCxnSpPr>
          <p:spPr>
            <a:xfrm>
              <a:off x="2024860" y="2169500"/>
              <a:ext cx="1111800" cy="0"/>
            </a:xfrm>
            <a:prstGeom prst="straightConnector1">
              <a:avLst/>
            </a:prstGeom>
            <a:noFill/>
            <a:ln cap="flat" cmpd="sng" w="28575">
              <a:solidFill>
                <a:schemeClr val="dk1"/>
              </a:solidFill>
              <a:prstDash val="solid"/>
              <a:round/>
              <a:headEnd len="sm" w="sm" type="none"/>
              <a:tailEnd len="sm" w="sm" type="none"/>
            </a:ln>
          </p:spPr>
        </p:cxnSp>
        <p:sp>
          <p:nvSpPr>
            <p:cNvPr id="860" name="Google Shape;860;g2114997e136_1_360"/>
            <p:cNvSpPr/>
            <p:nvPr/>
          </p:nvSpPr>
          <p:spPr>
            <a:xfrm flipH="1">
              <a:off x="2211222" y="2121419"/>
              <a:ext cx="739077" cy="115460"/>
            </a:xfrm>
            <a:custGeom>
              <a:rect b="b" l="l" r="r" t="t"/>
              <a:pathLst>
                <a:path extrusionOk="0" h="2797" w="17904">
                  <a:moveTo>
                    <a:pt x="0" y="0"/>
                  </a:moveTo>
                  <a:lnTo>
                    <a:pt x="0" y="2797"/>
                  </a:lnTo>
                  <a:lnTo>
                    <a:pt x="2827" y="2797"/>
                  </a:lnTo>
                  <a:lnTo>
                    <a:pt x="2827" y="0"/>
                  </a:lnTo>
                  <a:close/>
                  <a:moveTo>
                    <a:pt x="3770" y="0"/>
                  </a:moveTo>
                  <a:lnTo>
                    <a:pt x="3770" y="2797"/>
                  </a:lnTo>
                  <a:lnTo>
                    <a:pt x="6596" y="2797"/>
                  </a:lnTo>
                  <a:lnTo>
                    <a:pt x="6596" y="0"/>
                  </a:lnTo>
                  <a:close/>
                  <a:moveTo>
                    <a:pt x="7539" y="0"/>
                  </a:moveTo>
                  <a:lnTo>
                    <a:pt x="7539" y="2797"/>
                  </a:lnTo>
                  <a:lnTo>
                    <a:pt x="10365" y="2797"/>
                  </a:lnTo>
                  <a:lnTo>
                    <a:pt x="10365" y="0"/>
                  </a:lnTo>
                  <a:close/>
                  <a:moveTo>
                    <a:pt x="11308" y="0"/>
                  </a:moveTo>
                  <a:lnTo>
                    <a:pt x="11308" y="2797"/>
                  </a:lnTo>
                  <a:lnTo>
                    <a:pt x="14134" y="2797"/>
                  </a:lnTo>
                  <a:lnTo>
                    <a:pt x="14134" y="0"/>
                  </a:lnTo>
                  <a:close/>
                  <a:moveTo>
                    <a:pt x="15077" y="0"/>
                  </a:moveTo>
                  <a:lnTo>
                    <a:pt x="15077" y="2797"/>
                  </a:lnTo>
                  <a:lnTo>
                    <a:pt x="17904" y="2797"/>
                  </a:lnTo>
                  <a:lnTo>
                    <a:pt x="17904" y="0"/>
                  </a:lnTo>
                  <a:close/>
                </a:path>
              </a:pathLst>
            </a:custGeom>
            <a:solidFill>
              <a:schemeClr val="dk1"/>
            </a:solidFill>
            <a:ln cap="flat" cmpd="sng" w="190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861" name="Google Shape;861;g2114997e136_1_360"/>
          <p:cNvPicPr preferRelativeResize="0"/>
          <p:nvPr/>
        </p:nvPicPr>
        <p:blipFill rotWithShape="1">
          <a:blip r:embed="rId3">
            <a:alphaModFix/>
          </a:blip>
          <a:srcRect b="43349" l="0" r="0" t="0"/>
          <a:stretch/>
        </p:blipFill>
        <p:spPr>
          <a:xfrm>
            <a:off x="1532125" y="1108200"/>
            <a:ext cx="5674825" cy="2432476"/>
          </a:xfrm>
          <a:prstGeom prst="rect">
            <a:avLst/>
          </a:prstGeom>
          <a:noFill/>
          <a:ln>
            <a:noFill/>
          </a:ln>
        </p:spPr>
      </p:pic>
      <p:sp>
        <p:nvSpPr>
          <p:cNvPr id="862" name="Google Shape;862;g2114997e136_1_360"/>
          <p:cNvSpPr txBox="1"/>
          <p:nvPr>
            <p:ph idx="4294967295" type="title"/>
          </p:nvPr>
        </p:nvSpPr>
        <p:spPr>
          <a:xfrm>
            <a:off x="84825" y="225925"/>
            <a:ext cx="76203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2700">
                <a:solidFill>
                  <a:schemeClr val="dk1"/>
                </a:solidFill>
                <a:latin typeface="Lato"/>
                <a:ea typeface="Lato"/>
                <a:cs typeface="Lato"/>
                <a:sym typeface="Lato"/>
              </a:rPr>
              <a:t>NDN as the</a:t>
            </a:r>
            <a:r>
              <a:rPr lang="en" sz="2700">
                <a:solidFill>
                  <a:schemeClr val="dk1"/>
                </a:solidFill>
                <a:latin typeface="Lato"/>
                <a:ea typeface="Lato"/>
                <a:cs typeface="Lato"/>
                <a:sym typeface="Lato"/>
              </a:rPr>
              <a:t> Layer 3 Protocol</a:t>
            </a:r>
            <a:endParaRPr sz="1800">
              <a:solidFill>
                <a:schemeClr val="dk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6" name="Shape 866"/>
        <p:cNvGrpSpPr/>
        <p:nvPr/>
      </p:nvGrpSpPr>
      <p:grpSpPr>
        <a:xfrm>
          <a:off x="0" y="0"/>
          <a:ext cx="0" cy="0"/>
          <a:chOff x="0" y="0"/>
          <a:chExt cx="0" cy="0"/>
        </a:xfrm>
      </p:grpSpPr>
      <p:sp>
        <p:nvSpPr>
          <p:cNvPr id="867" name="Google Shape;867;g2114997e136_1_461"/>
          <p:cNvSpPr txBox="1"/>
          <p:nvPr/>
        </p:nvSpPr>
        <p:spPr>
          <a:xfrm>
            <a:off x="0" y="-140250"/>
            <a:ext cx="8133600" cy="116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t/>
            </a:r>
            <a:endParaRPr b="1" i="0" sz="10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700"/>
              <a:buFont typeface="Arial"/>
              <a:buNone/>
            </a:pPr>
            <a:r>
              <a:rPr b="1" i="0" lang="en" sz="2700" u="none" cap="none" strike="noStrike">
                <a:solidFill>
                  <a:schemeClr val="dk1"/>
                </a:solidFill>
                <a:latin typeface="Montserrat"/>
                <a:ea typeface="Montserrat"/>
                <a:cs typeface="Montserrat"/>
                <a:sym typeface="Montserrat"/>
                <a:extLst>
                  <a:ext uri="http://customooxmlschemas.google.com/">
                    <go:slidesCustomData xmlns:go="http://customooxmlschemas.google.com/" textRoundtripDataId="2"/>
                  </a:ext>
                </a:extLst>
              </a:rPr>
              <a:t>NDN’s Mitigations </a:t>
            </a:r>
            <a:r>
              <a:rPr b="1" lang="en" sz="2700">
                <a:solidFill>
                  <a:schemeClr val="dk1"/>
                </a:solidFill>
                <a:latin typeface="Montserrat"/>
                <a:ea typeface="Montserrat"/>
                <a:cs typeface="Montserrat"/>
                <a:sym typeface="Montserrat"/>
                <a:extLst>
                  <a:ext uri="http://customooxmlschemas.google.com/">
                    <go:slidesCustomData xmlns:go="http://customooxmlschemas.google.com/" textRoundtripDataId="3"/>
                  </a:ext>
                </a:extLst>
              </a:rPr>
              <a:t>CAN and TCP</a:t>
            </a:r>
            <a:r>
              <a:rPr b="1" i="0" lang="en" sz="2700" u="none" cap="none" strike="noStrike">
                <a:solidFill>
                  <a:schemeClr val="dk1"/>
                </a:solidFill>
                <a:latin typeface="Montserrat"/>
                <a:ea typeface="Montserrat"/>
                <a:cs typeface="Montserrat"/>
                <a:sym typeface="Montserrat"/>
                <a:extLst>
                  <a:ext uri="http://customooxmlschemas.google.com/">
                    <go:slidesCustomData xmlns:go="http://customooxmlschemas.google.com/" textRoundtripDataId="4"/>
                  </a:ext>
                </a:extLst>
              </a:rPr>
              <a:t> Vulnerabilities </a:t>
            </a:r>
            <a:r>
              <a:rPr b="1" i="0" lang="en" sz="1000" u="none" cap="none" strike="noStrike">
                <a:solidFill>
                  <a:schemeClr val="dk1"/>
                </a:solidFill>
                <a:latin typeface="Montserrat"/>
                <a:ea typeface="Montserrat"/>
                <a:cs typeface="Montserrat"/>
                <a:sym typeface="Montserrat"/>
                <a:extLst>
                  <a:ext uri="http://customooxmlschemas.google.com/">
                    <go:slidesCustomData xmlns:go="http://customooxmlschemas.google.com/" textRoundtripDataId="5"/>
                  </a:ext>
                </a:extLst>
              </a:rPr>
              <a:t>   </a:t>
            </a:r>
            <a:endParaRPr b="1" i="0" sz="1000" u="none" cap="none" strike="noStrike">
              <a:solidFill>
                <a:schemeClr val="dk1"/>
              </a:solidFill>
              <a:latin typeface="Montserrat"/>
              <a:ea typeface="Montserrat"/>
              <a:cs typeface="Montserrat"/>
              <a:sym typeface="Montserrat"/>
            </a:endParaRPr>
          </a:p>
        </p:txBody>
      </p:sp>
      <p:graphicFrame>
        <p:nvGraphicFramePr>
          <p:cNvPr id="868" name="Google Shape;868;g2114997e136_1_461"/>
          <p:cNvGraphicFramePr/>
          <p:nvPr/>
        </p:nvGraphicFramePr>
        <p:xfrm>
          <a:off x="242163" y="977225"/>
          <a:ext cx="3000000" cy="3000000"/>
        </p:xfrm>
        <a:graphic>
          <a:graphicData uri="http://schemas.openxmlformats.org/drawingml/2006/table">
            <a:tbl>
              <a:tblPr>
                <a:noFill/>
                <a:tableStyleId>{A9344E39-5EEE-4F46-82C5-886240A264D6}</a:tableStyleId>
              </a:tblPr>
              <a:tblGrid>
                <a:gridCol w="2354925"/>
                <a:gridCol w="2416425"/>
                <a:gridCol w="1636150"/>
                <a:gridCol w="2252150"/>
              </a:tblGrid>
              <a:tr h="1051525">
                <a:tc>
                  <a:txBody>
                    <a:bodyPr/>
                    <a:lstStyle/>
                    <a:p>
                      <a:pPr indent="0" lvl="0" marL="0" marR="0" rtl="0" algn="ctr">
                        <a:lnSpc>
                          <a:spcPct val="100000"/>
                        </a:lnSpc>
                        <a:spcBef>
                          <a:spcPts val="0"/>
                        </a:spcBef>
                        <a:spcAft>
                          <a:spcPts val="0"/>
                        </a:spcAft>
                        <a:buClr>
                          <a:srgbClr val="000000"/>
                        </a:buClr>
                        <a:buSzPts val="2400"/>
                        <a:buFont typeface="Arial"/>
                        <a:buNone/>
                      </a:pPr>
                      <a:r>
                        <a:rPr b="1" lang="en" sz="2300" u="sng" cap="none" strike="noStrike">
                          <a:solidFill>
                            <a:schemeClr val="dk1"/>
                          </a:solidFill>
                          <a:latin typeface="Montserrat"/>
                          <a:ea typeface="Montserrat"/>
                          <a:cs typeface="Montserrat"/>
                          <a:sym typeface="Montserrat"/>
                        </a:rPr>
                        <a:t>CAN Vulnerability</a:t>
                      </a:r>
                      <a:r>
                        <a:rPr b="1" lang="en" sz="1800" u="sng" cap="none" strike="noStrike">
                          <a:solidFill>
                            <a:schemeClr val="dk1"/>
                          </a:solidFill>
                          <a:latin typeface="Montserrat"/>
                          <a:ea typeface="Montserrat"/>
                          <a:cs typeface="Montserrat"/>
                          <a:sym typeface="Montserrat"/>
                        </a:rPr>
                        <a:t> </a:t>
                      </a:r>
                      <a:endParaRPr b="1" sz="1800" u="sng"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2400"/>
                        <a:buFont typeface="Arial"/>
                        <a:buNone/>
                      </a:pPr>
                      <a:r>
                        <a:t/>
                      </a:r>
                      <a:endParaRPr b="1" sz="1800" u="sng"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2300" u="sng"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2300" u="sng">
                          <a:solidFill>
                            <a:schemeClr val="dk1"/>
                          </a:solidFill>
                          <a:latin typeface="Montserrat"/>
                          <a:ea typeface="Montserrat"/>
                          <a:cs typeface="Montserrat"/>
                          <a:sym typeface="Montserrat"/>
                        </a:rPr>
                        <a:t>TCP Vulnerability</a:t>
                      </a:r>
                      <a:endParaRPr b="1" sz="2300" u="sng"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dk1">
                          <a:alpha val="0"/>
                        </a:schemeClr>
                      </a:solidFill>
                      <a:prstDash val="solid"/>
                      <a:round/>
                      <a:headEnd len="sm" w="sm" type="none"/>
                      <a:tailEnd len="sm" w="sm" type="none"/>
                    </a:lnT>
                    <a:lnB cap="flat" cmpd="sng" w="19050">
                      <a:solidFill>
                        <a:schemeClr val="accent1"/>
                      </a:solidFill>
                      <a:prstDash val="solid"/>
                      <a:round/>
                      <a:headEnd len="sm" w="sm" type="none"/>
                      <a:tailEnd len="sm" w="sm" type="none"/>
                    </a:lnB>
                  </a:tcPr>
                </a:tc>
              </a:tr>
              <a:tr h="274300">
                <a:tc>
                  <a:txBody>
                    <a:bodyPr/>
                    <a:lstStyle/>
                    <a:p>
                      <a:pPr indent="0" lvl="0" marL="0" marR="0" rtl="0" algn="ctr">
                        <a:lnSpc>
                          <a:spcPct val="100000"/>
                        </a:lnSpc>
                        <a:spcBef>
                          <a:spcPts val="0"/>
                        </a:spcBef>
                        <a:spcAft>
                          <a:spcPts val="0"/>
                        </a:spcAft>
                        <a:buClr>
                          <a:srgbClr val="000000"/>
                        </a:buClr>
                        <a:buSzPts val="100"/>
                        <a:buFont typeface="Arial"/>
                        <a:buNone/>
                      </a:pPr>
                      <a:r>
                        <a:t/>
                      </a:r>
                      <a:endParaRPr b="1" sz="1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t/>
                      </a:r>
                      <a:endParaRPr b="1" sz="1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alpha val="0"/>
                        </a:schemeClr>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6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alpha val="0"/>
                        </a:schemeClr>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6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alpha val="0"/>
                        </a:schemeClr>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441925">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Masquerading &amp; </a:t>
                      </a:r>
                      <a:r>
                        <a:rPr b="1" lang="en" sz="1700">
                          <a:solidFill>
                            <a:schemeClr val="dk1"/>
                          </a:solidFill>
                          <a:latin typeface="Montserrat"/>
                          <a:ea typeface="Montserrat"/>
                          <a:cs typeface="Montserrat"/>
                          <a:sym typeface="Montserrat"/>
                        </a:rPr>
                        <a:t>Injection Attack</a:t>
                      </a:r>
                      <a:endParaRPr sz="1700" u="none" cap="none" strike="noStrike"/>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Signing </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N/A</a:t>
                      </a:r>
                      <a:endParaRPr b="1" sz="1700" u="none" cap="none" strike="noStrike">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Sync flooding</a:t>
                      </a:r>
                      <a:endParaRPr b="1" sz="1700" u="none" cap="none" strike="noStrike">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548600">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Eavesdropping  </a:t>
                      </a:r>
                      <a:endParaRPr sz="1700" u="none" cap="none" strike="noStrike"/>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a:solidFill>
                            <a:schemeClr val="dk1"/>
                          </a:solidFill>
                          <a:latin typeface="Montserrat"/>
                          <a:ea typeface="Montserrat"/>
                          <a:cs typeface="Montserrat"/>
                          <a:sym typeface="Montserrat"/>
                        </a:rPr>
                        <a:t>Out of band </a:t>
                      </a:r>
                      <a:r>
                        <a:rPr b="1" lang="en" sz="1700" u="none" cap="none" strike="noStrike">
                          <a:solidFill>
                            <a:schemeClr val="dk1"/>
                          </a:solidFill>
                          <a:latin typeface="Montserrat"/>
                          <a:ea typeface="Montserrat"/>
                          <a:cs typeface="Montserrat"/>
                          <a:sym typeface="Montserrat"/>
                        </a:rPr>
                        <a:t>Encryption</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N/A</a:t>
                      </a:r>
                      <a:endParaRPr b="1" sz="1700">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Rst Attacks </a:t>
                      </a:r>
                      <a:endParaRPr b="1" sz="1700">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441925">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Replay Attack</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No Unsolicited Data</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N/A</a:t>
                      </a:r>
                      <a:endParaRPr b="1" sz="1700" u="none" cap="none" strike="noStrike">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Session </a:t>
                      </a:r>
                      <a:r>
                        <a:rPr b="1" lang="en" sz="1700">
                          <a:solidFill>
                            <a:schemeClr val="accent3"/>
                          </a:solidFill>
                          <a:latin typeface="Montserrat"/>
                          <a:ea typeface="Montserrat"/>
                          <a:cs typeface="Montserrat"/>
                          <a:sym typeface="Montserrat"/>
                        </a:rPr>
                        <a:t>Hijacking</a:t>
                      </a:r>
                      <a:r>
                        <a:rPr b="1" lang="en" sz="1700">
                          <a:solidFill>
                            <a:schemeClr val="accent3"/>
                          </a:solidFill>
                          <a:latin typeface="Montserrat"/>
                          <a:ea typeface="Montserrat"/>
                          <a:cs typeface="Montserrat"/>
                          <a:sym typeface="Montserrat"/>
                        </a:rPr>
                        <a:t> </a:t>
                      </a:r>
                      <a:endParaRPr b="1" sz="1700" u="none" cap="none" strike="noStrike">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548600">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DoS</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700"/>
                        <a:buFont typeface="Arial"/>
                        <a:buNone/>
                      </a:pPr>
                      <a:r>
                        <a:rPr b="1" lang="en" sz="1700" u="none" cap="none" strike="noStrike">
                          <a:solidFill>
                            <a:schemeClr val="dk1"/>
                          </a:solidFill>
                          <a:latin typeface="Montserrat"/>
                          <a:ea typeface="Montserrat"/>
                          <a:cs typeface="Montserrat"/>
                          <a:sym typeface="Montserrat"/>
                        </a:rPr>
                        <a:t>No Unsolicited Data</a:t>
                      </a:r>
                      <a:r>
                        <a:rPr b="1" lang="en" sz="1700">
                          <a:solidFill>
                            <a:schemeClr val="dk1"/>
                          </a:solidFill>
                          <a:latin typeface="Montserrat"/>
                          <a:ea typeface="Montserrat"/>
                          <a:cs typeface="Montserrat"/>
                          <a:sym typeface="Montserrat"/>
                        </a:rPr>
                        <a:t> </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Resend Packets </a:t>
                      </a:r>
                      <a:endParaRPr b="1" sz="1700" u="none" cap="none" strike="noStrike">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 sz="1700">
                          <a:solidFill>
                            <a:schemeClr val="accent3"/>
                          </a:solidFill>
                          <a:latin typeface="Montserrat"/>
                          <a:ea typeface="Montserrat"/>
                          <a:cs typeface="Montserrat"/>
                          <a:sym typeface="Montserrat"/>
                        </a:rPr>
                        <a:t>Channel Errors </a:t>
                      </a:r>
                      <a:endParaRPr b="1" sz="1700" u="none" cap="none" strike="noStrike">
                        <a:solidFill>
                          <a:schemeClr val="accent3"/>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731500">
                <a:tc>
                  <a:txBody>
                    <a:bodyPr/>
                    <a:lstStyle/>
                    <a:p>
                      <a:pPr indent="0" lvl="0" marL="0" rtl="0" algn="l">
                        <a:spcBef>
                          <a:spcPts val="0"/>
                        </a:spcBef>
                        <a:spcAft>
                          <a:spcPts val="0"/>
                        </a:spcAft>
                        <a:buNone/>
                      </a:pPr>
                      <a:r>
                        <a:t/>
                      </a:r>
                      <a:endParaRPr/>
                    </a:p>
                  </a:txBody>
                  <a:tcPr marT="91425" marB="91425" marR="91425" marL="91425">
                    <a:lnL cap="flat" cmpd="sng" w="19050">
                      <a:solidFill>
                        <a:schemeClr val="dk1">
                          <a:alpha val="0"/>
                        </a:schemeClr>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t/>
                      </a:r>
                      <a:endParaRPr b="1" sz="1700" u="none" cap="none" strike="noStrike">
                        <a:solidFill>
                          <a:schemeClr val="dk1"/>
                        </a:solidFill>
                        <a:latin typeface="Montserrat"/>
                        <a:ea typeface="Montserrat"/>
                        <a:cs typeface="Montserrat"/>
                        <a:sym typeface="Montserrat"/>
                      </a:endParaRPr>
                    </a:p>
                  </a:txBody>
                  <a:tcPr marT="91425" marB="91425" marR="91425" marL="91425">
                    <a:lnL cap="flat" cmpd="sng" w="19050">
                      <a:solidFill>
                        <a:schemeClr val="accent1"/>
                      </a:solidFill>
                      <a:prstDash val="solid"/>
                      <a:round/>
                      <a:headEnd len="sm" w="sm" type="none"/>
                      <a:tailEnd len="sm" w="sm" type="none"/>
                    </a:lnL>
                    <a:lnR cap="flat" cmpd="sng" w="19050">
                      <a:solidFill>
                        <a:schemeClr val="accent1">
                          <a:alpha val="0"/>
                        </a:scheme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bl>
          </a:graphicData>
        </a:graphic>
      </p:graphicFrame>
      <p:sp>
        <p:nvSpPr>
          <p:cNvPr id="869" name="Google Shape;869;g2114997e136_1_461"/>
          <p:cNvSpPr/>
          <p:nvPr/>
        </p:nvSpPr>
        <p:spPr>
          <a:xfrm>
            <a:off x="4771625" y="842850"/>
            <a:ext cx="677700" cy="1165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g2114997e136_1_461"/>
          <p:cNvSpPr txBox="1"/>
          <p:nvPr/>
        </p:nvSpPr>
        <p:spPr>
          <a:xfrm>
            <a:off x="3057125" y="828900"/>
            <a:ext cx="3234000" cy="1385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2400"/>
              <a:buFont typeface="Arial"/>
              <a:buNone/>
            </a:pPr>
            <a:r>
              <a:t/>
            </a:r>
            <a:endParaRPr b="1" sz="2800" u="sng">
              <a:solidFill>
                <a:schemeClr val="dk1"/>
              </a:solidFill>
              <a:latin typeface="Montserrat"/>
              <a:ea typeface="Montserrat"/>
              <a:cs typeface="Montserrat"/>
              <a:sym typeface="Montserrat"/>
            </a:endParaRPr>
          </a:p>
          <a:p>
            <a:pPr indent="0" lvl="0" marL="0" rtl="0" algn="ctr">
              <a:spcBef>
                <a:spcPts val="0"/>
              </a:spcBef>
              <a:spcAft>
                <a:spcPts val="0"/>
              </a:spcAft>
              <a:buClr>
                <a:srgbClr val="000000"/>
              </a:buClr>
              <a:buSzPts val="2400"/>
              <a:buFont typeface="Arial"/>
              <a:buNone/>
            </a:pPr>
            <a:r>
              <a:rPr b="1" lang="en" sz="2700" u="sng">
                <a:solidFill>
                  <a:schemeClr val="dk1"/>
                </a:solidFill>
                <a:latin typeface="Montserrat"/>
                <a:ea typeface="Montserrat"/>
                <a:cs typeface="Montserrat"/>
                <a:sym typeface="Montserrat"/>
              </a:rPr>
              <a:t>NDN Mitigation</a:t>
            </a:r>
            <a:r>
              <a:rPr b="1" lang="en" sz="2800" u="sng">
                <a:solidFill>
                  <a:schemeClr val="dk1"/>
                </a:solidFill>
                <a:latin typeface="Montserrat"/>
                <a:ea typeface="Montserrat"/>
                <a:cs typeface="Montserrat"/>
                <a:sym typeface="Montserrat"/>
              </a:rPr>
              <a:t> </a:t>
            </a:r>
            <a:endParaRPr b="1" sz="2800" u="sng">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2200">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g2114997e136_1_15"/>
          <p:cNvSpPr txBox="1"/>
          <p:nvPr>
            <p:ph type="title"/>
          </p:nvPr>
        </p:nvSpPr>
        <p:spPr>
          <a:xfrm>
            <a:off x="580625" y="299200"/>
            <a:ext cx="3941700" cy="53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Outline</a:t>
            </a:r>
            <a:endParaRPr sz="3100">
              <a:solidFill>
                <a:schemeClr val="dk1"/>
              </a:solidFill>
            </a:endParaRPr>
          </a:p>
        </p:txBody>
      </p:sp>
      <p:sp>
        <p:nvSpPr>
          <p:cNvPr id="876" name="Google Shape;876;g2114997e136_1_15"/>
          <p:cNvSpPr txBox="1"/>
          <p:nvPr>
            <p:ph idx="4294967295" type="subTitle"/>
          </p:nvPr>
        </p:nvSpPr>
        <p:spPr>
          <a:xfrm>
            <a:off x="580625" y="710400"/>
            <a:ext cx="7198500" cy="44331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Overview of current in-vehicle communication</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Potential future directions of the community</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NDN for in-vehicle networks</a:t>
            </a:r>
            <a:endParaRPr sz="2300">
              <a:solidFill>
                <a:srgbClr val="9E9E9E"/>
              </a:solidFill>
            </a:endParaRPr>
          </a:p>
          <a:p>
            <a:pPr indent="-374650" lvl="1" marL="1371600" rtl="0" algn="l">
              <a:lnSpc>
                <a:spcPct val="100000"/>
              </a:lnSpc>
              <a:spcBef>
                <a:spcPts val="0"/>
              </a:spcBef>
              <a:spcAft>
                <a:spcPts val="0"/>
              </a:spcAft>
              <a:buClr>
                <a:srgbClr val="9E9E9E"/>
              </a:buClr>
              <a:buSzPts val="2300"/>
              <a:buChar char="○"/>
            </a:pPr>
            <a:r>
              <a:rPr lang="en" sz="2300">
                <a:solidFill>
                  <a:srgbClr val="9E9E9E"/>
                </a:solidFill>
              </a:rPr>
              <a:t>What are the potential benefits?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chemeClr val="dk2"/>
              </a:buClr>
              <a:buSzPts val="2300"/>
              <a:buChar char="●"/>
            </a:pPr>
            <a:r>
              <a:rPr b="1" lang="en" sz="2300">
                <a:solidFill>
                  <a:schemeClr val="dk2"/>
                </a:solidFill>
              </a:rPr>
              <a:t>A benchtop testbed and test harness</a:t>
            </a:r>
            <a:br>
              <a:rPr b="1" lang="en" sz="2300">
                <a:solidFill>
                  <a:schemeClr val="dk2"/>
                </a:solidFill>
              </a:rPr>
            </a:br>
            <a:endParaRPr b="1" sz="2300">
              <a:solidFill>
                <a:schemeClr val="dk2"/>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Results so far</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Future directions</a:t>
            </a:r>
            <a:endParaRPr sz="2300">
              <a:solidFill>
                <a:srgbClr val="9E9E9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2114997e136_1_434"/>
          <p:cNvSpPr txBox="1"/>
          <p:nvPr>
            <p:ph idx="4294967295" type="title"/>
          </p:nvPr>
        </p:nvSpPr>
        <p:spPr>
          <a:xfrm>
            <a:off x="142875" y="191750"/>
            <a:ext cx="61731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2900">
                <a:solidFill>
                  <a:schemeClr val="dk1"/>
                </a:solidFill>
              </a:rPr>
              <a:t>Physical Testbed </a:t>
            </a:r>
            <a:r>
              <a:rPr lang="en" sz="2900">
                <a:solidFill>
                  <a:schemeClr val="dk1"/>
                </a:solidFill>
                <a:extLst>
                  <a:ext uri="http://customooxmlschemas.google.com/">
                    <go:slidesCustomData xmlns:go="http://customooxmlschemas.google.com/" textRoundtripDataId="6"/>
                  </a:ext>
                </a:extLst>
              </a:rPr>
              <a:t> </a:t>
            </a:r>
            <a:endParaRPr sz="2900">
              <a:solidFill>
                <a:schemeClr val="dk1"/>
              </a:solidFill>
            </a:endParaRPr>
          </a:p>
        </p:txBody>
      </p:sp>
      <p:grpSp>
        <p:nvGrpSpPr>
          <p:cNvPr id="882" name="Google Shape;882;g2114997e136_1_434"/>
          <p:cNvGrpSpPr/>
          <p:nvPr/>
        </p:nvGrpSpPr>
        <p:grpSpPr>
          <a:xfrm rot="5400000">
            <a:off x="3803403" y="1550879"/>
            <a:ext cx="1224069" cy="415007"/>
            <a:chOff x="4852824" y="2637577"/>
            <a:chExt cx="1459310" cy="501458"/>
          </a:xfrm>
        </p:grpSpPr>
        <p:sp>
          <p:nvSpPr>
            <p:cNvPr id="883" name="Google Shape;883;g2114997e136_1_434"/>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g2114997e136_1_434"/>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g2114997e136_1_434"/>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g2114997e136_1_434"/>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87" name="Google Shape;887;g2114997e136_1_434"/>
          <p:cNvSpPr txBox="1"/>
          <p:nvPr>
            <p:ph idx="4294967295" type="subTitle"/>
          </p:nvPr>
        </p:nvSpPr>
        <p:spPr>
          <a:xfrm>
            <a:off x="281700" y="2516500"/>
            <a:ext cx="4640100" cy="1179000"/>
          </a:xfrm>
          <a:prstGeom prst="rect">
            <a:avLst/>
          </a:prstGeom>
          <a:noFill/>
          <a:ln>
            <a:noFill/>
          </a:ln>
        </p:spPr>
        <p:txBody>
          <a:bodyPr anchorCtr="0" anchor="ctr" bIns="91425" lIns="91425" spcFirstLastPara="1" rIns="91425" wrap="square" tIns="91425">
            <a:noAutofit/>
          </a:bodyPr>
          <a:lstStyle/>
          <a:p>
            <a:pPr indent="-387350" lvl="0" marL="457200" marR="0" rtl="0" algn="l">
              <a:lnSpc>
                <a:spcPct val="100000"/>
              </a:lnSpc>
              <a:spcBef>
                <a:spcPts val="0"/>
              </a:spcBef>
              <a:spcAft>
                <a:spcPts val="0"/>
              </a:spcAft>
              <a:buClr>
                <a:schemeClr val="accent1"/>
              </a:buClr>
              <a:buSzPts val="2500"/>
              <a:buFont typeface="Source Sans Pro"/>
              <a:buChar char="-"/>
            </a:pPr>
            <a:r>
              <a:rPr b="0" i="0" lang="en" sz="2300" u="none" cap="none" strike="noStrike">
                <a:solidFill>
                  <a:schemeClr val="dk2"/>
                </a:solidFill>
                <a:latin typeface="Source Sans Pro"/>
                <a:ea typeface="Source Sans Pro"/>
                <a:cs typeface="Source Sans Pro"/>
                <a:sym typeface="Source Sans Pro"/>
              </a:rPr>
              <a:t>Raspberry Pis with CAN </a:t>
            </a:r>
            <a:r>
              <a:rPr lang="en" sz="2300">
                <a:solidFill>
                  <a:schemeClr val="dk2"/>
                </a:solidFill>
                <a:latin typeface="Source Sans Pro"/>
                <a:ea typeface="Source Sans Pro"/>
                <a:cs typeface="Source Sans Pro"/>
                <a:sym typeface="Source Sans Pro"/>
              </a:rPr>
              <a:t>HAT</a:t>
            </a:r>
            <a:endParaRPr b="0" i="0" sz="2300" u="none" cap="none" strike="noStrike">
              <a:solidFill>
                <a:schemeClr val="dk2"/>
              </a:solidFill>
              <a:latin typeface="Source Sans Pro"/>
              <a:ea typeface="Source Sans Pro"/>
              <a:cs typeface="Source Sans Pro"/>
              <a:sym typeface="Source Sans Pro"/>
            </a:endParaRPr>
          </a:p>
          <a:p>
            <a:pPr indent="-387350" lvl="0" marL="457200" marR="0" rtl="0" algn="l">
              <a:lnSpc>
                <a:spcPct val="100000"/>
              </a:lnSpc>
              <a:spcBef>
                <a:spcPts val="0"/>
              </a:spcBef>
              <a:spcAft>
                <a:spcPts val="0"/>
              </a:spcAft>
              <a:buClr>
                <a:schemeClr val="accent1"/>
              </a:buClr>
              <a:buSzPts val="2500"/>
              <a:buFont typeface="Source Sans Pro"/>
              <a:buChar char="-"/>
            </a:pPr>
            <a:r>
              <a:rPr lang="en" sz="2300">
                <a:solidFill>
                  <a:schemeClr val="dk2"/>
                </a:solidFill>
                <a:latin typeface="Source Sans Pro"/>
                <a:ea typeface="Source Sans Pro"/>
                <a:cs typeface="Source Sans Pro"/>
                <a:sym typeface="Source Sans Pro"/>
              </a:rPr>
              <a:t>3 Segments </a:t>
            </a:r>
            <a:endParaRPr sz="2300">
              <a:solidFill>
                <a:schemeClr val="dk2"/>
              </a:solidFill>
              <a:latin typeface="Source Sans Pro"/>
              <a:ea typeface="Source Sans Pro"/>
              <a:cs typeface="Source Sans Pro"/>
              <a:sym typeface="Source Sans Pro"/>
            </a:endParaRPr>
          </a:p>
          <a:p>
            <a:pPr indent="-374650" lvl="0" marL="4572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Each Segment Has </a:t>
            </a:r>
            <a:endParaRPr sz="2300">
              <a:solidFill>
                <a:schemeClr val="dk2"/>
              </a:solidFill>
              <a:latin typeface="Source Sans Pro"/>
              <a:ea typeface="Source Sans Pro"/>
              <a:cs typeface="Source Sans Pro"/>
              <a:sym typeface="Source Sans Pro"/>
            </a:endParaRPr>
          </a:p>
          <a:p>
            <a:pPr indent="-374650" lvl="1" marL="9144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3 ECUs</a:t>
            </a:r>
            <a:endParaRPr sz="2300">
              <a:solidFill>
                <a:schemeClr val="dk2"/>
              </a:solidFill>
              <a:latin typeface="Source Sans Pro"/>
              <a:ea typeface="Source Sans Pro"/>
              <a:cs typeface="Source Sans Pro"/>
              <a:sym typeface="Source Sans Pro"/>
            </a:endParaRPr>
          </a:p>
          <a:p>
            <a:pPr indent="-374650" lvl="1" marL="9144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1 NDN Gateways </a:t>
            </a:r>
            <a:endParaRPr b="0" i="0" sz="2300" u="none" cap="none" strike="noStrike">
              <a:solidFill>
                <a:schemeClr val="dk2"/>
              </a:solidFill>
              <a:latin typeface="Source Sans Pro"/>
              <a:ea typeface="Source Sans Pro"/>
              <a:cs typeface="Source Sans Pro"/>
              <a:sym typeface="Source Sans Pro"/>
            </a:endParaRPr>
          </a:p>
          <a:p>
            <a:pPr indent="-387350" lvl="0" marL="457200" marR="0" rtl="0" algn="l">
              <a:lnSpc>
                <a:spcPct val="100000"/>
              </a:lnSpc>
              <a:spcBef>
                <a:spcPts val="0"/>
              </a:spcBef>
              <a:spcAft>
                <a:spcPts val="0"/>
              </a:spcAft>
              <a:buClr>
                <a:schemeClr val="accent1"/>
              </a:buClr>
              <a:buSzPts val="2500"/>
              <a:buFont typeface="Source Sans Pro"/>
              <a:buChar char="-"/>
            </a:pPr>
            <a:r>
              <a:rPr lang="en" sz="2300">
                <a:solidFill>
                  <a:schemeClr val="dk2"/>
                </a:solidFill>
                <a:latin typeface="Source Sans Pro"/>
                <a:ea typeface="Source Sans Pro"/>
                <a:cs typeface="Source Sans Pro"/>
                <a:sym typeface="Source Sans Pro"/>
              </a:rPr>
              <a:t>ECUs connected with CAN</a:t>
            </a:r>
            <a:endParaRPr sz="2300">
              <a:solidFill>
                <a:schemeClr val="dk2"/>
              </a:solidFill>
              <a:latin typeface="Source Sans Pro"/>
              <a:ea typeface="Source Sans Pro"/>
              <a:cs typeface="Source Sans Pro"/>
              <a:sym typeface="Source Sans Pro"/>
            </a:endParaRPr>
          </a:p>
          <a:p>
            <a:pPr indent="-374650" lvl="0" marL="4572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Gateways Connected with NDN Over ethernet </a:t>
            </a:r>
            <a:endParaRPr sz="2300">
              <a:solidFill>
                <a:schemeClr val="dk2"/>
              </a:solidFill>
              <a:latin typeface="Source Sans Pro"/>
              <a:ea typeface="Source Sans Pro"/>
              <a:cs typeface="Source Sans Pro"/>
              <a:sym typeface="Source Sans Pro"/>
            </a:endParaRPr>
          </a:p>
          <a:p>
            <a:pPr indent="-374650" lvl="0" marL="4572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Software </a:t>
            </a:r>
            <a:endParaRPr sz="2300">
              <a:solidFill>
                <a:schemeClr val="dk2"/>
              </a:solidFill>
              <a:latin typeface="Source Sans Pro"/>
              <a:ea typeface="Source Sans Pro"/>
              <a:cs typeface="Source Sans Pro"/>
              <a:sym typeface="Source Sans Pro"/>
            </a:endParaRPr>
          </a:p>
          <a:p>
            <a:pPr indent="-374650" lvl="1" marL="9144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SocketCan via CANUtils</a:t>
            </a:r>
            <a:endParaRPr sz="2300">
              <a:solidFill>
                <a:schemeClr val="dk2"/>
              </a:solidFill>
              <a:latin typeface="Source Sans Pro"/>
              <a:ea typeface="Source Sans Pro"/>
              <a:cs typeface="Source Sans Pro"/>
              <a:sym typeface="Source Sans Pro"/>
            </a:endParaRPr>
          </a:p>
          <a:p>
            <a:pPr indent="-374650" lvl="1" marL="914400" marR="0" rtl="0" algn="l">
              <a:lnSpc>
                <a:spcPct val="100000"/>
              </a:lnSpc>
              <a:spcBef>
                <a:spcPts val="0"/>
              </a:spcBef>
              <a:spcAft>
                <a:spcPts val="0"/>
              </a:spcAft>
              <a:buClr>
                <a:schemeClr val="dk2"/>
              </a:buClr>
              <a:buSzPts val="2300"/>
              <a:buFont typeface="Source Sans Pro"/>
              <a:buChar char="○"/>
            </a:pPr>
            <a:r>
              <a:rPr lang="en" sz="2300">
                <a:solidFill>
                  <a:schemeClr val="dk2"/>
                </a:solidFill>
                <a:latin typeface="Source Sans Pro"/>
                <a:ea typeface="Source Sans Pro"/>
                <a:cs typeface="Source Sans Pro"/>
                <a:sym typeface="Source Sans Pro"/>
              </a:rPr>
              <a:t>NFD </a:t>
            </a:r>
            <a:endParaRPr sz="2300">
              <a:solidFill>
                <a:schemeClr val="dk2"/>
              </a:solidFill>
              <a:latin typeface="Source Sans Pro"/>
              <a:ea typeface="Source Sans Pro"/>
              <a:cs typeface="Source Sans Pro"/>
              <a:sym typeface="Source Sans Pro"/>
            </a:endParaRPr>
          </a:p>
          <a:p>
            <a:pPr indent="0" lvl="0" marL="457200" marR="0" rtl="0" algn="l">
              <a:lnSpc>
                <a:spcPct val="100000"/>
              </a:lnSpc>
              <a:spcBef>
                <a:spcPts val="0"/>
              </a:spcBef>
              <a:spcAft>
                <a:spcPts val="0"/>
              </a:spcAft>
              <a:buNone/>
            </a:pPr>
            <a:r>
              <a:t/>
            </a:r>
            <a:endParaRPr b="0" i="0" sz="1700" u="none" cap="none" strike="noStrike">
              <a:solidFill>
                <a:schemeClr val="dk2"/>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Clr>
                <a:schemeClr val="dk2"/>
              </a:buClr>
              <a:buSzPts val="1400"/>
              <a:buFont typeface="Source Sans Pro"/>
              <a:buNone/>
            </a:pPr>
            <a:r>
              <a:t/>
            </a:r>
            <a:endParaRPr b="0" i="0" sz="1700" u="none" cap="none" strike="noStrike">
              <a:solidFill>
                <a:schemeClr val="dk2"/>
              </a:solidFill>
              <a:latin typeface="Source Sans Pro"/>
              <a:ea typeface="Source Sans Pro"/>
              <a:cs typeface="Source Sans Pro"/>
              <a:sym typeface="Source Sans Pro"/>
            </a:endParaRPr>
          </a:p>
        </p:txBody>
      </p:sp>
      <p:grpSp>
        <p:nvGrpSpPr>
          <p:cNvPr id="888" name="Google Shape;888;g2114997e136_1_434"/>
          <p:cNvGrpSpPr/>
          <p:nvPr/>
        </p:nvGrpSpPr>
        <p:grpSpPr>
          <a:xfrm rot="10800000">
            <a:off x="4829904" y="1210276"/>
            <a:ext cx="1224069" cy="415007"/>
            <a:chOff x="4852824" y="2637577"/>
            <a:chExt cx="1459310" cy="501458"/>
          </a:xfrm>
        </p:grpSpPr>
        <p:sp>
          <p:nvSpPr>
            <p:cNvPr id="889" name="Google Shape;889;g2114997e136_1_434"/>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g2114997e136_1_434"/>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g2114997e136_1_434"/>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g2114997e136_1_434"/>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893" name="Google Shape;893;g2114997e136_1_434"/>
          <p:cNvPicPr preferRelativeResize="0"/>
          <p:nvPr/>
        </p:nvPicPr>
        <p:blipFill rotWithShape="1">
          <a:blip r:embed="rId3">
            <a:alphaModFix/>
          </a:blip>
          <a:srcRect b="34098" l="22803" r="0" t="31090"/>
          <a:stretch/>
        </p:blipFill>
        <p:spPr>
          <a:xfrm rot="-5400000">
            <a:off x="5457401" y="1256712"/>
            <a:ext cx="2811750" cy="2769651"/>
          </a:xfrm>
          <a:prstGeom prst="rect">
            <a:avLst/>
          </a:prstGeom>
          <a:noFill/>
          <a:ln cap="flat" cmpd="sng" w="28575">
            <a:solidFill>
              <a:srgbClr val="F5DE34"/>
            </a:solidFill>
            <a:prstDash val="solid"/>
            <a:round/>
            <a:headEnd len="sm" w="sm" type="none"/>
            <a:tailEnd len="sm" w="sm" type="none"/>
          </a:ln>
        </p:spPr>
      </p:pic>
      <p:sp>
        <p:nvSpPr>
          <p:cNvPr id="894" name="Google Shape;894;g2114997e136_1_434"/>
          <p:cNvSpPr txBox="1"/>
          <p:nvPr/>
        </p:nvSpPr>
        <p:spPr>
          <a:xfrm>
            <a:off x="5441300" y="1046888"/>
            <a:ext cx="2842200" cy="615600"/>
          </a:xfrm>
          <a:prstGeom prst="rect">
            <a:avLst/>
          </a:prstGeom>
          <a:solidFill>
            <a:srgbClr val="667E9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Segments:</a:t>
            </a:r>
            <a:endParaRPr>
              <a:solidFill>
                <a:schemeClr val="lt1"/>
              </a:solidFill>
              <a:latin typeface="Lato"/>
              <a:ea typeface="Lato"/>
              <a:cs typeface="Lato"/>
              <a:sym typeface="Lato"/>
            </a:endParaRPr>
          </a:p>
          <a:p>
            <a:pPr indent="0" lvl="0" marL="0" rtl="0" algn="l">
              <a:spcBef>
                <a:spcPts val="0"/>
              </a:spcBef>
              <a:spcAft>
                <a:spcPts val="0"/>
              </a:spcAft>
              <a:buNone/>
            </a:pPr>
            <a:r>
              <a:rPr lang="en">
                <a:solidFill>
                  <a:schemeClr val="lt1"/>
                </a:solidFill>
                <a:latin typeface="Lato"/>
                <a:ea typeface="Lato"/>
                <a:cs typeface="Lato"/>
                <a:sym typeface="Lato"/>
              </a:rPr>
              <a:t>                A                      B                    C </a:t>
            </a:r>
            <a:endParaRPr>
              <a:solidFill>
                <a:schemeClr val="lt1"/>
              </a:solidFill>
              <a:latin typeface="Lato"/>
              <a:ea typeface="Lato"/>
              <a:cs typeface="Lato"/>
              <a:sym typeface="Lato"/>
            </a:endParaRPr>
          </a:p>
        </p:txBody>
      </p:sp>
      <p:sp>
        <p:nvSpPr>
          <p:cNvPr id="895" name="Google Shape;895;g2114997e136_1_434"/>
          <p:cNvSpPr txBox="1"/>
          <p:nvPr/>
        </p:nvSpPr>
        <p:spPr>
          <a:xfrm>
            <a:off x="5478450" y="4047413"/>
            <a:ext cx="2805000" cy="354000"/>
          </a:xfrm>
          <a:prstGeom prst="rect">
            <a:avLst/>
          </a:prstGeom>
          <a:solidFill>
            <a:srgbClr val="667E92"/>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Lato"/>
                <a:ea typeface="Lato"/>
                <a:cs typeface="Lato"/>
                <a:sym typeface="Lato"/>
              </a:rPr>
              <a:t>NDN Over Ethernet</a:t>
            </a:r>
            <a:endParaRPr sz="11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2137b997acb_0_272"/>
          <p:cNvSpPr txBox="1"/>
          <p:nvPr>
            <p:ph idx="4294967295" type="title"/>
          </p:nvPr>
        </p:nvSpPr>
        <p:spPr>
          <a:xfrm>
            <a:off x="142875" y="191750"/>
            <a:ext cx="61731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2900">
                <a:solidFill>
                  <a:schemeClr val="dk1"/>
                </a:solidFill>
              </a:rPr>
              <a:t>Physical Testbed </a:t>
            </a:r>
            <a:r>
              <a:rPr lang="en" sz="2900">
                <a:solidFill>
                  <a:schemeClr val="dk1"/>
                </a:solidFill>
                <a:extLst>
                  <a:ext uri="http://customooxmlschemas.google.com/">
                    <go:slidesCustomData xmlns:go="http://customooxmlschemas.google.com/" textRoundtripDataId="7"/>
                  </a:ext>
                </a:extLst>
              </a:rPr>
              <a:t> </a:t>
            </a:r>
            <a:endParaRPr sz="2900">
              <a:solidFill>
                <a:schemeClr val="dk1"/>
              </a:solidFill>
            </a:endParaRPr>
          </a:p>
        </p:txBody>
      </p:sp>
      <p:grpSp>
        <p:nvGrpSpPr>
          <p:cNvPr id="901" name="Google Shape;901;g2137b997acb_0_272"/>
          <p:cNvGrpSpPr/>
          <p:nvPr/>
        </p:nvGrpSpPr>
        <p:grpSpPr>
          <a:xfrm rot="5400000">
            <a:off x="3803403" y="1550879"/>
            <a:ext cx="1224069" cy="415007"/>
            <a:chOff x="4852824" y="2637577"/>
            <a:chExt cx="1459310" cy="501458"/>
          </a:xfrm>
        </p:grpSpPr>
        <p:sp>
          <p:nvSpPr>
            <p:cNvPr id="902" name="Google Shape;902;g2137b997acb_0_272"/>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g2137b997acb_0_272"/>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g2137b997acb_0_272"/>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2137b997acb_0_272"/>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6" name="Google Shape;906;g2137b997acb_0_272"/>
          <p:cNvGrpSpPr/>
          <p:nvPr/>
        </p:nvGrpSpPr>
        <p:grpSpPr>
          <a:xfrm rot="10800000">
            <a:off x="4829904" y="1210276"/>
            <a:ext cx="1224069" cy="415007"/>
            <a:chOff x="4852824" y="2637577"/>
            <a:chExt cx="1459310" cy="501458"/>
          </a:xfrm>
        </p:grpSpPr>
        <p:sp>
          <p:nvSpPr>
            <p:cNvPr id="907" name="Google Shape;907;g2137b997acb_0_272"/>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g2137b997acb_0_272"/>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g2137b997acb_0_272"/>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2137b997acb_0_272"/>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911" name="Google Shape;911;g2137b997acb_0_272"/>
          <p:cNvPicPr preferRelativeResize="0"/>
          <p:nvPr/>
        </p:nvPicPr>
        <p:blipFill>
          <a:blip r:embed="rId3">
            <a:alphaModFix/>
          </a:blip>
          <a:stretch>
            <a:fillRect/>
          </a:stretch>
        </p:blipFill>
        <p:spPr>
          <a:xfrm>
            <a:off x="653188" y="1042381"/>
            <a:ext cx="7837626" cy="3588150"/>
          </a:xfrm>
          <a:prstGeom prst="rect">
            <a:avLst/>
          </a:prstGeom>
          <a:noFill/>
          <a:ln cap="flat" cmpd="sng" w="38100">
            <a:solidFill>
              <a:srgbClr val="F5DE34"/>
            </a:solidFill>
            <a:prstDash val="solid"/>
            <a:round/>
            <a:headEnd len="sm" w="sm" type="none"/>
            <a:tailEnd len="sm" w="sm" type="none"/>
          </a:ln>
        </p:spPr>
      </p:pic>
      <p:sp>
        <p:nvSpPr>
          <p:cNvPr id="912" name="Google Shape;912;g2137b997acb_0_272"/>
          <p:cNvSpPr txBox="1"/>
          <p:nvPr/>
        </p:nvSpPr>
        <p:spPr>
          <a:xfrm flipH="1">
            <a:off x="1026225" y="2855125"/>
            <a:ext cx="1215000" cy="354000"/>
          </a:xfrm>
          <a:prstGeom prst="rect">
            <a:avLst/>
          </a:prstGeom>
          <a:solidFill>
            <a:srgbClr val="667E92"/>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Lato"/>
                <a:ea typeface="Lato"/>
                <a:cs typeface="Lato"/>
                <a:sym typeface="Lato"/>
              </a:rPr>
              <a:t>CAN </a:t>
            </a:r>
            <a:r>
              <a:rPr lang="en" sz="1100">
                <a:solidFill>
                  <a:schemeClr val="lt1"/>
                </a:solidFill>
                <a:latin typeface="Lato"/>
                <a:ea typeface="Lato"/>
                <a:cs typeface="Lato"/>
                <a:sym typeface="Lato"/>
              </a:rPr>
              <a:t>connection</a:t>
            </a:r>
            <a:endParaRPr sz="1100">
              <a:solidFill>
                <a:schemeClr val="lt1"/>
              </a:solidFill>
              <a:latin typeface="Lato"/>
              <a:ea typeface="Lato"/>
              <a:cs typeface="Lato"/>
              <a:sym typeface="Lato"/>
            </a:endParaRPr>
          </a:p>
        </p:txBody>
      </p:sp>
      <p:cxnSp>
        <p:nvCxnSpPr>
          <p:cNvPr id="913" name="Google Shape;913;g2137b997acb_0_272"/>
          <p:cNvCxnSpPr>
            <a:stCxn id="912" idx="1"/>
          </p:cNvCxnSpPr>
          <p:nvPr/>
        </p:nvCxnSpPr>
        <p:spPr>
          <a:xfrm rot="10800000">
            <a:off x="1968825" y="2419225"/>
            <a:ext cx="272400" cy="612900"/>
          </a:xfrm>
          <a:prstGeom prst="straightConnector1">
            <a:avLst/>
          </a:prstGeom>
          <a:noFill/>
          <a:ln cap="flat" cmpd="sng" w="9525">
            <a:solidFill>
              <a:schemeClr val="lt1"/>
            </a:solidFill>
            <a:prstDash val="solid"/>
            <a:round/>
            <a:headEnd len="med" w="med" type="none"/>
            <a:tailEnd len="med" w="med" type="triangle"/>
          </a:ln>
        </p:spPr>
      </p:cxnSp>
      <p:sp>
        <p:nvSpPr>
          <p:cNvPr id="914" name="Google Shape;914;g2137b997acb_0_272"/>
          <p:cNvSpPr txBox="1"/>
          <p:nvPr/>
        </p:nvSpPr>
        <p:spPr>
          <a:xfrm flipH="1">
            <a:off x="4343613" y="3888825"/>
            <a:ext cx="1215000" cy="354000"/>
          </a:xfrm>
          <a:prstGeom prst="rect">
            <a:avLst/>
          </a:prstGeom>
          <a:solidFill>
            <a:srgbClr val="667E92"/>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Lato"/>
                <a:ea typeface="Lato"/>
                <a:cs typeface="Lato"/>
                <a:sym typeface="Lato"/>
              </a:rPr>
              <a:t>CAN Hats</a:t>
            </a:r>
            <a:endParaRPr sz="1100">
              <a:solidFill>
                <a:schemeClr val="lt1"/>
              </a:solidFill>
              <a:latin typeface="Lato"/>
              <a:ea typeface="Lato"/>
              <a:cs typeface="Lato"/>
              <a:sym typeface="Lato"/>
            </a:endParaRPr>
          </a:p>
        </p:txBody>
      </p:sp>
      <p:sp>
        <p:nvSpPr>
          <p:cNvPr id="915" name="Google Shape;915;g2137b997acb_0_272"/>
          <p:cNvSpPr txBox="1"/>
          <p:nvPr/>
        </p:nvSpPr>
        <p:spPr>
          <a:xfrm>
            <a:off x="6206175" y="3867075"/>
            <a:ext cx="2223000" cy="354000"/>
          </a:xfrm>
          <a:prstGeom prst="rect">
            <a:avLst/>
          </a:prstGeom>
          <a:solidFill>
            <a:srgbClr val="667E92"/>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Lato"/>
                <a:ea typeface="Lato"/>
                <a:cs typeface="Lato"/>
                <a:sym typeface="Lato"/>
              </a:rPr>
              <a:t>GW: Both CAN and Ethernet</a:t>
            </a:r>
            <a:endParaRPr sz="1100">
              <a:solidFill>
                <a:schemeClr val="lt1"/>
              </a:solidFill>
              <a:latin typeface="Lato"/>
              <a:ea typeface="Lato"/>
              <a:cs typeface="Lato"/>
              <a:sym typeface="Lato"/>
            </a:endParaRPr>
          </a:p>
        </p:txBody>
      </p:sp>
      <p:cxnSp>
        <p:nvCxnSpPr>
          <p:cNvPr id="916" name="Google Shape;916;g2137b997acb_0_272"/>
          <p:cNvCxnSpPr/>
          <p:nvPr/>
        </p:nvCxnSpPr>
        <p:spPr>
          <a:xfrm flipH="1" rot="10800000">
            <a:off x="6363525" y="3500575"/>
            <a:ext cx="748800" cy="381300"/>
          </a:xfrm>
          <a:prstGeom prst="straightConnector1">
            <a:avLst/>
          </a:prstGeom>
          <a:noFill/>
          <a:ln cap="flat" cmpd="sng" w="9525">
            <a:solidFill>
              <a:schemeClr val="lt1"/>
            </a:solidFill>
            <a:prstDash val="solid"/>
            <a:round/>
            <a:headEnd len="med" w="med" type="none"/>
            <a:tailEnd len="med" w="med" type="triangle"/>
          </a:ln>
        </p:spPr>
      </p:cxnSp>
      <p:cxnSp>
        <p:nvCxnSpPr>
          <p:cNvPr id="917" name="Google Shape;917;g2137b997acb_0_272"/>
          <p:cNvCxnSpPr/>
          <p:nvPr/>
        </p:nvCxnSpPr>
        <p:spPr>
          <a:xfrm flipH="1" rot="10800000">
            <a:off x="8214350" y="3646125"/>
            <a:ext cx="83100" cy="242700"/>
          </a:xfrm>
          <a:prstGeom prst="straightConnector1">
            <a:avLst/>
          </a:prstGeom>
          <a:noFill/>
          <a:ln cap="flat" cmpd="sng" w="9525">
            <a:solidFill>
              <a:schemeClr val="lt1"/>
            </a:solidFill>
            <a:prstDash val="solid"/>
            <a:round/>
            <a:headEnd len="med" w="med" type="none"/>
            <a:tailEnd len="med" w="med" type="triangle"/>
          </a:ln>
        </p:spPr>
      </p:cxnSp>
      <p:sp>
        <p:nvSpPr>
          <p:cNvPr id="918" name="Google Shape;918;g2137b997acb_0_272"/>
          <p:cNvSpPr txBox="1"/>
          <p:nvPr/>
        </p:nvSpPr>
        <p:spPr>
          <a:xfrm flipH="1">
            <a:off x="3099750" y="1663675"/>
            <a:ext cx="748800" cy="2124000"/>
          </a:xfrm>
          <a:prstGeom prst="rect">
            <a:avLst/>
          </a:prstGeom>
          <a:solidFill>
            <a:srgbClr val="667E92"/>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Lato"/>
                <a:ea typeface="Lato"/>
                <a:cs typeface="Lato"/>
                <a:sym typeface="Lato"/>
              </a:rPr>
              <a:t>ECU_1</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rPr lang="en" sz="1100">
                <a:solidFill>
                  <a:schemeClr val="lt1"/>
                </a:solidFill>
                <a:latin typeface="Lato"/>
                <a:ea typeface="Lato"/>
                <a:cs typeface="Lato"/>
                <a:sym typeface="Lato"/>
              </a:rPr>
              <a:t>ECU_2</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500">
              <a:solidFill>
                <a:schemeClr val="lt1"/>
              </a:solidFill>
              <a:latin typeface="Lato"/>
              <a:ea typeface="Lato"/>
              <a:cs typeface="Lato"/>
              <a:sym typeface="Lato"/>
            </a:endParaRPr>
          </a:p>
          <a:p>
            <a:pPr indent="0" lvl="0" marL="0" rtl="0" algn="ctr">
              <a:spcBef>
                <a:spcPts val="0"/>
              </a:spcBef>
              <a:spcAft>
                <a:spcPts val="0"/>
              </a:spcAft>
              <a:buNone/>
            </a:pPr>
            <a:r>
              <a:rPr lang="en" sz="1100">
                <a:solidFill>
                  <a:schemeClr val="lt1"/>
                </a:solidFill>
                <a:latin typeface="Lato"/>
                <a:ea typeface="Lato"/>
                <a:cs typeface="Lato"/>
                <a:sym typeface="Lato"/>
              </a:rPr>
              <a:t>ECU_3</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t/>
            </a:r>
            <a:endParaRPr sz="1100">
              <a:solidFill>
                <a:schemeClr val="lt1"/>
              </a:solidFill>
              <a:latin typeface="Lato"/>
              <a:ea typeface="Lato"/>
              <a:cs typeface="Lato"/>
              <a:sym typeface="Lato"/>
            </a:endParaRPr>
          </a:p>
          <a:p>
            <a:pPr indent="0" lvl="0" marL="0" rtl="0" algn="ctr">
              <a:spcBef>
                <a:spcPts val="0"/>
              </a:spcBef>
              <a:spcAft>
                <a:spcPts val="0"/>
              </a:spcAft>
              <a:buNone/>
            </a:pPr>
            <a:r>
              <a:rPr lang="en" sz="1100">
                <a:solidFill>
                  <a:schemeClr val="lt1"/>
                </a:solidFill>
                <a:latin typeface="Lato"/>
                <a:ea typeface="Lato"/>
                <a:cs typeface="Lato"/>
                <a:sym typeface="Lato"/>
              </a:rPr>
              <a:t>GW</a:t>
            </a:r>
            <a:endParaRPr sz="1100">
              <a:solidFill>
                <a:schemeClr val="lt1"/>
              </a:solidFill>
              <a:latin typeface="Lato"/>
              <a:ea typeface="Lato"/>
              <a:cs typeface="Lato"/>
              <a:sym typeface="Lato"/>
            </a:endParaRPr>
          </a:p>
        </p:txBody>
      </p:sp>
      <p:cxnSp>
        <p:nvCxnSpPr>
          <p:cNvPr id="919" name="Google Shape;919;g2137b997acb_0_272"/>
          <p:cNvCxnSpPr/>
          <p:nvPr/>
        </p:nvCxnSpPr>
        <p:spPr>
          <a:xfrm flipH="1" rot="10800000">
            <a:off x="4360200" y="1781375"/>
            <a:ext cx="485100" cy="2121300"/>
          </a:xfrm>
          <a:prstGeom prst="straightConnector1">
            <a:avLst/>
          </a:prstGeom>
          <a:noFill/>
          <a:ln cap="flat" cmpd="sng" w="9525">
            <a:solidFill>
              <a:schemeClr val="lt1"/>
            </a:solidFill>
            <a:prstDash val="solid"/>
            <a:round/>
            <a:headEnd len="med" w="med" type="none"/>
            <a:tailEnd len="med" w="med" type="triangle"/>
          </a:ln>
        </p:spPr>
      </p:cxnSp>
      <p:cxnSp>
        <p:nvCxnSpPr>
          <p:cNvPr id="920" name="Google Shape;920;g2137b997acb_0_272"/>
          <p:cNvCxnSpPr/>
          <p:nvPr/>
        </p:nvCxnSpPr>
        <p:spPr>
          <a:xfrm flipH="1" rot="10800000">
            <a:off x="4367125" y="2384725"/>
            <a:ext cx="748800" cy="1524900"/>
          </a:xfrm>
          <a:prstGeom prst="straightConnector1">
            <a:avLst/>
          </a:prstGeom>
          <a:noFill/>
          <a:ln cap="flat" cmpd="sng" w="9525">
            <a:solidFill>
              <a:schemeClr val="lt1"/>
            </a:solidFill>
            <a:prstDash val="solid"/>
            <a:round/>
            <a:headEnd len="med" w="med" type="none"/>
            <a:tailEnd len="med" w="med" type="triangle"/>
          </a:ln>
        </p:spPr>
      </p:cxnSp>
      <p:cxnSp>
        <p:nvCxnSpPr>
          <p:cNvPr id="921" name="Google Shape;921;g2137b997acb_0_272"/>
          <p:cNvCxnSpPr/>
          <p:nvPr/>
        </p:nvCxnSpPr>
        <p:spPr>
          <a:xfrm flipH="1" rot="10800000">
            <a:off x="4387925" y="2973850"/>
            <a:ext cx="734700" cy="921900"/>
          </a:xfrm>
          <a:prstGeom prst="straightConnector1">
            <a:avLst/>
          </a:prstGeom>
          <a:noFill/>
          <a:ln cap="flat" cmpd="sng" w="9525">
            <a:solidFill>
              <a:schemeClr val="lt1"/>
            </a:solidFill>
            <a:prstDash val="solid"/>
            <a:round/>
            <a:headEnd len="med" w="med" type="none"/>
            <a:tailEnd len="med" w="med" type="triangle"/>
          </a:ln>
        </p:spPr>
      </p:cxnSp>
      <p:cxnSp>
        <p:nvCxnSpPr>
          <p:cNvPr id="922" name="Google Shape;922;g2137b997acb_0_272"/>
          <p:cNvCxnSpPr/>
          <p:nvPr/>
        </p:nvCxnSpPr>
        <p:spPr>
          <a:xfrm flipH="1" rot="10800000">
            <a:off x="4394850" y="3570025"/>
            <a:ext cx="831900" cy="339600"/>
          </a:xfrm>
          <a:prstGeom prst="straightConnector1">
            <a:avLst/>
          </a:prstGeom>
          <a:noFill/>
          <a:ln cap="flat" cmpd="sng" w="9525">
            <a:solidFill>
              <a:schemeClr val="lt1"/>
            </a:solidFill>
            <a:prstDash val="solid"/>
            <a:round/>
            <a:headEnd len="med" w="med" type="none"/>
            <a:tailEnd len="med" w="med" type="triangle"/>
          </a:ln>
        </p:spPr>
      </p:cxnSp>
      <p:sp>
        <p:nvSpPr>
          <p:cNvPr id="923" name="Google Shape;923;g2137b997acb_0_272"/>
          <p:cNvSpPr txBox="1"/>
          <p:nvPr/>
        </p:nvSpPr>
        <p:spPr>
          <a:xfrm flipH="1">
            <a:off x="5897313" y="1309675"/>
            <a:ext cx="1215000" cy="354000"/>
          </a:xfrm>
          <a:prstGeom prst="rect">
            <a:avLst/>
          </a:prstGeom>
          <a:solidFill>
            <a:srgbClr val="667E92"/>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lt1"/>
                </a:solidFill>
                <a:latin typeface="Lato"/>
                <a:ea typeface="Lato"/>
                <a:cs typeface="Lato"/>
                <a:sym typeface="Lato"/>
              </a:rPr>
              <a:t>Power</a:t>
            </a:r>
            <a:endParaRPr sz="1100">
              <a:solidFill>
                <a:schemeClr val="lt1"/>
              </a:solidFill>
              <a:latin typeface="Lato"/>
              <a:ea typeface="Lato"/>
              <a:cs typeface="Lato"/>
              <a:sym typeface="Lato"/>
            </a:endParaRPr>
          </a:p>
        </p:txBody>
      </p:sp>
      <p:cxnSp>
        <p:nvCxnSpPr>
          <p:cNvPr id="924" name="Google Shape;924;g2137b997acb_0_272"/>
          <p:cNvCxnSpPr>
            <a:stCxn id="923" idx="2"/>
          </p:cNvCxnSpPr>
          <p:nvPr/>
        </p:nvCxnSpPr>
        <p:spPr>
          <a:xfrm>
            <a:off x="6504813" y="1663675"/>
            <a:ext cx="461700" cy="381300"/>
          </a:xfrm>
          <a:prstGeom prst="straightConnector1">
            <a:avLst/>
          </a:prstGeom>
          <a:noFill/>
          <a:ln cap="flat" cmpd="sng" w="9525">
            <a:solidFill>
              <a:schemeClr val="lt1"/>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grpSp>
        <p:nvGrpSpPr>
          <p:cNvPr id="929" name="Google Shape;929;g2134b8cac06_0_2"/>
          <p:cNvGrpSpPr/>
          <p:nvPr/>
        </p:nvGrpSpPr>
        <p:grpSpPr>
          <a:xfrm>
            <a:off x="-7" y="4765063"/>
            <a:ext cx="1911036" cy="378436"/>
            <a:chOff x="4852824" y="1904359"/>
            <a:chExt cx="2798003" cy="533083"/>
          </a:xfrm>
        </p:grpSpPr>
        <p:grpSp>
          <p:nvGrpSpPr>
            <p:cNvPr id="930" name="Google Shape;930;g2134b8cac06_0_2"/>
            <p:cNvGrpSpPr/>
            <p:nvPr/>
          </p:nvGrpSpPr>
          <p:grpSpPr>
            <a:xfrm>
              <a:off x="4852824" y="1904359"/>
              <a:ext cx="2688497" cy="533083"/>
              <a:chOff x="4852613" y="1904413"/>
              <a:chExt cx="2397875" cy="475500"/>
            </a:xfrm>
          </p:grpSpPr>
          <p:sp>
            <p:nvSpPr>
              <p:cNvPr id="931" name="Google Shape;931;g2134b8cac06_0_2"/>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2" name="Google Shape;932;g2134b8cac06_0_2"/>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g2134b8cac06_0_2"/>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4" name="Google Shape;934;g2134b8cac06_0_2"/>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35" name="Google Shape;935;g2134b8cac06_0_2"/>
          <p:cNvGrpSpPr/>
          <p:nvPr/>
        </p:nvGrpSpPr>
        <p:grpSpPr>
          <a:xfrm rot="10800000">
            <a:off x="4448904" y="1057876"/>
            <a:ext cx="1224069" cy="415007"/>
            <a:chOff x="4852824" y="2637577"/>
            <a:chExt cx="1459310" cy="501458"/>
          </a:xfrm>
        </p:grpSpPr>
        <p:sp>
          <p:nvSpPr>
            <p:cNvPr id="936" name="Google Shape;936;g2134b8cac06_0_2"/>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g2134b8cac06_0_2"/>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2134b8cac06_0_2"/>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g2134b8cac06_0_2"/>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940" name="Google Shape;940;g2134b8cac06_0_2"/>
          <p:cNvPicPr preferRelativeResize="0"/>
          <p:nvPr/>
        </p:nvPicPr>
        <p:blipFill rotWithShape="1">
          <a:blip r:embed="rId3">
            <a:alphaModFix/>
          </a:blip>
          <a:srcRect b="66908" l="0" r="65597" t="30001"/>
          <a:stretch/>
        </p:blipFill>
        <p:spPr>
          <a:xfrm>
            <a:off x="9677650" y="1472873"/>
            <a:ext cx="4866426" cy="141150"/>
          </a:xfrm>
          <a:prstGeom prst="rect">
            <a:avLst/>
          </a:prstGeom>
          <a:noFill/>
          <a:ln>
            <a:noFill/>
          </a:ln>
        </p:spPr>
      </p:pic>
      <p:pic>
        <p:nvPicPr>
          <p:cNvPr id="941" name="Google Shape;941;g2134b8cac06_0_2"/>
          <p:cNvPicPr preferRelativeResize="0"/>
          <p:nvPr/>
        </p:nvPicPr>
        <p:blipFill rotWithShape="1">
          <a:blip r:embed="rId3">
            <a:alphaModFix/>
          </a:blip>
          <a:srcRect b="66908" l="0" r="65597" t="30001"/>
          <a:stretch/>
        </p:blipFill>
        <p:spPr>
          <a:xfrm>
            <a:off x="9677650" y="1631048"/>
            <a:ext cx="4866426" cy="141150"/>
          </a:xfrm>
          <a:prstGeom prst="rect">
            <a:avLst/>
          </a:prstGeom>
          <a:noFill/>
          <a:ln>
            <a:noFill/>
          </a:ln>
        </p:spPr>
      </p:pic>
      <p:pic>
        <p:nvPicPr>
          <p:cNvPr id="942" name="Google Shape;942;g2134b8cac06_0_2"/>
          <p:cNvPicPr preferRelativeResize="0"/>
          <p:nvPr/>
        </p:nvPicPr>
        <p:blipFill>
          <a:blip r:embed="rId4">
            <a:alphaModFix/>
          </a:blip>
          <a:stretch>
            <a:fillRect/>
          </a:stretch>
        </p:blipFill>
        <p:spPr>
          <a:xfrm>
            <a:off x="1347451" y="1057875"/>
            <a:ext cx="6854575" cy="35265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grpSp>
        <p:nvGrpSpPr>
          <p:cNvPr id="947" name="Google Shape;947;g213d44db32b_0_4"/>
          <p:cNvGrpSpPr/>
          <p:nvPr/>
        </p:nvGrpSpPr>
        <p:grpSpPr>
          <a:xfrm>
            <a:off x="-7" y="4765063"/>
            <a:ext cx="1911036" cy="378436"/>
            <a:chOff x="4852824" y="1904359"/>
            <a:chExt cx="2798003" cy="533083"/>
          </a:xfrm>
        </p:grpSpPr>
        <p:grpSp>
          <p:nvGrpSpPr>
            <p:cNvPr id="948" name="Google Shape;948;g213d44db32b_0_4"/>
            <p:cNvGrpSpPr/>
            <p:nvPr/>
          </p:nvGrpSpPr>
          <p:grpSpPr>
            <a:xfrm>
              <a:off x="4852824" y="1904359"/>
              <a:ext cx="2688497" cy="533083"/>
              <a:chOff x="4852613" y="1904413"/>
              <a:chExt cx="2397875" cy="475500"/>
            </a:xfrm>
          </p:grpSpPr>
          <p:sp>
            <p:nvSpPr>
              <p:cNvPr id="949" name="Google Shape;949;g213d44db32b_0_4"/>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g213d44db32b_0_4"/>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g213d44db32b_0_4"/>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2" name="Google Shape;952;g213d44db32b_0_4"/>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3" name="Google Shape;953;g213d44db32b_0_4"/>
          <p:cNvGrpSpPr/>
          <p:nvPr/>
        </p:nvGrpSpPr>
        <p:grpSpPr>
          <a:xfrm rot="5400000">
            <a:off x="3803403" y="1550879"/>
            <a:ext cx="1224069" cy="415007"/>
            <a:chOff x="4852824" y="2637577"/>
            <a:chExt cx="1459310" cy="501458"/>
          </a:xfrm>
        </p:grpSpPr>
        <p:sp>
          <p:nvSpPr>
            <p:cNvPr id="954" name="Google Shape;954;g213d44db32b_0_4"/>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g213d44db32b_0_4"/>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g213d44db32b_0_4"/>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g213d44db32b_0_4"/>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8" name="Google Shape;958;g213d44db32b_0_4"/>
          <p:cNvGrpSpPr/>
          <p:nvPr/>
        </p:nvGrpSpPr>
        <p:grpSpPr>
          <a:xfrm rot="10800000">
            <a:off x="4448904" y="1057876"/>
            <a:ext cx="1224069" cy="415007"/>
            <a:chOff x="4852824" y="2637577"/>
            <a:chExt cx="1459310" cy="501458"/>
          </a:xfrm>
        </p:grpSpPr>
        <p:sp>
          <p:nvSpPr>
            <p:cNvPr id="959" name="Google Shape;959;g213d44db32b_0_4"/>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0" name="Google Shape;960;g213d44db32b_0_4"/>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1" name="Google Shape;961;g213d44db32b_0_4"/>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213d44db32b_0_4"/>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963" name="Google Shape;963;g213d44db32b_0_4"/>
          <p:cNvPicPr preferRelativeResize="0"/>
          <p:nvPr/>
        </p:nvPicPr>
        <p:blipFill rotWithShape="1">
          <a:blip r:embed="rId3">
            <a:alphaModFix/>
          </a:blip>
          <a:srcRect b="0" l="228" r="219" t="0"/>
          <a:stretch/>
        </p:blipFill>
        <p:spPr>
          <a:xfrm>
            <a:off x="102075" y="506600"/>
            <a:ext cx="4800653" cy="4130299"/>
          </a:xfrm>
          <a:prstGeom prst="rect">
            <a:avLst/>
          </a:prstGeom>
          <a:noFill/>
          <a:ln>
            <a:noFill/>
          </a:ln>
        </p:spPr>
      </p:pic>
      <p:pic>
        <p:nvPicPr>
          <p:cNvPr id="964" name="Google Shape;964;g213d44db32b_0_4"/>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965" name="Google Shape;965;g213d44db32b_0_4"/>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grpSp>
        <p:nvGrpSpPr>
          <p:cNvPr id="966" name="Google Shape;966;g213d44db32b_0_4"/>
          <p:cNvGrpSpPr/>
          <p:nvPr/>
        </p:nvGrpSpPr>
        <p:grpSpPr>
          <a:xfrm>
            <a:off x="4942631" y="1146402"/>
            <a:ext cx="3984890" cy="3018924"/>
            <a:chOff x="5028921" y="1280766"/>
            <a:chExt cx="3319082" cy="2514513"/>
          </a:xfrm>
        </p:grpSpPr>
        <p:grpSp>
          <p:nvGrpSpPr>
            <p:cNvPr id="967" name="Google Shape;967;g213d44db32b_0_4"/>
            <p:cNvGrpSpPr/>
            <p:nvPr/>
          </p:nvGrpSpPr>
          <p:grpSpPr>
            <a:xfrm>
              <a:off x="6217550" y="3331823"/>
              <a:ext cx="941837" cy="463455"/>
              <a:chOff x="6220825" y="3479898"/>
              <a:chExt cx="941837" cy="463455"/>
            </a:xfrm>
          </p:grpSpPr>
          <p:sp>
            <p:nvSpPr>
              <p:cNvPr id="968" name="Google Shape;968;g213d44db32b_0_4"/>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g213d44db32b_0_4"/>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0" name="Google Shape;970;g213d44db32b_0_4"/>
            <p:cNvGrpSpPr/>
            <p:nvPr/>
          </p:nvGrpSpPr>
          <p:grpSpPr>
            <a:xfrm>
              <a:off x="5028921" y="1280766"/>
              <a:ext cx="3319082" cy="2051064"/>
              <a:chOff x="5028921" y="1280766"/>
              <a:chExt cx="3319082" cy="2051064"/>
            </a:xfrm>
          </p:grpSpPr>
          <p:sp>
            <p:nvSpPr>
              <p:cNvPr id="971" name="Google Shape;971;g213d44db32b_0_4"/>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g213d44db32b_0_4"/>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73" name="Google Shape;973;g213d44db32b_0_4"/>
          <p:cNvSpPr txBox="1"/>
          <p:nvPr/>
        </p:nvSpPr>
        <p:spPr>
          <a:xfrm>
            <a:off x="5158214" y="1437661"/>
            <a:ext cx="3591000" cy="2047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a:t>
            </a:r>
            <a:r>
              <a:rPr b="1" lang="en" sz="1100">
                <a:solidFill>
                  <a:srgbClr val="869FB1"/>
                </a:solidFill>
                <a:latin typeface="Courier New"/>
                <a:ea typeface="Courier New"/>
                <a:cs typeface="Courier New"/>
                <a:sym typeface="Courier New"/>
              </a:rPr>
              <a:t>can: MSG Heard: ID: </a:t>
            </a:r>
            <a:r>
              <a:rPr b="1" lang="en" sz="1100" u="sng">
                <a:solidFill>
                  <a:srgbClr val="869FB1"/>
                </a:solidFill>
                <a:latin typeface="Courier New"/>
                <a:ea typeface="Courier New"/>
                <a:cs typeface="Courier New"/>
                <a:sym typeface="Courier New"/>
              </a:rPr>
              <a:t>0cf00310 </a:t>
            </a:r>
            <a:r>
              <a:rPr b="1" lang="en" sz="1100">
                <a:solidFill>
                  <a:srgbClr val="869FB1"/>
                </a:solidFill>
                <a:latin typeface="Courier New"/>
                <a:ea typeface="Courier New"/>
                <a:cs typeface="Courier New"/>
                <a:sym typeface="Courier New"/>
              </a:rPr>
              <a:t>     </a:t>
            </a:r>
            <a:endParaRPr b="1" sz="1100">
              <a:solidFill>
                <a:srgbClr val="869FB1"/>
              </a:solidFill>
              <a:latin typeface="Courier New"/>
              <a:ea typeface="Courier New"/>
              <a:cs typeface="Courier New"/>
              <a:sym typeface="Courier New"/>
            </a:endParaRPr>
          </a:p>
          <a:p>
            <a:pPr indent="457200" lvl="0" marL="0" rtl="0" algn="l">
              <a:spcBef>
                <a:spcPts val="0"/>
              </a:spcBef>
              <a:spcAft>
                <a:spcPts val="0"/>
              </a:spcAft>
              <a:buNone/>
            </a:pPr>
            <a:r>
              <a:rPr b="1" lang="en" sz="1100">
                <a:solidFill>
                  <a:srgbClr val="869FB1"/>
                </a:solidFill>
                <a:latin typeface="Courier New"/>
                <a:ea typeface="Courier New"/>
                <a:cs typeface="Courier New"/>
                <a:sym typeface="Courier New"/>
              </a:rPr>
              <a:t>00 00 7d 7d 7d 7d ff ff </a:t>
            </a:r>
            <a:endParaRPr b="1" sz="1100">
              <a:solidFill>
                <a:srgbClr val="869FB1"/>
              </a:solidFill>
              <a:latin typeface="Courier New"/>
              <a:ea typeface="Courier New"/>
              <a:cs typeface="Courier New"/>
              <a:sym typeface="Courier New"/>
            </a:endParaRPr>
          </a:p>
          <a:p>
            <a:pPr indent="457200" lvl="0" marL="0" rtl="0" algn="l">
              <a:spcBef>
                <a:spcPts val="0"/>
              </a:spcBef>
              <a:spcAft>
                <a:spcPts val="0"/>
              </a:spcAft>
              <a:buNone/>
            </a:pPr>
            <a:r>
              <a:rPr b="1" lang="en" sz="1100">
                <a:solidFill>
                  <a:srgbClr val="869FB1"/>
                </a:solidFill>
                <a:latin typeface="Courier New"/>
                <a:ea typeface="Courier New"/>
                <a:cs typeface="Courier New"/>
                <a:sym typeface="Courier New"/>
              </a:rPr>
              <a:t>Channel: can0 - 21:55:41</a:t>
            </a:r>
            <a:endParaRPr b="1"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p:txBody>
      </p:sp>
      <p:pic>
        <p:nvPicPr>
          <p:cNvPr id="974" name="Google Shape;974;g213d44db32b_0_4"/>
          <p:cNvPicPr preferRelativeResize="0"/>
          <p:nvPr/>
        </p:nvPicPr>
        <p:blipFill>
          <a:blip r:embed="rId5">
            <a:alphaModFix/>
          </a:blip>
          <a:stretch>
            <a:fillRect/>
          </a:stretch>
        </p:blipFill>
        <p:spPr>
          <a:xfrm>
            <a:off x="6263412" y="4358750"/>
            <a:ext cx="1807424" cy="713250"/>
          </a:xfrm>
          <a:prstGeom prst="rect">
            <a:avLst/>
          </a:prstGeom>
          <a:noFill/>
          <a:ln>
            <a:noFill/>
          </a:ln>
        </p:spPr>
      </p:pic>
      <p:sp>
        <p:nvSpPr>
          <p:cNvPr id="975" name="Google Shape;975;g213d44db32b_0_4"/>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grpSp>
        <p:nvGrpSpPr>
          <p:cNvPr id="980" name="Google Shape;980;g2134b8cac06_0_64"/>
          <p:cNvGrpSpPr/>
          <p:nvPr/>
        </p:nvGrpSpPr>
        <p:grpSpPr>
          <a:xfrm>
            <a:off x="-7" y="4765063"/>
            <a:ext cx="1911036" cy="378436"/>
            <a:chOff x="4852824" y="1904359"/>
            <a:chExt cx="2798003" cy="533083"/>
          </a:xfrm>
        </p:grpSpPr>
        <p:grpSp>
          <p:nvGrpSpPr>
            <p:cNvPr id="981" name="Google Shape;981;g2134b8cac06_0_64"/>
            <p:cNvGrpSpPr/>
            <p:nvPr/>
          </p:nvGrpSpPr>
          <p:grpSpPr>
            <a:xfrm>
              <a:off x="4852824" y="1904359"/>
              <a:ext cx="2688497" cy="533083"/>
              <a:chOff x="4852613" y="1904413"/>
              <a:chExt cx="2397875" cy="475500"/>
            </a:xfrm>
          </p:grpSpPr>
          <p:sp>
            <p:nvSpPr>
              <p:cNvPr id="982" name="Google Shape;982;g2134b8cac06_0_64"/>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g2134b8cac06_0_64"/>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g2134b8cac06_0_64"/>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5" name="Google Shape;985;g2134b8cac06_0_64"/>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6" name="Google Shape;986;g2134b8cac06_0_64"/>
          <p:cNvGrpSpPr/>
          <p:nvPr/>
        </p:nvGrpSpPr>
        <p:grpSpPr>
          <a:xfrm rot="5400000">
            <a:off x="3803403" y="1550879"/>
            <a:ext cx="1224069" cy="415007"/>
            <a:chOff x="4852824" y="2637577"/>
            <a:chExt cx="1459310" cy="501458"/>
          </a:xfrm>
        </p:grpSpPr>
        <p:sp>
          <p:nvSpPr>
            <p:cNvPr id="987" name="Google Shape;987;g2134b8cac06_0_64"/>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g2134b8cac06_0_64"/>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g2134b8cac06_0_64"/>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g2134b8cac06_0_64"/>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1" name="Google Shape;991;g2134b8cac06_0_64"/>
          <p:cNvGrpSpPr/>
          <p:nvPr/>
        </p:nvGrpSpPr>
        <p:grpSpPr>
          <a:xfrm rot="10800000">
            <a:off x="4448904" y="1057876"/>
            <a:ext cx="1224069" cy="415007"/>
            <a:chOff x="4852824" y="2637577"/>
            <a:chExt cx="1459310" cy="501458"/>
          </a:xfrm>
        </p:grpSpPr>
        <p:sp>
          <p:nvSpPr>
            <p:cNvPr id="992" name="Google Shape;992;g2134b8cac06_0_64"/>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3" name="Google Shape;993;g2134b8cac06_0_64"/>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g2134b8cac06_0_64"/>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g2134b8cac06_0_64"/>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996" name="Google Shape;996;g2134b8cac06_0_64"/>
          <p:cNvPicPr preferRelativeResize="0"/>
          <p:nvPr/>
        </p:nvPicPr>
        <p:blipFill rotWithShape="1">
          <a:blip r:embed="rId3">
            <a:alphaModFix/>
          </a:blip>
          <a:srcRect b="0" l="109" r="109" t="0"/>
          <a:stretch/>
        </p:blipFill>
        <p:spPr>
          <a:xfrm>
            <a:off x="102075" y="506600"/>
            <a:ext cx="4800650" cy="4130299"/>
          </a:xfrm>
          <a:prstGeom prst="rect">
            <a:avLst/>
          </a:prstGeom>
          <a:noFill/>
          <a:ln>
            <a:noFill/>
          </a:ln>
        </p:spPr>
      </p:pic>
      <p:pic>
        <p:nvPicPr>
          <p:cNvPr id="997" name="Google Shape;997;g2134b8cac06_0_64"/>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998" name="Google Shape;998;g2134b8cac06_0_64"/>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grpSp>
        <p:nvGrpSpPr>
          <p:cNvPr id="999" name="Google Shape;999;g2134b8cac06_0_64"/>
          <p:cNvGrpSpPr/>
          <p:nvPr/>
        </p:nvGrpSpPr>
        <p:grpSpPr>
          <a:xfrm>
            <a:off x="4942631" y="1146402"/>
            <a:ext cx="3984890" cy="3018924"/>
            <a:chOff x="5028921" y="1280766"/>
            <a:chExt cx="3319082" cy="2514513"/>
          </a:xfrm>
        </p:grpSpPr>
        <p:grpSp>
          <p:nvGrpSpPr>
            <p:cNvPr id="1000" name="Google Shape;1000;g2134b8cac06_0_64"/>
            <p:cNvGrpSpPr/>
            <p:nvPr/>
          </p:nvGrpSpPr>
          <p:grpSpPr>
            <a:xfrm>
              <a:off x="6217550" y="3331823"/>
              <a:ext cx="941837" cy="463455"/>
              <a:chOff x="6220825" y="3479898"/>
              <a:chExt cx="941837" cy="463455"/>
            </a:xfrm>
          </p:grpSpPr>
          <p:sp>
            <p:nvSpPr>
              <p:cNvPr id="1001" name="Google Shape;1001;g2134b8cac06_0_64"/>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g2134b8cac06_0_64"/>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3" name="Google Shape;1003;g2134b8cac06_0_64"/>
            <p:cNvGrpSpPr/>
            <p:nvPr/>
          </p:nvGrpSpPr>
          <p:grpSpPr>
            <a:xfrm>
              <a:off x="5028921" y="1280766"/>
              <a:ext cx="3319082" cy="2051064"/>
              <a:chOff x="5028921" y="1280766"/>
              <a:chExt cx="3319082" cy="2051064"/>
            </a:xfrm>
          </p:grpSpPr>
          <p:sp>
            <p:nvSpPr>
              <p:cNvPr id="1004" name="Google Shape;1004;g2134b8cac06_0_64"/>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g2134b8cac06_0_64"/>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06" name="Google Shape;1006;g2134b8cac06_0_64"/>
          <p:cNvSpPr txBox="1"/>
          <p:nvPr/>
        </p:nvSpPr>
        <p:spPr>
          <a:xfrm>
            <a:off x="5158214" y="1437661"/>
            <a:ext cx="3591000" cy="2047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MSG Heard: ID: </a:t>
            </a:r>
            <a:r>
              <a:rPr b="1" lang="en" sz="1100">
                <a:solidFill>
                  <a:srgbClr val="869FB1"/>
                </a:solidFill>
                <a:latin typeface="Courier New"/>
                <a:ea typeface="Courier New"/>
                <a:cs typeface="Courier New"/>
                <a:sym typeface="Courier New"/>
              </a:rPr>
              <a:t>0cf00310</a:t>
            </a:r>
            <a:r>
              <a:rPr lang="en" sz="1100">
                <a:solidFill>
                  <a:srgbClr val="869FB1"/>
                </a:solidFill>
                <a:latin typeface="Courier New"/>
                <a:ea typeface="Courier New"/>
                <a:cs typeface="Courier New"/>
                <a:sym typeface="Courier New"/>
              </a:rPr>
              <a:t>      </a:t>
            </a:r>
            <a:endParaRPr sz="1100">
              <a:solidFill>
                <a:srgbClr val="869FB1"/>
              </a:solidFill>
              <a:latin typeface="Courier New"/>
              <a:ea typeface="Courier New"/>
              <a:cs typeface="Courier New"/>
              <a:sym typeface="Courier New"/>
            </a:endParaRPr>
          </a:p>
          <a:p>
            <a:pPr indent="457200" lvl="0" marL="0" rtl="0" algn="l">
              <a:spcBef>
                <a:spcPts val="0"/>
              </a:spcBef>
              <a:spcAft>
                <a:spcPts val="0"/>
              </a:spcAft>
              <a:buNone/>
            </a:pPr>
            <a:r>
              <a:rPr lang="en" sz="1100">
                <a:solidFill>
                  <a:srgbClr val="869FB1"/>
                </a:solidFill>
                <a:latin typeface="Courier New"/>
                <a:ea typeface="Courier New"/>
                <a:cs typeface="Courier New"/>
                <a:sym typeface="Courier New"/>
              </a:rPr>
              <a:t>00 00 7d 7d 7d 7d ff ff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MSG Heard: ID: </a:t>
            </a:r>
            <a:r>
              <a:rPr b="1" lang="en" sz="1100">
                <a:solidFill>
                  <a:srgbClr val="869FB1"/>
                </a:solidFill>
                <a:latin typeface="Courier New"/>
                <a:ea typeface="Courier New"/>
                <a:cs typeface="Courier New"/>
                <a:sym typeface="Courier New"/>
              </a:rPr>
              <a:t>0cf00300</a:t>
            </a:r>
            <a:r>
              <a:rPr lang="en" sz="1100">
                <a:solidFill>
                  <a:srgbClr val="869FB1"/>
                </a:solidFill>
                <a:latin typeface="Courier New"/>
                <a:ea typeface="Courier New"/>
                <a:cs typeface="Courier New"/>
                <a:sym typeface="Courier New"/>
              </a:rPr>
              <a:t>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     00 00 7d 7d 7d 7d ff ff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Filtering MSG </a:t>
            </a:r>
            <a:r>
              <a:rPr b="1" lang="en" sz="1100">
                <a:solidFill>
                  <a:srgbClr val="869FB1"/>
                </a:solidFill>
                <a:latin typeface="Courier New"/>
                <a:ea typeface="Courier New"/>
                <a:cs typeface="Courier New"/>
                <a:sym typeface="Courier New"/>
              </a:rPr>
              <a:t>0x0cf00300</a:t>
            </a:r>
            <a:endParaRPr b="1"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p:txBody>
      </p:sp>
      <p:pic>
        <p:nvPicPr>
          <p:cNvPr id="1007" name="Google Shape;1007;g2134b8cac06_0_64"/>
          <p:cNvPicPr preferRelativeResize="0"/>
          <p:nvPr/>
        </p:nvPicPr>
        <p:blipFill>
          <a:blip r:embed="rId5">
            <a:alphaModFix/>
          </a:blip>
          <a:stretch>
            <a:fillRect/>
          </a:stretch>
        </p:blipFill>
        <p:spPr>
          <a:xfrm>
            <a:off x="6263412" y="4358750"/>
            <a:ext cx="1807424" cy="713250"/>
          </a:xfrm>
          <a:prstGeom prst="rect">
            <a:avLst/>
          </a:prstGeom>
          <a:noFill/>
          <a:ln>
            <a:noFill/>
          </a:ln>
        </p:spPr>
      </p:pic>
      <p:sp>
        <p:nvSpPr>
          <p:cNvPr id="1008" name="Google Shape;1008;g2134b8cac06_0_64"/>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grpSp>
        <p:nvGrpSpPr>
          <p:cNvPr id="1013" name="Google Shape;1013;g2134b8cac06_0_95"/>
          <p:cNvGrpSpPr/>
          <p:nvPr/>
        </p:nvGrpSpPr>
        <p:grpSpPr>
          <a:xfrm>
            <a:off x="-7" y="4765063"/>
            <a:ext cx="1911036" cy="378436"/>
            <a:chOff x="4852824" y="1904359"/>
            <a:chExt cx="2798003" cy="533083"/>
          </a:xfrm>
        </p:grpSpPr>
        <p:grpSp>
          <p:nvGrpSpPr>
            <p:cNvPr id="1014" name="Google Shape;1014;g2134b8cac06_0_95"/>
            <p:cNvGrpSpPr/>
            <p:nvPr/>
          </p:nvGrpSpPr>
          <p:grpSpPr>
            <a:xfrm>
              <a:off x="4852824" y="1904359"/>
              <a:ext cx="2688497" cy="533083"/>
              <a:chOff x="4852613" y="1904413"/>
              <a:chExt cx="2397875" cy="475500"/>
            </a:xfrm>
          </p:grpSpPr>
          <p:sp>
            <p:nvSpPr>
              <p:cNvPr id="1015" name="Google Shape;1015;g2134b8cac06_0_95"/>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g2134b8cac06_0_95"/>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g2134b8cac06_0_95"/>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8" name="Google Shape;1018;g2134b8cac06_0_95"/>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9" name="Google Shape;1019;g2134b8cac06_0_95"/>
          <p:cNvGrpSpPr/>
          <p:nvPr/>
        </p:nvGrpSpPr>
        <p:grpSpPr>
          <a:xfrm rot="5400000">
            <a:off x="3803403" y="1550879"/>
            <a:ext cx="1224069" cy="415007"/>
            <a:chOff x="4852824" y="2637577"/>
            <a:chExt cx="1459310" cy="501458"/>
          </a:xfrm>
        </p:grpSpPr>
        <p:sp>
          <p:nvSpPr>
            <p:cNvPr id="1020" name="Google Shape;1020;g2134b8cac06_0_95"/>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g2134b8cac06_0_95"/>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2" name="Google Shape;1022;g2134b8cac06_0_95"/>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g2134b8cac06_0_95"/>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4" name="Google Shape;1024;g2134b8cac06_0_95"/>
          <p:cNvGrpSpPr/>
          <p:nvPr/>
        </p:nvGrpSpPr>
        <p:grpSpPr>
          <a:xfrm rot="10800000">
            <a:off x="4448904" y="1057876"/>
            <a:ext cx="1224069" cy="415007"/>
            <a:chOff x="4852824" y="2637577"/>
            <a:chExt cx="1459310" cy="501458"/>
          </a:xfrm>
        </p:grpSpPr>
        <p:sp>
          <p:nvSpPr>
            <p:cNvPr id="1025" name="Google Shape;1025;g2134b8cac06_0_95"/>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g2134b8cac06_0_95"/>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g2134b8cac06_0_95"/>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g2134b8cac06_0_95"/>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29" name="Google Shape;1029;g2134b8cac06_0_95"/>
          <p:cNvPicPr preferRelativeResize="0"/>
          <p:nvPr/>
        </p:nvPicPr>
        <p:blipFill rotWithShape="1">
          <a:blip r:embed="rId3">
            <a:alphaModFix/>
          </a:blip>
          <a:srcRect b="0" l="445" r="455" t="0"/>
          <a:stretch/>
        </p:blipFill>
        <p:spPr>
          <a:xfrm>
            <a:off x="102075" y="506600"/>
            <a:ext cx="4800651" cy="4130299"/>
          </a:xfrm>
          <a:prstGeom prst="rect">
            <a:avLst/>
          </a:prstGeom>
          <a:noFill/>
          <a:ln>
            <a:noFill/>
          </a:ln>
        </p:spPr>
      </p:pic>
      <p:pic>
        <p:nvPicPr>
          <p:cNvPr id="1030" name="Google Shape;1030;g2134b8cac06_0_95"/>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031" name="Google Shape;1031;g2134b8cac06_0_95"/>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grpSp>
        <p:nvGrpSpPr>
          <p:cNvPr id="1032" name="Google Shape;1032;g2134b8cac06_0_95"/>
          <p:cNvGrpSpPr/>
          <p:nvPr/>
        </p:nvGrpSpPr>
        <p:grpSpPr>
          <a:xfrm>
            <a:off x="4942631" y="1146402"/>
            <a:ext cx="3984890" cy="3018924"/>
            <a:chOff x="5028921" y="1280766"/>
            <a:chExt cx="3319082" cy="2514513"/>
          </a:xfrm>
        </p:grpSpPr>
        <p:grpSp>
          <p:nvGrpSpPr>
            <p:cNvPr id="1033" name="Google Shape;1033;g2134b8cac06_0_95"/>
            <p:cNvGrpSpPr/>
            <p:nvPr/>
          </p:nvGrpSpPr>
          <p:grpSpPr>
            <a:xfrm>
              <a:off x="6217550" y="3331823"/>
              <a:ext cx="941837" cy="463455"/>
              <a:chOff x="6220825" y="3479898"/>
              <a:chExt cx="941837" cy="463455"/>
            </a:xfrm>
          </p:grpSpPr>
          <p:sp>
            <p:nvSpPr>
              <p:cNvPr id="1034" name="Google Shape;1034;g2134b8cac06_0_95"/>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g2134b8cac06_0_95"/>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6" name="Google Shape;1036;g2134b8cac06_0_95"/>
            <p:cNvGrpSpPr/>
            <p:nvPr/>
          </p:nvGrpSpPr>
          <p:grpSpPr>
            <a:xfrm>
              <a:off x="5028921" y="1280766"/>
              <a:ext cx="3319082" cy="2051064"/>
              <a:chOff x="5028921" y="1280766"/>
              <a:chExt cx="3319082" cy="2051064"/>
            </a:xfrm>
          </p:grpSpPr>
          <p:sp>
            <p:nvSpPr>
              <p:cNvPr id="1037" name="Google Shape;1037;g2134b8cac06_0_95"/>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8" name="Google Shape;1038;g2134b8cac06_0_95"/>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39" name="Google Shape;1039;g2134b8cac06_0_95"/>
          <p:cNvSpPr txBox="1"/>
          <p:nvPr/>
        </p:nvSpPr>
        <p:spPr>
          <a:xfrm>
            <a:off x="5158214" y="1437661"/>
            <a:ext cx="3591000" cy="2047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pro:  Making NDN Packet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VSS_Generator: DECODED: CAN2Sig signals:</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AcceleratorPedal1LowIdleSwitch:0</a:t>
            </a:r>
            <a:r>
              <a:rPr lang="en" sz="1100">
                <a:solidFill>
                  <a:srgbClr val="869FB1"/>
                </a:solidFill>
                <a:latin typeface="Courier New"/>
                <a:ea typeface="Courier New"/>
                <a:cs typeface="Courier New"/>
                <a:sym typeface="Courier New"/>
              </a:rPr>
              <a:t> </a:t>
            </a:r>
            <a:r>
              <a:rPr lang="en" sz="1100">
                <a:solidFill>
                  <a:srgbClr val="869FB1"/>
                </a:solidFill>
                <a:latin typeface="Courier New"/>
                <a:ea typeface="Courier New"/>
                <a:cs typeface="Courier New"/>
                <a:sym typeface="Courier New"/>
              </a:rPr>
              <a:t>EnginePercentLoadAtCurrentSpee:  125.0</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VSS_Generator: Made NDN packet:</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/Vehicle/Engine/ElectricalController/2</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p:txBody>
      </p:sp>
      <p:pic>
        <p:nvPicPr>
          <p:cNvPr id="1040" name="Google Shape;1040;g2134b8cac06_0_95"/>
          <p:cNvPicPr preferRelativeResize="0"/>
          <p:nvPr/>
        </p:nvPicPr>
        <p:blipFill>
          <a:blip r:embed="rId5">
            <a:alphaModFix/>
          </a:blip>
          <a:stretch>
            <a:fillRect/>
          </a:stretch>
        </p:blipFill>
        <p:spPr>
          <a:xfrm>
            <a:off x="6263412" y="4358750"/>
            <a:ext cx="1807424" cy="713250"/>
          </a:xfrm>
          <a:prstGeom prst="rect">
            <a:avLst/>
          </a:prstGeom>
          <a:noFill/>
          <a:ln>
            <a:noFill/>
          </a:ln>
        </p:spPr>
      </p:pic>
      <p:sp>
        <p:nvSpPr>
          <p:cNvPr id="1041" name="Google Shape;1041;g2134b8cac06_0_95"/>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grpSp>
        <p:nvGrpSpPr>
          <p:cNvPr id="1046" name="Google Shape;1046;g2134b8cac06_0_127"/>
          <p:cNvGrpSpPr/>
          <p:nvPr/>
        </p:nvGrpSpPr>
        <p:grpSpPr>
          <a:xfrm>
            <a:off x="-7" y="4765063"/>
            <a:ext cx="1911036" cy="378436"/>
            <a:chOff x="4852824" y="1904359"/>
            <a:chExt cx="2798003" cy="533083"/>
          </a:xfrm>
        </p:grpSpPr>
        <p:grpSp>
          <p:nvGrpSpPr>
            <p:cNvPr id="1047" name="Google Shape;1047;g2134b8cac06_0_127"/>
            <p:cNvGrpSpPr/>
            <p:nvPr/>
          </p:nvGrpSpPr>
          <p:grpSpPr>
            <a:xfrm>
              <a:off x="4852824" y="1904359"/>
              <a:ext cx="2688497" cy="533083"/>
              <a:chOff x="4852613" y="1904413"/>
              <a:chExt cx="2397875" cy="475500"/>
            </a:xfrm>
          </p:grpSpPr>
          <p:sp>
            <p:nvSpPr>
              <p:cNvPr id="1048" name="Google Shape;1048;g2134b8cac06_0_127"/>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9" name="Google Shape;1049;g2134b8cac06_0_127"/>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g2134b8cac06_0_127"/>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1" name="Google Shape;1051;g2134b8cac06_0_127"/>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2" name="Google Shape;1052;g2134b8cac06_0_127"/>
          <p:cNvGrpSpPr/>
          <p:nvPr/>
        </p:nvGrpSpPr>
        <p:grpSpPr>
          <a:xfrm rot="5400000">
            <a:off x="3803403" y="1550879"/>
            <a:ext cx="1224069" cy="415007"/>
            <a:chOff x="4852824" y="2637577"/>
            <a:chExt cx="1459310" cy="501458"/>
          </a:xfrm>
        </p:grpSpPr>
        <p:sp>
          <p:nvSpPr>
            <p:cNvPr id="1053" name="Google Shape;1053;g2134b8cac06_0_127"/>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g2134b8cac06_0_127"/>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g2134b8cac06_0_127"/>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2134b8cac06_0_127"/>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7" name="Google Shape;1057;g2134b8cac06_0_127"/>
          <p:cNvGrpSpPr/>
          <p:nvPr/>
        </p:nvGrpSpPr>
        <p:grpSpPr>
          <a:xfrm rot="10800000">
            <a:off x="4448904" y="1057876"/>
            <a:ext cx="1224069" cy="415007"/>
            <a:chOff x="4852824" y="2637577"/>
            <a:chExt cx="1459310" cy="501458"/>
          </a:xfrm>
        </p:grpSpPr>
        <p:sp>
          <p:nvSpPr>
            <p:cNvPr id="1058" name="Google Shape;1058;g2134b8cac06_0_127"/>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g2134b8cac06_0_127"/>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g2134b8cac06_0_127"/>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g2134b8cac06_0_127"/>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62" name="Google Shape;1062;g2134b8cac06_0_127"/>
          <p:cNvPicPr preferRelativeResize="0"/>
          <p:nvPr/>
        </p:nvPicPr>
        <p:blipFill rotWithShape="1">
          <a:blip r:embed="rId3">
            <a:alphaModFix/>
          </a:blip>
          <a:srcRect b="0" l="445" r="455" t="0"/>
          <a:stretch/>
        </p:blipFill>
        <p:spPr>
          <a:xfrm>
            <a:off x="102075" y="506600"/>
            <a:ext cx="4800651" cy="4130299"/>
          </a:xfrm>
          <a:prstGeom prst="rect">
            <a:avLst/>
          </a:prstGeom>
          <a:noFill/>
          <a:ln>
            <a:noFill/>
          </a:ln>
        </p:spPr>
      </p:pic>
      <p:pic>
        <p:nvPicPr>
          <p:cNvPr id="1063" name="Google Shape;1063;g2134b8cac06_0_127"/>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064" name="Google Shape;1064;g2134b8cac06_0_127"/>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grpSp>
        <p:nvGrpSpPr>
          <p:cNvPr id="1065" name="Google Shape;1065;g2134b8cac06_0_127"/>
          <p:cNvGrpSpPr/>
          <p:nvPr/>
        </p:nvGrpSpPr>
        <p:grpSpPr>
          <a:xfrm>
            <a:off x="4942631" y="1146402"/>
            <a:ext cx="3984890" cy="3018924"/>
            <a:chOff x="5028921" y="1280766"/>
            <a:chExt cx="3319082" cy="2514513"/>
          </a:xfrm>
        </p:grpSpPr>
        <p:grpSp>
          <p:nvGrpSpPr>
            <p:cNvPr id="1066" name="Google Shape;1066;g2134b8cac06_0_127"/>
            <p:cNvGrpSpPr/>
            <p:nvPr/>
          </p:nvGrpSpPr>
          <p:grpSpPr>
            <a:xfrm>
              <a:off x="6217550" y="3331823"/>
              <a:ext cx="941837" cy="463455"/>
              <a:chOff x="6220825" y="3479898"/>
              <a:chExt cx="941837" cy="463455"/>
            </a:xfrm>
          </p:grpSpPr>
          <p:sp>
            <p:nvSpPr>
              <p:cNvPr id="1067" name="Google Shape;1067;g2134b8cac06_0_127"/>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2134b8cac06_0_127"/>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9" name="Google Shape;1069;g2134b8cac06_0_127"/>
            <p:cNvGrpSpPr/>
            <p:nvPr/>
          </p:nvGrpSpPr>
          <p:grpSpPr>
            <a:xfrm>
              <a:off x="5028921" y="1280766"/>
              <a:ext cx="3319082" cy="2051064"/>
              <a:chOff x="5028921" y="1280766"/>
              <a:chExt cx="3319082" cy="2051064"/>
            </a:xfrm>
          </p:grpSpPr>
          <p:sp>
            <p:nvSpPr>
              <p:cNvPr id="1070" name="Google Shape;1070;g2134b8cac06_0_127"/>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g2134b8cac06_0_127"/>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72" name="Google Shape;1072;g2134b8cac06_0_127"/>
          <p:cNvSpPr txBox="1"/>
          <p:nvPr/>
        </p:nvSpPr>
        <p:spPr>
          <a:xfrm>
            <a:off x="5158214" y="1437661"/>
            <a:ext cx="3591000" cy="20472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Putting MSG into </a:t>
            </a:r>
            <a:endParaRPr sz="1100">
              <a:solidFill>
                <a:srgbClr val="869FB1"/>
              </a:solidFill>
              <a:latin typeface="Courier New"/>
              <a:ea typeface="Courier New"/>
              <a:cs typeface="Courier New"/>
              <a:sym typeface="Courier New"/>
            </a:endParaRPr>
          </a:p>
          <a:p>
            <a:pPr indent="457200" lvl="0" marL="0" rtl="0" algn="l">
              <a:spcBef>
                <a:spcPts val="0"/>
              </a:spcBef>
              <a:spcAft>
                <a:spcPts val="0"/>
              </a:spcAft>
              <a:buNone/>
            </a:pPr>
            <a:r>
              <a:rPr lang="en" sz="1100">
                <a:solidFill>
                  <a:srgbClr val="869FB1"/>
                </a:solidFill>
                <a:latin typeface="Courier New"/>
                <a:ea typeface="Courier New"/>
                <a:cs typeface="Courier New"/>
                <a:sym typeface="Courier New"/>
              </a:rPr>
              <a:t>buffer. Buffer Before</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NDN PACKETS: {}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Putting 0x0cf00300 in </a:t>
            </a:r>
            <a:endParaRPr sz="1100">
              <a:solidFill>
                <a:srgbClr val="869FB1"/>
              </a:solidFill>
              <a:latin typeface="Courier New"/>
              <a:ea typeface="Courier New"/>
              <a:cs typeface="Courier New"/>
              <a:sym typeface="Courier New"/>
            </a:endParaRPr>
          </a:p>
          <a:p>
            <a:pPr indent="457200" lvl="0" marL="0" rtl="0" algn="l">
              <a:spcBef>
                <a:spcPts val="0"/>
              </a:spcBef>
              <a:spcAft>
                <a:spcPts val="0"/>
              </a:spcAft>
              <a:buNone/>
            </a:pPr>
            <a:r>
              <a:rPr lang="en" sz="1100">
                <a:solidFill>
                  <a:srgbClr val="869FB1"/>
                </a:solidFill>
                <a:latin typeface="Courier New"/>
                <a:ea typeface="Courier New"/>
                <a:cs typeface="Courier New"/>
                <a:sym typeface="Courier New"/>
              </a:rPr>
              <a:t>buffer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Putting MSG into buffer.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NDN PACKETS: </a:t>
            </a:r>
            <a:endParaRPr sz="1100">
              <a:solidFill>
                <a:srgbClr val="869FB1"/>
              </a:solidFill>
              <a:latin typeface="Courier New"/>
              <a:ea typeface="Courier New"/>
              <a:cs typeface="Courier New"/>
              <a:sym typeface="Courier New"/>
            </a:endParaRPr>
          </a:p>
          <a:p>
            <a:pPr indent="457200" lvl="0" marL="0" rtl="0" algn="l">
              <a:spcBef>
                <a:spcPts val="0"/>
              </a:spcBef>
              <a:spcAft>
                <a:spcPts val="0"/>
              </a:spcAft>
              <a:buNone/>
            </a:pPr>
            <a:r>
              <a:rPr lang="en" sz="1100">
                <a:solidFill>
                  <a:srgbClr val="869FB1"/>
                </a:solidFill>
                <a:latin typeface="Courier New"/>
                <a:ea typeface="Courier New"/>
                <a:cs typeface="Courier New"/>
                <a:sym typeface="Courier New"/>
              </a:rPr>
              <a:t>{'/Vehicle/Engine/ElectricalCo</a:t>
            </a:r>
            <a:endParaRPr sz="1100">
              <a:solidFill>
                <a:srgbClr val="869FB1"/>
              </a:solidFill>
              <a:latin typeface="Courier New"/>
              <a:ea typeface="Courier New"/>
              <a:cs typeface="Courier New"/>
              <a:sym typeface="Courier New"/>
            </a:endParaRPr>
          </a:p>
          <a:p>
            <a:pPr indent="0" lvl="0" marL="457200" rtl="0" algn="l">
              <a:spcBef>
                <a:spcPts val="0"/>
              </a:spcBef>
              <a:spcAft>
                <a:spcPts val="0"/>
              </a:spcAft>
              <a:buNone/>
            </a:pPr>
            <a:r>
              <a:rPr lang="en" sz="1100">
                <a:solidFill>
                  <a:srgbClr val="869FB1"/>
                </a:solidFill>
                <a:latin typeface="Courier New"/>
                <a:ea typeface="Courier New"/>
                <a:cs typeface="Courier New"/>
                <a:sym typeface="Courier New"/>
              </a:rPr>
              <a:t>ntroller/2/EEC2'}</a:t>
            </a:r>
            <a:endParaRPr sz="1100">
              <a:solidFill>
                <a:srgbClr val="869FB1"/>
              </a:solidFill>
              <a:latin typeface="Courier New"/>
              <a:ea typeface="Courier New"/>
              <a:cs typeface="Courier New"/>
              <a:sym typeface="Courier New"/>
            </a:endParaRPr>
          </a:p>
          <a:p>
            <a:pPr indent="0" lvl="0" marL="457200" rtl="0" algn="l">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457200" rtl="0" algn="l">
              <a:spcBef>
                <a:spcPts val="0"/>
              </a:spcBef>
              <a:spcAft>
                <a:spcPts val="0"/>
              </a:spcAft>
              <a:buNone/>
            </a:pPr>
            <a:r>
              <a:t/>
            </a:r>
            <a:endParaRPr sz="1100">
              <a:solidFill>
                <a:srgbClr val="869FB1"/>
              </a:solidFill>
              <a:latin typeface="Courier New"/>
              <a:ea typeface="Courier New"/>
              <a:cs typeface="Courier New"/>
              <a:sym typeface="Courier New"/>
            </a:endParaRPr>
          </a:p>
        </p:txBody>
      </p:sp>
      <p:pic>
        <p:nvPicPr>
          <p:cNvPr id="1073" name="Google Shape;1073;g2134b8cac06_0_127"/>
          <p:cNvPicPr preferRelativeResize="0"/>
          <p:nvPr/>
        </p:nvPicPr>
        <p:blipFill>
          <a:blip r:embed="rId5">
            <a:alphaModFix/>
          </a:blip>
          <a:stretch>
            <a:fillRect/>
          </a:stretch>
        </p:blipFill>
        <p:spPr>
          <a:xfrm>
            <a:off x="6263412" y="4358750"/>
            <a:ext cx="1807424" cy="713250"/>
          </a:xfrm>
          <a:prstGeom prst="rect">
            <a:avLst/>
          </a:prstGeom>
          <a:noFill/>
          <a:ln>
            <a:noFill/>
          </a:ln>
        </p:spPr>
      </p:pic>
      <p:sp>
        <p:nvSpPr>
          <p:cNvPr id="1074" name="Google Shape;1074;g2134b8cac06_0_127"/>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grpSp>
        <p:nvGrpSpPr>
          <p:cNvPr id="1079" name="Google Shape;1079;g2134b8cac06_0_160"/>
          <p:cNvGrpSpPr/>
          <p:nvPr/>
        </p:nvGrpSpPr>
        <p:grpSpPr>
          <a:xfrm>
            <a:off x="-7" y="4765063"/>
            <a:ext cx="1911036" cy="378436"/>
            <a:chOff x="4852824" y="1904359"/>
            <a:chExt cx="2798003" cy="533083"/>
          </a:xfrm>
        </p:grpSpPr>
        <p:grpSp>
          <p:nvGrpSpPr>
            <p:cNvPr id="1080" name="Google Shape;1080;g2134b8cac06_0_160"/>
            <p:cNvGrpSpPr/>
            <p:nvPr/>
          </p:nvGrpSpPr>
          <p:grpSpPr>
            <a:xfrm>
              <a:off x="4852824" y="1904359"/>
              <a:ext cx="2688497" cy="533083"/>
              <a:chOff x="4852613" y="1904413"/>
              <a:chExt cx="2397875" cy="475500"/>
            </a:xfrm>
          </p:grpSpPr>
          <p:sp>
            <p:nvSpPr>
              <p:cNvPr id="1081" name="Google Shape;1081;g2134b8cac06_0_160"/>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2134b8cac06_0_160"/>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g2134b8cac06_0_160"/>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84" name="Google Shape;1084;g2134b8cac06_0_160"/>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5" name="Google Shape;1085;g2134b8cac06_0_160"/>
          <p:cNvGrpSpPr/>
          <p:nvPr/>
        </p:nvGrpSpPr>
        <p:grpSpPr>
          <a:xfrm rot="5400000">
            <a:off x="3803403" y="1550879"/>
            <a:ext cx="1224069" cy="415007"/>
            <a:chOff x="4852824" y="2637577"/>
            <a:chExt cx="1459310" cy="501458"/>
          </a:xfrm>
        </p:grpSpPr>
        <p:sp>
          <p:nvSpPr>
            <p:cNvPr id="1086" name="Google Shape;1086;g2134b8cac06_0_160"/>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g2134b8cac06_0_160"/>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g2134b8cac06_0_160"/>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g2134b8cac06_0_160"/>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90" name="Google Shape;1090;g2134b8cac06_0_160"/>
          <p:cNvPicPr preferRelativeResize="0"/>
          <p:nvPr/>
        </p:nvPicPr>
        <p:blipFill rotWithShape="1">
          <a:blip r:embed="rId3">
            <a:alphaModFix/>
          </a:blip>
          <a:srcRect b="0" l="1305" r="1305" t="0"/>
          <a:stretch/>
        </p:blipFill>
        <p:spPr>
          <a:xfrm>
            <a:off x="25875" y="524639"/>
            <a:ext cx="4554527" cy="4166660"/>
          </a:xfrm>
          <a:prstGeom prst="rect">
            <a:avLst/>
          </a:prstGeom>
          <a:noFill/>
          <a:ln>
            <a:noFill/>
          </a:ln>
        </p:spPr>
      </p:pic>
      <p:pic>
        <p:nvPicPr>
          <p:cNvPr id="1091" name="Google Shape;1091;g2134b8cac06_0_160"/>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092" name="Google Shape;1092;g2134b8cac06_0_160"/>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sp>
        <p:nvSpPr>
          <p:cNvPr id="1093" name="Google Shape;1093;g2134b8cac06_0_160"/>
          <p:cNvSpPr/>
          <p:nvPr/>
        </p:nvSpPr>
        <p:spPr>
          <a:xfrm>
            <a:off x="-62150" y="2136650"/>
            <a:ext cx="1686000" cy="326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4" name="Google Shape;1094;g2134b8cac06_0_160"/>
          <p:cNvPicPr preferRelativeResize="0"/>
          <p:nvPr/>
        </p:nvPicPr>
        <p:blipFill>
          <a:blip r:embed="rId5">
            <a:alphaModFix/>
          </a:blip>
          <a:stretch>
            <a:fillRect/>
          </a:stretch>
        </p:blipFill>
        <p:spPr>
          <a:xfrm>
            <a:off x="6263412" y="4358750"/>
            <a:ext cx="1807424" cy="713250"/>
          </a:xfrm>
          <a:prstGeom prst="rect">
            <a:avLst/>
          </a:prstGeom>
          <a:noFill/>
          <a:ln>
            <a:noFill/>
          </a:ln>
        </p:spPr>
      </p:pic>
      <p:grpSp>
        <p:nvGrpSpPr>
          <p:cNvPr id="1095" name="Google Shape;1095;g2134b8cac06_0_160"/>
          <p:cNvGrpSpPr/>
          <p:nvPr/>
        </p:nvGrpSpPr>
        <p:grpSpPr>
          <a:xfrm>
            <a:off x="4942631" y="1146402"/>
            <a:ext cx="3984890" cy="3018924"/>
            <a:chOff x="5028921" y="1280766"/>
            <a:chExt cx="3319082" cy="2514513"/>
          </a:xfrm>
        </p:grpSpPr>
        <p:grpSp>
          <p:nvGrpSpPr>
            <p:cNvPr id="1096" name="Google Shape;1096;g2134b8cac06_0_160"/>
            <p:cNvGrpSpPr/>
            <p:nvPr/>
          </p:nvGrpSpPr>
          <p:grpSpPr>
            <a:xfrm>
              <a:off x="6217550" y="3331823"/>
              <a:ext cx="941837" cy="463455"/>
              <a:chOff x="6220825" y="3479898"/>
              <a:chExt cx="941837" cy="463455"/>
            </a:xfrm>
          </p:grpSpPr>
          <p:sp>
            <p:nvSpPr>
              <p:cNvPr id="1097" name="Google Shape;1097;g2134b8cac06_0_160"/>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8" name="Google Shape;1098;g2134b8cac06_0_160"/>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9" name="Google Shape;1099;g2134b8cac06_0_160"/>
            <p:cNvGrpSpPr/>
            <p:nvPr/>
          </p:nvGrpSpPr>
          <p:grpSpPr>
            <a:xfrm>
              <a:off x="5028921" y="1280766"/>
              <a:ext cx="3319082" cy="2051064"/>
              <a:chOff x="5028921" y="1280766"/>
              <a:chExt cx="3319082" cy="2051064"/>
            </a:xfrm>
          </p:grpSpPr>
          <p:sp>
            <p:nvSpPr>
              <p:cNvPr id="1100" name="Google Shape;1100;g2134b8cac06_0_160"/>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2134b8cac06_0_160"/>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02" name="Google Shape;1102;g2134b8cac06_0_160"/>
          <p:cNvSpPr txBox="1"/>
          <p:nvPr/>
        </p:nvSpPr>
        <p:spPr>
          <a:xfrm>
            <a:off x="5158214" y="1437661"/>
            <a:ext cx="3591000" cy="19425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Msg Recieved:  </a:t>
            </a:r>
            <a:r>
              <a:rPr lang="en" sz="1000">
                <a:solidFill>
                  <a:srgbClr val="869FB1"/>
                </a:solidFill>
                <a:latin typeface="Courier New"/>
                <a:ea typeface="Courier New"/>
                <a:cs typeface="Courier New"/>
                <a:sym typeface="Courier New"/>
              </a:rPr>
              <a:t>/Vehicle/Engine/ElectricalController/2</a:t>
            </a:r>
            <a:endParaRPr sz="10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000">
                <a:solidFill>
                  <a:srgbClr val="869FB1"/>
                </a:solidFill>
                <a:latin typeface="Courier New"/>
                <a:ea typeface="Courier New"/>
                <a:cs typeface="Courier New"/>
                <a:sym typeface="Courier New"/>
              </a:rPr>
              <a:t>|</a:t>
            </a:r>
            <a:endParaRPr sz="10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KeyRequest: /Vehicle/Engine/ElectricalController/2 in filter </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Data found in can buffer </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a:t>
            </a:r>
            <a:endParaRPr sz="1100">
              <a:solidFill>
                <a:srgbClr val="869FB1"/>
              </a:solidFill>
              <a:latin typeface="Courier New"/>
              <a:ea typeface="Courier New"/>
              <a:cs typeface="Courier New"/>
              <a:sym typeface="Courier New"/>
            </a:endParaRPr>
          </a:p>
        </p:txBody>
      </p:sp>
      <p:sp>
        <p:nvSpPr>
          <p:cNvPr id="1103" name="Google Shape;1103;g2134b8cac06_0_160"/>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grpSp>
        <p:nvGrpSpPr>
          <p:cNvPr id="1108" name="Google Shape;1108;g2134b8cac06_0_190"/>
          <p:cNvGrpSpPr/>
          <p:nvPr/>
        </p:nvGrpSpPr>
        <p:grpSpPr>
          <a:xfrm>
            <a:off x="-7" y="4765063"/>
            <a:ext cx="1911036" cy="378436"/>
            <a:chOff x="4852824" y="1904359"/>
            <a:chExt cx="2798003" cy="533083"/>
          </a:xfrm>
        </p:grpSpPr>
        <p:grpSp>
          <p:nvGrpSpPr>
            <p:cNvPr id="1109" name="Google Shape;1109;g2134b8cac06_0_190"/>
            <p:cNvGrpSpPr/>
            <p:nvPr/>
          </p:nvGrpSpPr>
          <p:grpSpPr>
            <a:xfrm>
              <a:off x="4852824" y="1904359"/>
              <a:ext cx="2688497" cy="533083"/>
              <a:chOff x="4852613" y="1904413"/>
              <a:chExt cx="2397875" cy="475500"/>
            </a:xfrm>
          </p:grpSpPr>
          <p:sp>
            <p:nvSpPr>
              <p:cNvPr id="1110" name="Google Shape;1110;g2134b8cac06_0_190"/>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g2134b8cac06_0_190"/>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g2134b8cac06_0_190"/>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3" name="Google Shape;1113;g2134b8cac06_0_190"/>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4" name="Google Shape;1114;g2134b8cac06_0_190"/>
          <p:cNvGrpSpPr/>
          <p:nvPr/>
        </p:nvGrpSpPr>
        <p:grpSpPr>
          <a:xfrm rot="5400000">
            <a:off x="3803403" y="1550879"/>
            <a:ext cx="1224069" cy="415007"/>
            <a:chOff x="4852824" y="2637577"/>
            <a:chExt cx="1459310" cy="501458"/>
          </a:xfrm>
        </p:grpSpPr>
        <p:sp>
          <p:nvSpPr>
            <p:cNvPr id="1115" name="Google Shape;1115;g2134b8cac06_0_190"/>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g2134b8cac06_0_190"/>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g2134b8cac06_0_190"/>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g2134b8cac06_0_190"/>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9" name="Google Shape;1119;g2134b8cac06_0_190"/>
          <p:cNvGrpSpPr/>
          <p:nvPr/>
        </p:nvGrpSpPr>
        <p:grpSpPr>
          <a:xfrm rot="10800000">
            <a:off x="4448904" y="1057876"/>
            <a:ext cx="1224069" cy="415007"/>
            <a:chOff x="4852824" y="2637577"/>
            <a:chExt cx="1459310" cy="501458"/>
          </a:xfrm>
        </p:grpSpPr>
        <p:sp>
          <p:nvSpPr>
            <p:cNvPr id="1120" name="Google Shape;1120;g2134b8cac06_0_190"/>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g2134b8cac06_0_190"/>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g2134b8cac06_0_190"/>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g2134b8cac06_0_190"/>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24" name="Google Shape;1124;g2134b8cac06_0_190"/>
          <p:cNvPicPr preferRelativeResize="0"/>
          <p:nvPr/>
        </p:nvPicPr>
        <p:blipFill rotWithShape="1">
          <a:blip r:embed="rId3">
            <a:alphaModFix/>
          </a:blip>
          <a:srcRect b="0" l="1305" r="1305" t="0"/>
          <a:stretch/>
        </p:blipFill>
        <p:spPr>
          <a:xfrm>
            <a:off x="25875" y="524639"/>
            <a:ext cx="4554527" cy="4166660"/>
          </a:xfrm>
          <a:prstGeom prst="rect">
            <a:avLst/>
          </a:prstGeom>
          <a:noFill/>
          <a:ln>
            <a:noFill/>
          </a:ln>
        </p:spPr>
      </p:pic>
      <p:pic>
        <p:nvPicPr>
          <p:cNvPr id="1125" name="Google Shape;1125;g2134b8cac06_0_190"/>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126" name="Google Shape;1126;g2134b8cac06_0_190"/>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pic>
        <p:nvPicPr>
          <p:cNvPr id="1127" name="Google Shape;1127;g2134b8cac06_0_190"/>
          <p:cNvPicPr preferRelativeResize="0"/>
          <p:nvPr/>
        </p:nvPicPr>
        <p:blipFill>
          <a:blip r:embed="rId5">
            <a:alphaModFix/>
          </a:blip>
          <a:stretch>
            <a:fillRect/>
          </a:stretch>
        </p:blipFill>
        <p:spPr>
          <a:xfrm>
            <a:off x="6263412" y="4358750"/>
            <a:ext cx="1807424" cy="713250"/>
          </a:xfrm>
          <a:prstGeom prst="rect">
            <a:avLst/>
          </a:prstGeom>
          <a:noFill/>
          <a:ln>
            <a:noFill/>
          </a:ln>
        </p:spPr>
      </p:pic>
      <p:grpSp>
        <p:nvGrpSpPr>
          <p:cNvPr id="1128" name="Google Shape;1128;g2134b8cac06_0_190"/>
          <p:cNvGrpSpPr/>
          <p:nvPr/>
        </p:nvGrpSpPr>
        <p:grpSpPr>
          <a:xfrm>
            <a:off x="4942631" y="1146402"/>
            <a:ext cx="3984890" cy="3018924"/>
            <a:chOff x="5028921" y="1280766"/>
            <a:chExt cx="3319082" cy="2514513"/>
          </a:xfrm>
        </p:grpSpPr>
        <p:grpSp>
          <p:nvGrpSpPr>
            <p:cNvPr id="1129" name="Google Shape;1129;g2134b8cac06_0_190"/>
            <p:cNvGrpSpPr/>
            <p:nvPr/>
          </p:nvGrpSpPr>
          <p:grpSpPr>
            <a:xfrm>
              <a:off x="6217550" y="3331823"/>
              <a:ext cx="941837" cy="463455"/>
              <a:chOff x="6220825" y="3479898"/>
              <a:chExt cx="941837" cy="463455"/>
            </a:xfrm>
          </p:grpSpPr>
          <p:sp>
            <p:nvSpPr>
              <p:cNvPr id="1130" name="Google Shape;1130;g2134b8cac06_0_190"/>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g2134b8cac06_0_190"/>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32" name="Google Shape;1132;g2134b8cac06_0_190"/>
            <p:cNvGrpSpPr/>
            <p:nvPr/>
          </p:nvGrpSpPr>
          <p:grpSpPr>
            <a:xfrm>
              <a:off x="5028921" y="1280766"/>
              <a:ext cx="3319082" cy="2051064"/>
              <a:chOff x="5028921" y="1280766"/>
              <a:chExt cx="3319082" cy="2051064"/>
            </a:xfrm>
          </p:grpSpPr>
          <p:sp>
            <p:nvSpPr>
              <p:cNvPr id="1133" name="Google Shape;1133;g2134b8cac06_0_190"/>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g2134b8cac06_0_190"/>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35" name="Google Shape;1135;g2134b8cac06_0_190"/>
          <p:cNvSpPr txBox="1"/>
          <p:nvPr/>
        </p:nvSpPr>
        <p:spPr>
          <a:xfrm>
            <a:off x="5158214" y="1437661"/>
            <a:ext cx="3591000" cy="19710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can: Buffer Before Removal: {'/Vehicle/Engine/ElectricalController/2': &lt;memory at 0xffff7b3de880&gt;}</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can: Buffer After Removal: {}  |</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Sending &lt;memory at 0xffff7b3de880&gt;</a:t>
            </a:r>
            <a:endParaRPr sz="1100">
              <a:solidFill>
                <a:srgbClr val="869FB1"/>
              </a:solidFill>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t/>
            </a:r>
            <a:endParaRPr sz="1100">
              <a:solidFill>
                <a:srgbClr val="869FB1"/>
              </a:solidFill>
              <a:latin typeface="Courier New"/>
              <a:ea typeface="Courier New"/>
              <a:cs typeface="Courier New"/>
              <a:sym typeface="Courier New"/>
            </a:endParaRPr>
          </a:p>
        </p:txBody>
      </p:sp>
      <p:sp>
        <p:nvSpPr>
          <p:cNvPr id="1136" name="Google Shape;1136;g2134b8cac06_0_190"/>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grpSp>
        <p:nvGrpSpPr>
          <p:cNvPr id="1141" name="Google Shape;1141;g2137b997acb_0_8"/>
          <p:cNvGrpSpPr/>
          <p:nvPr/>
        </p:nvGrpSpPr>
        <p:grpSpPr>
          <a:xfrm>
            <a:off x="-7" y="4765063"/>
            <a:ext cx="1911036" cy="378436"/>
            <a:chOff x="4852824" y="1904359"/>
            <a:chExt cx="2798003" cy="533083"/>
          </a:xfrm>
        </p:grpSpPr>
        <p:grpSp>
          <p:nvGrpSpPr>
            <p:cNvPr id="1142" name="Google Shape;1142;g2137b997acb_0_8"/>
            <p:cNvGrpSpPr/>
            <p:nvPr/>
          </p:nvGrpSpPr>
          <p:grpSpPr>
            <a:xfrm>
              <a:off x="4852824" y="1904359"/>
              <a:ext cx="2688497" cy="533083"/>
              <a:chOff x="4852613" y="1904413"/>
              <a:chExt cx="2397875" cy="475500"/>
            </a:xfrm>
          </p:grpSpPr>
          <p:sp>
            <p:nvSpPr>
              <p:cNvPr id="1143" name="Google Shape;1143;g2137b997acb_0_8"/>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4" name="Google Shape;1144;g2137b997acb_0_8"/>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5" name="Google Shape;1145;g2137b997acb_0_8"/>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6" name="Google Shape;1146;g2137b997acb_0_8"/>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7" name="Google Shape;1147;g2137b997acb_0_8"/>
          <p:cNvGrpSpPr/>
          <p:nvPr/>
        </p:nvGrpSpPr>
        <p:grpSpPr>
          <a:xfrm rot="5400000">
            <a:off x="3803403" y="1550879"/>
            <a:ext cx="1224069" cy="415007"/>
            <a:chOff x="4852824" y="2637577"/>
            <a:chExt cx="1459310" cy="501458"/>
          </a:xfrm>
        </p:grpSpPr>
        <p:sp>
          <p:nvSpPr>
            <p:cNvPr id="1148" name="Google Shape;1148;g2137b997acb_0_8"/>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9" name="Google Shape;1149;g2137b997acb_0_8"/>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g2137b997acb_0_8"/>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1" name="Google Shape;1151;g2137b997acb_0_8"/>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52" name="Google Shape;1152;g2137b997acb_0_8"/>
          <p:cNvGrpSpPr/>
          <p:nvPr/>
        </p:nvGrpSpPr>
        <p:grpSpPr>
          <a:xfrm rot="10800000">
            <a:off x="4448904" y="1057876"/>
            <a:ext cx="1224069" cy="415007"/>
            <a:chOff x="4852824" y="2637577"/>
            <a:chExt cx="1459310" cy="501458"/>
          </a:xfrm>
        </p:grpSpPr>
        <p:sp>
          <p:nvSpPr>
            <p:cNvPr id="1153" name="Google Shape;1153;g2137b997acb_0_8"/>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g2137b997acb_0_8"/>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g2137b997acb_0_8"/>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g2137b997acb_0_8"/>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57" name="Google Shape;1157;g2137b997acb_0_8"/>
          <p:cNvPicPr preferRelativeResize="0"/>
          <p:nvPr/>
        </p:nvPicPr>
        <p:blipFill rotWithShape="1">
          <a:blip r:embed="rId3">
            <a:alphaModFix/>
          </a:blip>
          <a:srcRect b="278" l="0" r="0" t="278"/>
          <a:stretch/>
        </p:blipFill>
        <p:spPr>
          <a:xfrm>
            <a:off x="116550" y="598425"/>
            <a:ext cx="5982373" cy="4166649"/>
          </a:xfrm>
          <a:prstGeom prst="rect">
            <a:avLst/>
          </a:prstGeom>
          <a:noFill/>
          <a:ln>
            <a:noFill/>
          </a:ln>
        </p:spPr>
      </p:pic>
      <p:pic>
        <p:nvPicPr>
          <p:cNvPr id="1158" name="Google Shape;1158;g2137b997acb_0_8"/>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159" name="Google Shape;1159;g2137b997acb_0_8"/>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grpSp>
        <p:nvGrpSpPr>
          <p:cNvPr id="1160" name="Google Shape;1160;g2137b997acb_0_8"/>
          <p:cNvGrpSpPr/>
          <p:nvPr/>
        </p:nvGrpSpPr>
        <p:grpSpPr>
          <a:xfrm>
            <a:off x="4513929" y="1057899"/>
            <a:ext cx="4629787" cy="3053121"/>
            <a:chOff x="5028921" y="1280766"/>
            <a:chExt cx="3319082" cy="2514513"/>
          </a:xfrm>
        </p:grpSpPr>
        <p:grpSp>
          <p:nvGrpSpPr>
            <p:cNvPr id="1161" name="Google Shape;1161;g2137b997acb_0_8"/>
            <p:cNvGrpSpPr/>
            <p:nvPr/>
          </p:nvGrpSpPr>
          <p:grpSpPr>
            <a:xfrm>
              <a:off x="6217550" y="3331823"/>
              <a:ext cx="941837" cy="463455"/>
              <a:chOff x="6220825" y="3479898"/>
              <a:chExt cx="941837" cy="463455"/>
            </a:xfrm>
          </p:grpSpPr>
          <p:sp>
            <p:nvSpPr>
              <p:cNvPr id="1162" name="Google Shape;1162;g2137b997acb_0_8"/>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g2137b997acb_0_8"/>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4" name="Google Shape;1164;g2137b997acb_0_8"/>
            <p:cNvGrpSpPr/>
            <p:nvPr/>
          </p:nvGrpSpPr>
          <p:grpSpPr>
            <a:xfrm>
              <a:off x="5028921" y="1280766"/>
              <a:ext cx="3319082" cy="2051064"/>
              <a:chOff x="5028921" y="1280766"/>
              <a:chExt cx="3319082" cy="2051064"/>
            </a:xfrm>
          </p:grpSpPr>
          <p:sp>
            <p:nvSpPr>
              <p:cNvPr id="1165" name="Google Shape;1165;g2137b997acb_0_8"/>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g2137b997acb_0_8"/>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pic>
        <p:nvPicPr>
          <p:cNvPr id="1167" name="Google Shape;1167;g2137b997acb_0_8"/>
          <p:cNvPicPr preferRelativeResize="0"/>
          <p:nvPr/>
        </p:nvPicPr>
        <p:blipFill rotWithShape="1">
          <a:blip r:embed="rId5">
            <a:alphaModFix/>
          </a:blip>
          <a:srcRect b="0" l="0" r="0" t="0"/>
          <a:stretch/>
        </p:blipFill>
        <p:spPr>
          <a:xfrm>
            <a:off x="6263412" y="4358750"/>
            <a:ext cx="1807424" cy="713250"/>
          </a:xfrm>
          <a:prstGeom prst="rect">
            <a:avLst/>
          </a:prstGeom>
          <a:noFill/>
          <a:ln>
            <a:noFill/>
          </a:ln>
        </p:spPr>
      </p:pic>
      <p:pic>
        <p:nvPicPr>
          <p:cNvPr id="1168" name="Google Shape;1168;g2137b997acb_0_8"/>
          <p:cNvPicPr preferRelativeResize="0"/>
          <p:nvPr/>
        </p:nvPicPr>
        <p:blipFill>
          <a:blip r:embed="rId6">
            <a:alphaModFix/>
          </a:blip>
          <a:stretch>
            <a:fillRect/>
          </a:stretch>
        </p:blipFill>
        <p:spPr>
          <a:xfrm>
            <a:off x="4671050" y="1309550"/>
            <a:ext cx="4288699" cy="2109300"/>
          </a:xfrm>
          <a:prstGeom prst="rect">
            <a:avLst/>
          </a:prstGeom>
          <a:noFill/>
          <a:ln>
            <a:noFill/>
          </a:ln>
        </p:spPr>
      </p:pic>
      <p:sp>
        <p:nvSpPr>
          <p:cNvPr id="1169" name="Google Shape;1169;g2137b997acb_0_8"/>
          <p:cNvSpPr txBox="1"/>
          <p:nvPr/>
        </p:nvSpPr>
        <p:spPr>
          <a:xfrm>
            <a:off x="6503175" y="35973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GW_B</a:t>
            </a:r>
            <a:endParaRPr b="1" sz="1300">
              <a:solidFill>
                <a:srgbClr val="435D74"/>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grpSp>
        <p:nvGrpSpPr>
          <p:cNvPr id="1174" name="Google Shape;1174;g2137b997acb_0_201"/>
          <p:cNvGrpSpPr/>
          <p:nvPr/>
        </p:nvGrpSpPr>
        <p:grpSpPr>
          <a:xfrm>
            <a:off x="-7" y="4765063"/>
            <a:ext cx="1911036" cy="378436"/>
            <a:chOff x="4852824" y="1904359"/>
            <a:chExt cx="2798003" cy="533083"/>
          </a:xfrm>
        </p:grpSpPr>
        <p:grpSp>
          <p:nvGrpSpPr>
            <p:cNvPr id="1175" name="Google Shape;1175;g2137b997acb_0_201"/>
            <p:cNvGrpSpPr/>
            <p:nvPr/>
          </p:nvGrpSpPr>
          <p:grpSpPr>
            <a:xfrm>
              <a:off x="4852824" y="1904359"/>
              <a:ext cx="2688497" cy="533083"/>
              <a:chOff x="4852613" y="1904413"/>
              <a:chExt cx="2397875" cy="475500"/>
            </a:xfrm>
          </p:grpSpPr>
          <p:sp>
            <p:nvSpPr>
              <p:cNvPr id="1176" name="Google Shape;1176;g2137b997acb_0_201"/>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g2137b997acb_0_201"/>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8" name="Google Shape;1178;g2137b997acb_0_201"/>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79" name="Google Shape;1179;g2137b997acb_0_201"/>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0" name="Google Shape;1180;g2137b997acb_0_201"/>
          <p:cNvGrpSpPr/>
          <p:nvPr/>
        </p:nvGrpSpPr>
        <p:grpSpPr>
          <a:xfrm rot="5400000">
            <a:off x="3803403" y="1550879"/>
            <a:ext cx="1224069" cy="415007"/>
            <a:chOff x="4852824" y="2637577"/>
            <a:chExt cx="1459310" cy="501458"/>
          </a:xfrm>
        </p:grpSpPr>
        <p:sp>
          <p:nvSpPr>
            <p:cNvPr id="1181" name="Google Shape;1181;g2137b997acb_0_201"/>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g2137b997acb_0_201"/>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g2137b997acb_0_201"/>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g2137b997acb_0_201"/>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85" name="Google Shape;1185;g2137b997acb_0_201"/>
          <p:cNvGrpSpPr/>
          <p:nvPr/>
        </p:nvGrpSpPr>
        <p:grpSpPr>
          <a:xfrm rot="10800000">
            <a:off x="4448904" y="1057876"/>
            <a:ext cx="1224069" cy="415007"/>
            <a:chOff x="4852824" y="2637577"/>
            <a:chExt cx="1459310" cy="501458"/>
          </a:xfrm>
        </p:grpSpPr>
        <p:sp>
          <p:nvSpPr>
            <p:cNvPr id="1186" name="Google Shape;1186;g2137b997acb_0_201"/>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g2137b997acb_0_201"/>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g2137b997acb_0_201"/>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9" name="Google Shape;1189;g2137b997acb_0_201"/>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90" name="Google Shape;1190;g2137b997acb_0_201"/>
          <p:cNvPicPr preferRelativeResize="0"/>
          <p:nvPr/>
        </p:nvPicPr>
        <p:blipFill rotWithShape="1">
          <a:blip r:embed="rId3">
            <a:alphaModFix/>
          </a:blip>
          <a:srcRect b="0" l="0" r="0" t="0"/>
          <a:stretch/>
        </p:blipFill>
        <p:spPr>
          <a:xfrm>
            <a:off x="25875" y="524639"/>
            <a:ext cx="4554526" cy="4166660"/>
          </a:xfrm>
          <a:prstGeom prst="rect">
            <a:avLst/>
          </a:prstGeom>
          <a:noFill/>
          <a:ln>
            <a:noFill/>
          </a:ln>
        </p:spPr>
      </p:pic>
      <p:pic>
        <p:nvPicPr>
          <p:cNvPr id="1191" name="Google Shape;1191;g2137b997acb_0_201"/>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192" name="Google Shape;1192;g2137b997acb_0_201"/>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pic>
        <p:nvPicPr>
          <p:cNvPr id="1193" name="Google Shape;1193;g2137b997acb_0_201"/>
          <p:cNvPicPr preferRelativeResize="0"/>
          <p:nvPr/>
        </p:nvPicPr>
        <p:blipFill>
          <a:blip r:embed="rId5">
            <a:alphaModFix/>
          </a:blip>
          <a:stretch>
            <a:fillRect/>
          </a:stretch>
        </p:blipFill>
        <p:spPr>
          <a:xfrm>
            <a:off x="6263412" y="4358750"/>
            <a:ext cx="1807424" cy="713250"/>
          </a:xfrm>
          <a:prstGeom prst="rect">
            <a:avLst/>
          </a:prstGeom>
          <a:noFill/>
          <a:ln>
            <a:noFill/>
          </a:ln>
        </p:spPr>
      </p:pic>
      <p:grpSp>
        <p:nvGrpSpPr>
          <p:cNvPr id="1194" name="Google Shape;1194;g2137b997acb_0_201"/>
          <p:cNvGrpSpPr/>
          <p:nvPr/>
        </p:nvGrpSpPr>
        <p:grpSpPr>
          <a:xfrm>
            <a:off x="4942631" y="1146402"/>
            <a:ext cx="3984890" cy="3018924"/>
            <a:chOff x="5028921" y="1280766"/>
            <a:chExt cx="3319082" cy="2514513"/>
          </a:xfrm>
        </p:grpSpPr>
        <p:grpSp>
          <p:nvGrpSpPr>
            <p:cNvPr id="1195" name="Google Shape;1195;g2137b997acb_0_201"/>
            <p:cNvGrpSpPr/>
            <p:nvPr/>
          </p:nvGrpSpPr>
          <p:grpSpPr>
            <a:xfrm>
              <a:off x="6217550" y="3331823"/>
              <a:ext cx="941837" cy="463455"/>
              <a:chOff x="6220825" y="3479898"/>
              <a:chExt cx="941837" cy="463455"/>
            </a:xfrm>
          </p:grpSpPr>
          <p:sp>
            <p:nvSpPr>
              <p:cNvPr id="1196" name="Google Shape;1196;g2137b997acb_0_201"/>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g2137b997acb_0_201"/>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8" name="Google Shape;1198;g2137b997acb_0_201"/>
            <p:cNvGrpSpPr/>
            <p:nvPr/>
          </p:nvGrpSpPr>
          <p:grpSpPr>
            <a:xfrm>
              <a:off x="5028921" y="1280766"/>
              <a:ext cx="3319082" cy="2051064"/>
              <a:chOff x="5028921" y="1280766"/>
              <a:chExt cx="3319082" cy="2051064"/>
            </a:xfrm>
          </p:grpSpPr>
          <p:sp>
            <p:nvSpPr>
              <p:cNvPr id="1199" name="Google Shape;1199;g2137b997acb_0_201"/>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0" name="Google Shape;1200;g2137b997acb_0_201"/>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01" name="Google Shape;1201;g2137b997acb_0_201"/>
          <p:cNvSpPr txBox="1"/>
          <p:nvPr/>
        </p:nvSpPr>
        <p:spPr>
          <a:xfrm>
            <a:off x="5158225" y="1437653"/>
            <a:ext cx="3591000" cy="19794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Msg Recieved:  /Vehicle/Engine/ElectricalController/2 </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KeyRequest: /Vehicle/Engine/ElectricalController/2 in filter - 21:58:49</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Buffer: {} Request: /Vehicle/Engine/ElectricalController/2 - |--&gt; pro: No Data Found in buffer. Setting Pending flag and waiting</a:t>
            </a:r>
            <a:endParaRPr sz="1100">
              <a:solidFill>
                <a:srgbClr val="869FB1"/>
              </a:solidFill>
              <a:latin typeface="Courier New"/>
              <a:ea typeface="Courier New"/>
              <a:cs typeface="Courier New"/>
              <a:sym typeface="Courier New"/>
            </a:endParaRPr>
          </a:p>
        </p:txBody>
      </p:sp>
      <p:sp>
        <p:nvSpPr>
          <p:cNvPr id="1202" name="Google Shape;1202;g2137b997acb_0_201"/>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grpSp>
        <p:nvGrpSpPr>
          <p:cNvPr id="1207" name="Google Shape;1207;g2137b997acb_0_236"/>
          <p:cNvGrpSpPr/>
          <p:nvPr/>
        </p:nvGrpSpPr>
        <p:grpSpPr>
          <a:xfrm>
            <a:off x="-7" y="4765063"/>
            <a:ext cx="1911036" cy="378436"/>
            <a:chOff x="4852824" y="1904359"/>
            <a:chExt cx="2798003" cy="533083"/>
          </a:xfrm>
        </p:grpSpPr>
        <p:grpSp>
          <p:nvGrpSpPr>
            <p:cNvPr id="1208" name="Google Shape;1208;g2137b997acb_0_236"/>
            <p:cNvGrpSpPr/>
            <p:nvPr/>
          </p:nvGrpSpPr>
          <p:grpSpPr>
            <a:xfrm>
              <a:off x="4852824" y="1904359"/>
              <a:ext cx="2688497" cy="533083"/>
              <a:chOff x="4852613" y="1904413"/>
              <a:chExt cx="2397875" cy="475500"/>
            </a:xfrm>
          </p:grpSpPr>
          <p:sp>
            <p:nvSpPr>
              <p:cNvPr id="1209" name="Google Shape;1209;g2137b997acb_0_236"/>
              <p:cNvSpPr/>
              <p:nvPr/>
            </p:nvSpPr>
            <p:spPr>
              <a:xfrm flipH="1" rot="-5400000">
                <a:off x="5813800" y="943225"/>
                <a:ext cx="475500" cy="2397875"/>
              </a:xfrm>
              <a:custGeom>
                <a:rect b="b" l="l" r="r" t="t"/>
                <a:pathLst>
                  <a:path extrusionOk="0" h="95915" w="19020">
                    <a:moveTo>
                      <a:pt x="17806" y="46849"/>
                    </a:moveTo>
                    <a:lnTo>
                      <a:pt x="17806" y="35027"/>
                    </a:lnTo>
                    <a:lnTo>
                      <a:pt x="9165" y="26532"/>
                    </a:lnTo>
                    <a:lnTo>
                      <a:pt x="9165" y="8558"/>
                    </a:lnTo>
                    <a:lnTo>
                      <a:pt x="481" y="1"/>
                    </a:lnTo>
                    <a:lnTo>
                      <a:pt x="0" y="461"/>
                    </a:lnTo>
                    <a:lnTo>
                      <a:pt x="8516" y="8851"/>
                    </a:lnTo>
                    <a:lnTo>
                      <a:pt x="8516" y="52917"/>
                    </a:lnTo>
                    <a:lnTo>
                      <a:pt x="2950" y="56076"/>
                    </a:lnTo>
                    <a:lnTo>
                      <a:pt x="2950" y="62813"/>
                    </a:lnTo>
                    <a:lnTo>
                      <a:pt x="8516" y="65994"/>
                    </a:lnTo>
                    <a:lnTo>
                      <a:pt x="8516" y="95915"/>
                    </a:lnTo>
                    <a:lnTo>
                      <a:pt x="9186" y="95915"/>
                    </a:lnTo>
                    <a:lnTo>
                      <a:pt x="9186" y="65994"/>
                    </a:lnTo>
                    <a:lnTo>
                      <a:pt x="10964" y="64969"/>
                    </a:lnTo>
                    <a:lnTo>
                      <a:pt x="10964" y="82042"/>
                    </a:lnTo>
                    <a:cubicBezTo>
                      <a:pt x="9771" y="82419"/>
                      <a:pt x="10064" y="84155"/>
                      <a:pt x="11299" y="84155"/>
                    </a:cubicBezTo>
                    <a:cubicBezTo>
                      <a:pt x="12533" y="84155"/>
                      <a:pt x="12805" y="82419"/>
                      <a:pt x="11634" y="82042"/>
                    </a:cubicBezTo>
                    <a:lnTo>
                      <a:pt x="11634" y="64592"/>
                    </a:lnTo>
                    <a:lnTo>
                      <a:pt x="14772" y="62813"/>
                    </a:lnTo>
                    <a:lnTo>
                      <a:pt x="14772" y="56076"/>
                    </a:lnTo>
                    <a:lnTo>
                      <a:pt x="9206" y="52917"/>
                    </a:lnTo>
                    <a:lnTo>
                      <a:pt x="9206" y="27473"/>
                    </a:lnTo>
                    <a:lnTo>
                      <a:pt x="17136" y="35320"/>
                    </a:lnTo>
                    <a:lnTo>
                      <a:pt x="17136" y="46891"/>
                    </a:lnTo>
                    <a:cubicBezTo>
                      <a:pt x="15986" y="47309"/>
                      <a:pt x="16320" y="49046"/>
                      <a:pt x="17555" y="49004"/>
                    </a:cubicBezTo>
                    <a:cubicBezTo>
                      <a:pt x="18789" y="48962"/>
                      <a:pt x="19020" y="47204"/>
                      <a:pt x="17827" y="46870"/>
                    </a:cubicBezTo>
                    <a:close/>
                    <a:moveTo>
                      <a:pt x="14082" y="62437"/>
                    </a:moveTo>
                    <a:lnTo>
                      <a:pt x="11090" y="64132"/>
                    </a:lnTo>
                    <a:lnTo>
                      <a:pt x="10943" y="64132"/>
                    </a:lnTo>
                    <a:lnTo>
                      <a:pt x="10943" y="64194"/>
                    </a:lnTo>
                    <a:lnTo>
                      <a:pt x="8851" y="65408"/>
                    </a:lnTo>
                    <a:lnTo>
                      <a:pt x="3620" y="62437"/>
                    </a:lnTo>
                    <a:lnTo>
                      <a:pt x="3620" y="56474"/>
                    </a:lnTo>
                    <a:lnTo>
                      <a:pt x="8851" y="53481"/>
                    </a:lnTo>
                    <a:lnTo>
                      <a:pt x="14082" y="56474"/>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g2137b997acb_0_236"/>
              <p:cNvSpPr/>
              <p:nvPr/>
            </p:nvSpPr>
            <p:spPr>
              <a:xfrm flipH="1" rot="-5400000">
                <a:off x="6237500" y="2010325"/>
                <a:ext cx="202450" cy="230175"/>
              </a:xfrm>
              <a:custGeom>
                <a:rect b="b" l="l" r="r" t="t"/>
                <a:pathLst>
                  <a:path extrusionOk="0" h="9207" w="8098">
                    <a:moveTo>
                      <a:pt x="1" y="2302"/>
                    </a:moveTo>
                    <a:lnTo>
                      <a:pt x="1" y="6905"/>
                    </a:lnTo>
                    <a:lnTo>
                      <a:pt x="4060" y="9207"/>
                    </a:lnTo>
                    <a:lnTo>
                      <a:pt x="8098" y="6905"/>
                    </a:lnTo>
                    <a:lnTo>
                      <a:pt x="8098" y="2302"/>
                    </a:lnTo>
                    <a:lnTo>
                      <a:pt x="4060" y="0"/>
                    </a:lnTo>
                    <a:close/>
                    <a:moveTo>
                      <a:pt x="7826" y="6738"/>
                    </a:moveTo>
                    <a:lnTo>
                      <a:pt x="4039" y="8893"/>
                    </a:lnTo>
                    <a:lnTo>
                      <a:pt x="273" y="6738"/>
                    </a:lnTo>
                    <a:lnTo>
                      <a:pt x="273" y="2449"/>
                    </a:lnTo>
                    <a:lnTo>
                      <a:pt x="4060" y="293"/>
                    </a:lnTo>
                    <a:lnTo>
                      <a:pt x="7826" y="2449"/>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g2137b997acb_0_236"/>
              <p:cNvSpPr/>
              <p:nvPr/>
            </p:nvSpPr>
            <p:spPr>
              <a:xfrm flipH="1" rot="-5400000">
                <a:off x="6291113" y="2070738"/>
                <a:ext cx="95750" cy="109350"/>
              </a:xfrm>
              <a:custGeom>
                <a:rect b="b" l="l" r="r" t="t"/>
                <a:pathLst>
                  <a:path extrusionOk="0" h="4374" w="3830">
                    <a:moveTo>
                      <a:pt x="1926" y="1"/>
                    </a:moveTo>
                    <a:lnTo>
                      <a:pt x="1" y="1089"/>
                    </a:lnTo>
                    <a:lnTo>
                      <a:pt x="1" y="3265"/>
                    </a:lnTo>
                    <a:lnTo>
                      <a:pt x="1926" y="4374"/>
                    </a:lnTo>
                    <a:lnTo>
                      <a:pt x="3830" y="3265"/>
                    </a:lnTo>
                    <a:lnTo>
                      <a:pt x="3830" y="1089"/>
                    </a:lnTo>
                    <a:lnTo>
                      <a:pt x="1926" y="1"/>
                    </a:lnTo>
                    <a:close/>
                  </a:path>
                </a:pathLst>
              </a:custGeom>
              <a:solidFill>
                <a:schemeClr val="dk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2" name="Google Shape;1212;g2137b997acb_0_236"/>
            <p:cNvSpPr/>
            <p:nvPr/>
          </p:nvSpPr>
          <p:spPr>
            <a:xfrm rot="-5400000">
              <a:off x="7518167" y="2089621"/>
              <a:ext cx="142399" cy="122921"/>
            </a:xfrm>
            <a:custGeom>
              <a:rect b="b" l="l" r="r" t="t"/>
              <a:pathLst>
                <a:path extrusionOk="0" h="3307" w="3830">
                  <a:moveTo>
                    <a:pt x="1" y="1"/>
                  </a:moveTo>
                  <a:lnTo>
                    <a:pt x="921" y="1654"/>
                  </a:lnTo>
                  <a:lnTo>
                    <a:pt x="1842" y="3306"/>
                  </a:lnTo>
                  <a:lnTo>
                    <a:pt x="2846" y="1695"/>
                  </a:lnTo>
                  <a:lnTo>
                    <a:pt x="3830" y="63"/>
                  </a:lnTo>
                  <a:lnTo>
                    <a:pt x="1926" y="2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3" name="Google Shape;1213;g2137b997acb_0_236"/>
          <p:cNvGrpSpPr/>
          <p:nvPr/>
        </p:nvGrpSpPr>
        <p:grpSpPr>
          <a:xfrm rot="5400000">
            <a:off x="3803403" y="1550879"/>
            <a:ext cx="1224069" cy="415007"/>
            <a:chOff x="4852824" y="2637577"/>
            <a:chExt cx="1459310" cy="501458"/>
          </a:xfrm>
        </p:grpSpPr>
        <p:sp>
          <p:nvSpPr>
            <p:cNvPr id="1214" name="Google Shape;1214;g2137b997acb_0_236"/>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g2137b997acb_0_236"/>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g2137b997acb_0_236"/>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g2137b997acb_0_236"/>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8" name="Google Shape;1218;g2137b997acb_0_236"/>
          <p:cNvGrpSpPr/>
          <p:nvPr/>
        </p:nvGrpSpPr>
        <p:grpSpPr>
          <a:xfrm rot="10800000">
            <a:off x="4448904" y="1057876"/>
            <a:ext cx="1224069" cy="415007"/>
            <a:chOff x="4852824" y="2637577"/>
            <a:chExt cx="1459310" cy="501458"/>
          </a:xfrm>
        </p:grpSpPr>
        <p:sp>
          <p:nvSpPr>
            <p:cNvPr id="1219" name="Google Shape;1219;g2137b997acb_0_236"/>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g2137b997acb_0_236"/>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g2137b997acb_0_236"/>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g2137b997acb_0_236"/>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223" name="Google Shape;1223;g2137b997acb_0_236"/>
          <p:cNvPicPr preferRelativeResize="0"/>
          <p:nvPr/>
        </p:nvPicPr>
        <p:blipFill rotWithShape="1">
          <a:blip r:embed="rId3">
            <a:alphaModFix/>
          </a:blip>
          <a:srcRect b="0" l="6369" r="6369" t="0"/>
          <a:stretch/>
        </p:blipFill>
        <p:spPr>
          <a:xfrm>
            <a:off x="25875" y="524639"/>
            <a:ext cx="4554526" cy="4166660"/>
          </a:xfrm>
          <a:prstGeom prst="rect">
            <a:avLst/>
          </a:prstGeom>
          <a:noFill/>
          <a:ln>
            <a:noFill/>
          </a:ln>
        </p:spPr>
      </p:pic>
      <p:pic>
        <p:nvPicPr>
          <p:cNvPr id="1224" name="Google Shape;1224;g2137b997acb_0_236"/>
          <p:cNvPicPr preferRelativeResize="0"/>
          <p:nvPr/>
        </p:nvPicPr>
        <p:blipFill rotWithShape="1">
          <a:blip r:embed="rId4">
            <a:alphaModFix/>
          </a:blip>
          <a:srcRect b="66908" l="0" r="65597" t="30001"/>
          <a:stretch/>
        </p:blipFill>
        <p:spPr>
          <a:xfrm>
            <a:off x="9677650" y="1472873"/>
            <a:ext cx="4866426" cy="141150"/>
          </a:xfrm>
          <a:prstGeom prst="rect">
            <a:avLst/>
          </a:prstGeom>
          <a:noFill/>
          <a:ln>
            <a:noFill/>
          </a:ln>
        </p:spPr>
      </p:pic>
      <p:pic>
        <p:nvPicPr>
          <p:cNvPr id="1225" name="Google Shape;1225;g2137b997acb_0_236"/>
          <p:cNvPicPr preferRelativeResize="0"/>
          <p:nvPr/>
        </p:nvPicPr>
        <p:blipFill rotWithShape="1">
          <a:blip r:embed="rId4">
            <a:alphaModFix/>
          </a:blip>
          <a:srcRect b="66908" l="0" r="65597" t="30001"/>
          <a:stretch/>
        </p:blipFill>
        <p:spPr>
          <a:xfrm>
            <a:off x="9677650" y="1631048"/>
            <a:ext cx="4866426" cy="141150"/>
          </a:xfrm>
          <a:prstGeom prst="rect">
            <a:avLst/>
          </a:prstGeom>
          <a:noFill/>
          <a:ln>
            <a:noFill/>
          </a:ln>
        </p:spPr>
      </p:pic>
      <p:pic>
        <p:nvPicPr>
          <p:cNvPr id="1226" name="Google Shape;1226;g2137b997acb_0_236"/>
          <p:cNvPicPr preferRelativeResize="0"/>
          <p:nvPr/>
        </p:nvPicPr>
        <p:blipFill>
          <a:blip r:embed="rId5">
            <a:alphaModFix/>
          </a:blip>
          <a:stretch>
            <a:fillRect/>
          </a:stretch>
        </p:blipFill>
        <p:spPr>
          <a:xfrm>
            <a:off x="6263412" y="4358750"/>
            <a:ext cx="1807424" cy="713250"/>
          </a:xfrm>
          <a:prstGeom prst="rect">
            <a:avLst/>
          </a:prstGeom>
          <a:noFill/>
          <a:ln>
            <a:noFill/>
          </a:ln>
        </p:spPr>
      </p:pic>
      <p:grpSp>
        <p:nvGrpSpPr>
          <p:cNvPr id="1227" name="Google Shape;1227;g2137b997acb_0_236"/>
          <p:cNvGrpSpPr/>
          <p:nvPr/>
        </p:nvGrpSpPr>
        <p:grpSpPr>
          <a:xfrm>
            <a:off x="4942631" y="1146402"/>
            <a:ext cx="3984890" cy="3018924"/>
            <a:chOff x="5028921" y="1280766"/>
            <a:chExt cx="3319082" cy="2514513"/>
          </a:xfrm>
        </p:grpSpPr>
        <p:grpSp>
          <p:nvGrpSpPr>
            <p:cNvPr id="1228" name="Google Shape;1228;g2137b997acb_0_236"/>
            <p:cNvGrpSpPr/>
            <p:nvPr/>
          </p:nvGrpSpPr>
          <p:grpSpPr>
            <a:xfrm>
              <a:off x="6217550" y="3331823"/>
              <a:ext cx="941837" cy="463455"/>
              <a:chOff x="6220825" y="3479898"/>
              <a:chExt cx="941837" cy="463455"/>
            </a:xfrm>
          </p:grpSpPr>
          <p:sp>
            <p:nvSpPr>
              <p:cNvPr id="1229" name="Google Shape;1229;g2137b997acb_0_236"/>
              <p:cNvSpPr/>
              <p:nvPr/>
            </p:nvSpPr>
            <p:spPr>
              <a:xfrm>
                <a:off x="6282283" y="3479898"/>
                <a:ext cx="818985" cy="359802"/>
              </a:xfrm>
              <a:custGeom>
                <a:rect b="b" l="l" r="r" t="t"/>
                <a:pathLst>
                  <a:path extrusionOk="0" h="9884" w="20326">
                    <a:moveTo>
                      <a:pt x="2967" y="0"/>
                    </a:moveTo>
                    <a:lnTo>
                      <a:pt x="0" y="9884"/>
                    </a:lnTo>
                    <a:lnTo>
                      <a:pt x="20325" y="9884"/>
                    </a:lnTo>
                    <a:lnTo>
                      <a:pt x="17359" y="0"/>
                    </a:ln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g2137b997acb_0_236"/>
              <p:cNvSpPr/>
              <p:nvPr/>
            </p:nvSpPr>
            <p:spPr>
              <a:xfrm>
                <a:off x="6220825" y="3842002"/>
                <a:ext cx="941837" cy="101352"/>
              </a:xfrm>
              <a:custGeom>
                <a:rect b="b" l="l" r="r" t="t"/>
                <a:pathLst>
                  <a:path extrusionOk="0" h="1541" w="23375">
                    <a:moveTo>
                      <a:pt x="492" y="0"/>
                    </a:moveTo>
                    <a:cubicBezTo>
                      <a:pt x="214" y="0"/>
                      <a:pt x="1" y="230"/>
                      <a:pt x="1" y="492"/>
                    </a:cubicBezTo>
                    <a:lnTo>
                      <a:pt x="1" y="1541"/>
                    </a:lnTo>
                    <a:lnTo>
                      <a:pt x="23375" y="1541"/>
                    </a:lnTo>
                    <a:lnTo>
                      <a:pt x="23375" y="492"/>
                    </a:lnTo>
                    <a:cubicBezTo>
                      <a:pt x="23375" y="213"/>
                      <a:pt x="23145" y="0"/>
                      <a:pt x="22883" y="0"/>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1" name="Google Shape;1231;g2137b997acb_0_236"/>
            <p:cNvGrpSpPr/>
            <p:nvPr/>
          </p:nvGrpSpPr>
          <p:grpSpPr>
            <a:xfrm>
              <a:off x="5028921" y="1280766"/>
              <a:ext cx="3319082" cy="2051064"/>
              <a:chOff x="5028921" y="1280766"/>
              <a:chExt cx="3319082" cy="2051064"/>
            </a:xfrm>
          </p:grpSpPr>
          <p:sp>
            <p:nvSpPr>
              <p:cNvPr id="1232" name="Google Shape;1232;g2137b997acb_0_236"/>
              <p:cNvSpPr/>
              <p:nvPr/>
            </p:nvSpPr>
            <p:spPr>
              <a:xfrm>
                <a:off x="5028921" y="1280766"/>
                <a:ext cx="3319082" cy="2051064"/>
              </a:xfrm>
              <a:custGeom>
                <a:rect b="b" l="l" r="r" t="t"/>
                <a:pathLst>
                  <a:path extrusionOk="0" h="45602" w="73172">
                    <a:moveTo>
                      <a:pt x="426" y="1"/>
                    </a:moveTo>
                    <a:cubicBezTo>
                      <a:pt x="197" y="1"/>
                      <a:pt x="0" y="181"/>
                      <a:pt x="0" y="411"/>
                    </a:cubicBezTo>
                    <a:lnTo>
                      <a:pt x="0" y="45175"/>
                    </a:lnTo>
                    <a:cubicBezTo>
                      <a:pt x="0" y="45405"/>
                      <a:pt x="197" y="45601"/>
                      <a:pt x="426" y="45601"/>
                    </a:cubicBezTo>
                    <a:lnTo>
                      <a:pt x="72745" y="45601"/>
                    </a:lnTo>
                    <a:cubicBezTo>
                      <a:pt x="72975" y="45601"/>
                      <a:pt x="73171" y="45405"/>
                      <a:pt x="73171" y="45175"/>
                    </a:cubicBezTo>
                    <a:lnTo>
                      <a:pt x="73171" y="411"/>
                    </a:lnTo>
                    <a:cubicBezTo>
                      <a:pt x="73171" y="181"/>
                      <a:pt x="72975" y="1"/>
                      <a:pt x="72745" y="1"/>
                    </a:cubicBezTo>
                    <a:close/>
                  </a:path>
                </a:pathLst>
              </a:custGeom>
              <a:noFill/>
              <a:ln cap="flat" cmpd="sng" w="19050">
                <a:solidFill>
                  <a:schemeClr val="accent5"/>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g2137b997acb_0_236"/>
              <p:cNvSpPr/>
              <p:nvPr/>
            </p:nvSpPr>
            <p:spPr>
              <a:xfrm flipH="1" rot="10800000">
                <a:off x="6636211" y="1325532"/>
                <a:ext cx="111118" cy="93444"/>
              </a:xfrm>
              <a:custGeom>
                <a:rect b="b" l="l" r="r" t="t"/>
                <a:pathLst>
                  <a:path extrusionOk="0" h="997" w="1148">
                    <a:moveTo>
                      <a:pt x="656" y="1"/>
                    </a:moveTo>
                    <a:cubicBezTo>
                      <a:pt x="213" y="1"/>
                      <a:pt x="0" y="541"/>
                      <a:pt x="312" y="853"/>
                    </a:cubicBezTo>
                    <a:cubicBezTo>
                      <a:pt x="411" y="952"/>
                      <a:pt x="532" y="996"/>
                      <a:pt x="650" y="996"/>
                    </a:cubicBezTo>
                    <a:cubicBezTo>
                      <a:pt x="904" y="996"/>
                      <a:pt x="1147" y="794"/>
                      <a:pt x="1147" y="492"/>
                    </a:cubicBezTo>
                    <a:cubicBezTo>
                      <a:pt x="1147" y="230"/>
                      <a:pt x="934" y="1"/>
                      <a:pt x="656" y="1"/>
                    </a:cubicBezTo>
                    <a:close/>
                  </a:path>
                </a:pathLst>
              </a:cu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234" name="Google Shape;1234;g2137b997acb_0_236"/>
          <p:cNvSpPr txBox="1"/>
          <p:nvPr/>
        </p:nvSpPr>
        <p:spPr>
          <a:xfrm>
            <a:off x="5158225" y="1437653"/>
            <a:ext cx="3591000" cy="1877700"/>
          </a:xfrm>
          <a:prstGeom prst="rect">
            <a:avLst/>
          </a:prstGeom>
          <a:solidFill>
            <a:srgbClr val="FFF2CC"/>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MSG Heard: ID: </a:t>
            </a:r>
            <a:r>
              <a:rPr b="1" lang="en" sz="1100">
                <a:solidFill>
                  <a:srgbClr val="869FB1"/>
                </a:solidFill>
                <a:latin typeface="Courier New"/>
                <a:ea typeface="Courier New"/>
                <a:cs typeface="Courier New"/>
                <a:sym typeface="Courier New"/>
              </a:rPr>
              <a:t>0cf00300</a:t>
            </a:r>
            <a:r>
              <a:rPr lang="en" sz="1100">
                <a:solidFill>
                  <a:srgbClr val="869FB1"/>
                </a:solidFill>
                <a:latin typeface="Courier New"/>
                <a:ea typeface="Courier New"/>
                <a:cs typeface="Courier New"/>
                <a:sym typeface="Courier New"/>
              </a:rPr>
              <a:t>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     00 00 7d 7d 7d 7d ff ff   </a:t>
            </a:r>
            <a:endParaRPr sz="1100">
              <a:solidFill>
                <a:srgbClr val="869FB1"/>
              </a:solidFill>
              <a:latin typeface="Courier New"/>
              <a:ea typeface="Courier New"/>
              <a:cs typeface="Courier New"/>
              <a:sym typeface="Courier New"/>
            </a:endParaRPr>
          </a:p>
          <a:p>
            <a:pPr indent="0" lvl="0" marL="0" rtl="0" algn="l">
              <a:spcBef>
                <a:spcPts val="0"/>
              </a:spcBef>
              <a:spcAft>
                <a:spcPts val="0"/>
              </a:spcAft>
              <a:buNone/>
            </a:pPr>
            <a:r>
              <a:rPr lang="en" sz="1100">
                <a:solidFill>
                  <a:srgbClr val="869FB1"/>
                </a:solidFill>
                <a:latin typeface="Courier New"/>
                <a:ea typeface="Courier New"/>
                <a:cs typeface="Courier New"/>
                <a:sym typeface="Courier New"/>
              </a:rPr>
              <a:t>|--&gt; can: Filtering MSG </a:t>
            </a:r>
            <a:r>
              <a:rPr b="1" lang="en" sz="1100">
                <a:solidFill>
                  <a:srgbClr val="869FB1"/>
                </a:solidFill>
                <a:latin typeface="Courier New"/>
                <a:ea typeface="Courier New"/>
                <a:cs typeface="Courier New"/>
                <a:sym typeface="Courier New"/>
              </a:rPr>
              <a:t>0x0cf00300</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Making NDN Packet</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VSS_Generator: DECODED: CAN2Sig </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VSS_Generator: Made NDN packet:</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/Vehicle/Engine/ElectricalController/2</a:t>
            </a:r>
            <a:endParaRPr sz="1100">
              <a:solidFill>
                <a:srgbClr val="869FB1"/>
              </a:solidFill>
              <a:latin typeface="Courier New"/>
              <a:ea typeface="Courier New"/>
              <a:cs typeface="Courier New"/>
              <a:sym typeface="Courier New"/>
            </a:endParaRPr>
          </a:p>
          <a:p>
            <a:pPr indent="0" lvl="0" marL="0" rtl="0" algn="l">
              <a:lnSpc>
                <a:spcPct val="120000"/>
              </a:lnSpc>
              <a:spcBef>
                <a:spcPts val="0"/>
              </a:spcBef>
              <a:spcAft>
                <a:spcPts val="0"/>
              </a:spcAft>
              <a:buNone/>
            </a:pPr>
            <a:r>
              <a:rPr lang="en" sz="1100">
                <a:solidFill>
                  <a:srgbClr val="869FB1"/>
                </a:solidFill>
                <a:latin typeface="Courier New"/>
                <a:ea typeface="Courier New"/>
                <a:cs typeface="Courier New"/>
                <a:sym typeface="Courier New"/>
              </a:rPr>
              <a:t>|--&gt; pro: Sending &lt;memory at 0xffff7b3de880&gt;</a:t>
            </a:r>
            <a:endParaRPr sz="1100">
              <a:solidFill>
                <a:srgbClr val="869FB1"/>
              </a:solidFill>
              <a:latin typeface="Courier New"/>
              <a:ea typeface="Courier New"/>
              <a:cs typeface="Courier New"/>
              <a:sym typeface="Courier New"/>
            </a:endParaRPr>
          </a:p>
        </p:txBody>
      </p:sp>
      <p:sp>
        <p:nvSpPr>
          <p:cNvPr id="1235" name="Google Shape;1235;g2137b997acb_0_236"/>
          <p:cNvSpPr txBox="1"/>
          <p:nvPr/>
        </p:nvSpPr>
        <p:spPr>
          <a:xfrm>
            <a:off x="6597125" y="3643950"/>
            <a:ext cx="67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rgbClr val="435D74"/>
                </a:solidFill>
                <a:latin typeface="Lato"/>
                <a:ea typeface="Lato"/>
                <a:cs typeface="Lato"/>
                <a:sym typeface="Lato"/>
              </a:rPr>
              <a:t>GW_A</a:t>
            </a:r>
            <a:endParaRPr b="1" sz="1300">
              <a:solidFill>
                <a:srgbClr val="435D74"/>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9" name="Shape 1239"/>
        <p:cNvGrpSpPr/>
        <p:nvPr/>
      </p:nvGrpSpPr>
      <p:grpSpPr>
        <a:xfrm>
          <a:off x="0" y="0"/>
          <a:ext cx="0" cy="0"/>
          <a:chOff x="0" y="0"/>
          <a:chExt cx="0" cy="0"/>
        </a:xfrm>
      </p:grpSpPr>
      <p:sp>
        <p:nvSpPr>
          <p:cNvPr id="1240" name="Google Shape;1240;g2114997e136_1_20"/>
          <p:cNvSpPr txBox="1"/>
          <p:nvPr>
            <p:ph type="title"/>
          </p:nvPr>
        </p:nvSpPr>
        <p:spPr>
          <a:xfrm>
            <a:off x="580625" y="299200"/>
            <a:ext cx="3941700" cy="53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Outline</a:t>
            </a:r>
            <a:endParaRPr sz="3100">
              <a:solidFill>
                <a:schemeClr val="dk1"/>
              </a:solidFill>
            </a:endParaRPr>
          </a:p>
        </p:txBody>
      </p:sp>
      <p:sp>
        <p:nvSpPr>
          <p:cNvPr id="1241" name="Google Shape;1241;g2114997e136_1_20"/>
          <p:cNvSpPr txBox="1"/>
          <p:nvPr>
            <p:ph idx="4294967295" type="subTitle"/>
          </p:nvPr>
        </p:nvSpPr>
        <p:spPr>
          <a:xfrm>
            <a:off x="580625" y="710400"/>
            <a:ext cx="7198500" cy="44331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00000"/>
              </a:lnSpc>
              <a:spcBef>
                <a:spcPts val="0"/>
              </a:spcBef>
              <a:spcAft>
                <a:spcPts val="0"/>
              </a:spcAft>
              <a:buSzPts val="2300"/>
              <a:buChar char="●"/>
            </a:pPr>
            <a:r>
              <a:rPr lang="en" sz="2300"/>
              <a:t>Overview of current in-vehicle communication</a:t>
            </a:r>
            <a:br>
              <a:rPr lang="en" sz="2300"/>
            </a:br>
            <a:endParaRPr sz="2300"/>
          </a:p>
          <a:p>
            <a:pPr indent="-374650" lvl="0" marL="457200" marR="0" rtl="0" algn="l">
              <a:lnSpc>
                <a:spcPct val="100000"/>
              </a:lnSpc>
              <a:spcBef>
                <a:spcPts val="0"/>
              </a:spcBef>
              <a:spcAft>
                <a:spcPts val="0"/>
              </a:spcAft>
              <a:buSzPts val="2300"/>
              <a:buChar char="●"/>
            </a:pPr>
            <a:r>
              <a:rPr lang="en" sz="2300"/>
              <a:t>Potential future directions of the community</a:t>
            </a:r>
            <a:br>
              <a:rPr lang="en" sz="2300"/>
            </a:br>
            <a:endParaRPr sz="2300"/>
          </a:p>
          <a:p>
            <a:pPr indent="-374650" lvl="0" marL="457200" marR="0" rtl="0" algn="l">
              <a:lnSpc>
                <a:spcPct val="100000"/>
              </a:lnSpc>
              <a:spcBef>
                <a:spcPts val="0"/>
              </a:spcBef>
              <a:spcAft>
                <a:spcPts val="0"/>
              </a:spcAft>
              <a:buSzPts val="2300"/>
              <a:buChar char="●"/>
            </a:pPr>
            <a:r>
              <a:rPr lang="en" sz="2300"/>
              <a:t>NDN for in-vehicle networks</a:t>
            </a:r>
            <a:endParaRPr sz="2300"/>
          </a:p>
          <a:p>
            <a:pPr indent="-374650" lvl="1" marL="1371600" rtl="0" algn="l">
              <a:lnSpc>
                <a:spcPct val="100000"/>
              </a:lnSpc>
              <a:spcBef>
                <a:spcPts val="0"/>
              </a:spcBef>
              <a:spcAft>
                <a:spcPts val="0"/>
              </a:spcAft>
              <a:buSzPts val="2300"/>
              <a:buChar char="○"/>
            </a:pPr>
            <a:r>
              <a:rPr lang="en" sz="2300"/>
              <a:t>What are the potential benefits?</a:t>
            </a:r>
            <a:br>
              <a:rPr lang="en" sz="2300"/>
            </a:br>
            <a:endParaRPr sz="2300"/>
          </a:p>
          <a:p>
            <a:pPr indent="-374650" lvl="0" marL="457200" marR="0" rtl="0" algn="l">
              <a:lnSpc>
                <a:spcPct val="100000"/>
              </a:lnSpc>
              <a:spcBef>
                <a:spcPts val="0"/>
              </a:spcBef>
              <a:spcAft>
                <a:spcPts val="0"/>
              </a:spcAft>
              <a:buClr>
                <a:schemeClr val="dk2"/>
              </a:buClr>
              <a:buSzPts val="2300"/>
              <a:buChar char="●"/>
            </a:pPr>
            <a:r>
              <a:rPr lang="en" sz="2300"/>
              <a:t>A bench-top testbed and test harness</a:t>
            </a:r>
            <a:br>
              <a:rPr lang="en" sz="2300">
                <a:solidFill>
                  <a:schemeClr val="dk2"/>
                </a:solidFill>
              </a:rPr>
            </a:br>
            <a:endParaRPr sz="2300">
              <a:solidFill>
                <a:schemeClr val="dk2"/>
              </a:solidFill>
            </a:endParaRPr>
          </a:p>
          <a:p>
            <a:pPr indent="-374650" lvl="0" marL="457200" marR="0" rtl="0" algn="l">
              <a:lnSpc>
                <a:spcPct val="100000"/>
              </a:lnSpc>
              <a:spcBef>
                <a:spcPts val="0"/>
              </a:spcBef>
              <a:spcAft>
                <a:spcPts val="0"/>
              </a:spcAft>
              <a:buClr>
                <a:schemeClr val="dk2"/>
              </a:buClr>
              <a:buSzPts val="2300"/>
              <a:buChar char="●"/>
            </a:pPr>
            <a:r>
              <a:rPr b="1" lang="en" sz="2300">
                <a:solidFill>
                  <a:schemeClr val="dk2"/>
                </a:solidFill>
              </a:rPr>
              <a:t>Results so far</a:t>
            </a:r>
            <a:br>
              <a:rPr b="1" lang="en" sz="2300">
                <a:solidFill>
                  <a:schemeClr val="dk2"/>
                </a:solidFill>
              </a:rPr>
            </a:br>
            <a:endParaRPr b="1" sz="2300">
              <a:solidFill>
                <a:schemeClr val="dk2"/>
              </a:solidFill>
            </a:endParaRPr>
          </a:p>
          <a:p>
            <a:pPr indent="-374650" lvl="0" marL="457200" marR="0" rtl="0" algn="l">
              <a:lnSpc>
                <a:spcPct val="100000"/>
              </a:lnSpc>
              <a:spcBef>
                <a:spcPts val="0"/>
              </a:spcBef>
              <a:spcAft>
                <a:spcPts val="0"/>
              </a:spcAft>
              <a:buSzPts val="2300"/>
              <a:buChar char="●"/>
            </a:pPr>
            <a:r>
              <a:rPr lang="en" sz="2300"/>
              <a:t>Future directions</a:t>
            </a:r>
            <a:endParaRPr sz="23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5" name="Shape 1245"/>
        <p:cNvGrpSpPr/>
        <p:nvPr/>
      </p:nvGrpSpPr>
      <p:grpSpPr>
        <a:xfrm>
          <a:off x="0" y="0"/>
          <a:ext cx="0" cy="0"/>
          <a:chOff x="0" y="0"/>
          <a:chExt cx="0" cy="0"/>
        </a:xfrm>
      </p:grpSpPr>
      <p:sp>
        <p:nvSpPr>
          <p:cNvPr id="1246" name="Google Shape;1246;g21416b113d1_0_0"/>
          <p:cNvSpPr txBox="1"/>
          <p:nvPr>
            <p:ph idx="4294967295" type="title"/>
          </p:nvPr>
        </p:nvSpPr>
        <p:spPr>
          <a:xfrm>
            <a:off x="84825" y="225925"/>
            <a:ext cx="76203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2700">
                <a:solidFill>
                  <a:schemeClr val="dk1"/>
                </a:solidFill>
                <a:latin typeface="Lato"/>
                <a:ea typeface="Lato"/>
                <a:cs typeface="Lato"/>
                <a:sym typeface="Lato"/>
              </a:rPr>
              <a:t>Data Sets</a:t>
            </a:r>
            <a:endParaRPr sz="1800">
              <a:solidFill>
                <a:schemeClr val="dk1"/>
              </a:solidFill>
              <a:latin typeface="Lato"/>
              <a:ea typeface="Lato"/>
              <a:cs typeface="Lato"/>
              <a:sym typeface="Lato"/>
            </a:endParaRPr>
          </a:p>
        </p:txBody>
      </p:sp>
      <p:sp>
        <p:nvSpPr>
          <p:cNvPr id="1247" name="Google Shape;1247;g21416b113d1_0_0"/>
          <p:cNvSpPr txBox="1"/>
          <p:nvPr>
            <p:ph idx="4294967295" type="subTitle"/>
          </p:nvPr>
        </p:nvSpPr>
        <p:spPr>
          <a:xfrm>
            <a:off x="1162350" y="2042775"/>
            <a:ext cx="6819300" cy="87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2"/>
              </a:buClr>
              <a:buSzPts val="1400"/>
              <a:buFont typeface="Source Sans Pro"/>
              <a:buNone/>
            </a:pPr>
            <a:r>
              <a:t/>
            </a:r>
            <a:endParaRPr b="1" i="0" sz="2800" u="none" cap="none" strike="noStrike">
              <a:solidFill>
                <a:schemeClr val="dk2"/>
              </a:solidFill>
              <a:latin typeface="Source Sans Pro"/>
              <a:ea typeface="Source Sans Pro"/>
              <a:cs typeface="Source Sans Pro"/>
              <a:sym typeface="Source Sans Pro"/>
            </a:endParaRPr>
          </a:p>
          <a:p>
            <a:pPr indent="-381000" lvl="0" marL="457200" rtl="0" algn="l">
              <a:lnSpc>
                <a:spcPct val="100000"/>
              </a:lnSpc>
              <a:spcBef>
                <a:spcPts val="0"/>
              </a:spcBef>
              <a:spcAft>
                <a:spcPts val="0"/>
              </a:spcAft>
              <a:buSzPts val="2400"/>
              <a:buFont typeface="Source Sans Pro"/>
              <a:buChar char="-"/>
            </a:pPr>
            <a:r>
              <a:rPr b="1" lang="en" sz="2900">
                <a:solidFill>
                  <a:schemeClr val="dk2"/>
                </a:solidFill>
                <a:latin typeface="Raleway"/>
                <a:ea typeface="Raleway"/>
                <a:cs typeface="Raleway"/>
                <a:sym typeface="Raleway"/>
              </a:rPr>
              <a:t>CSU Heavy Trucks data sets </a:t>
            </a:r>
            <a:endParaRPr b="1" i="0" sz="2400" u="none" cap="none" strike="noStrike">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lang="en" sz="2400">
                <a:solidFill>
                  <a:schemeClr val="dk2"/>
                </a:solidFill>
                <a:latin typeface="Source Sans Pro"/>
                <a:ea typeface="Source Sans Pro"/>
                <a:cs typeface="Source Sans Pro"/>
                <a:sym typeface="Source Sans Pro"/>
              </a:rPr>
              <a:t>J1939 (CAN standard)</a:t>
            </a:r>
            <a:endParaRPr sz="2400">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lang="en" sz="2400">
                <a:solidFill>
                  <a:schemeClr val="dk2"/>
                </a:solidFill>
                <a:latin typeface="Source Sans Pro"/>
                <a:ea typeface="Source Sans Pro"/>
                <a:cs typeface="Source Sans Pro"/>
                <a:sym typeface="Source Sans Pro"/>
              </a:rPr>
              <a:t>2014 Kenworth T270</a:t>
            </a:r>
            <a:endParaRPr sz="2400">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lang="en" sz="2400">
                <a:solidFill>
                  <a:schemeClr val="dk2"/>
                </a:solidFill>
                <a:latin typeface="Source Sans Pro"/>
                <a:ea typeface="Source Sans Pro"/>
                <a:cs typeface="Source Sans Pro"/>
                <a:sym typeface="Source Sans Pro"/>
              </a:rPr>
              <a:t>10 hours plus of driving </a:t>
            </a:r>
            <a:endParaRPr b="0" i="0" sz="2400" u="none" cap="none" strike="noStrike">
              <a:solidFill>
                <a:schemeClr val="dk2"/>
              </a:solidFill>
              <a:latin typeface="Source Sans Pro"/>
              <a:ea typeface="Source Sans Pro"/>
              <a:cs typeface="Source Sans Pro"/>
              <a:sym typeface="Source Sans Pro"/>
            </a:endParaRPr>
          </a:p>
          <a:p>
            <a:pPr indent="0" lvl="0" marL="914400" marR="0" rtl="0" algn="l">
              <a:lnSpc>
                <a:spcPct val="100000"/>
              </a:lnSpc>
              <a:spcBef>
                <a:spcPts val="0"/>
              </a:spcBef>
              <a:spcAft>
                <a:spcPts val="0"/>
              </a:spcAft>
              <a:buNone/>
            </a:pPr>
            <a:r>
              <a:t/>
            </a:r>
            <a:endParaRPr b="0" i="0" sz="2400" u="none" cap="none" strike="noStrike">
              <a:solidFill>
                <a:schemeClr val="dk2"/>
              </a:solidFill>
              <a:latin typeface="Source Sans Pro"/>
              <a:ea typeface="Source Sans Pro"/>
              <a:cs typeface="Source Sans Pro"/>
              <a:sym typeface="Source Sans Pro"/>
            </a:endParaRPr>
          </a:p>
          <a:p>
            <a:pPr indent="0" lvl="0" marL="1371600" marR="0" rtl="0" algn="l">
              <a:lnSpc>
                <a:spcPct val="100000"/>
              </a:lnSpc>
              <a:spcBef>
                <a:spcPts val="0"/>
              </a:spcBef>
              <a:spcAft>
                <a:spcPts val="0"/>
              </a:spcAft>
              <a:buClr>
                <a:schemeClr val="dk2"/>
              </a:buClr>
              <a:buSzPts val="1400"/>
              <a:buFont typeface="Source Sans Pro"/>
              <a:buNone/>
            </a:pPr>
            <a:r>
              <a:t/>
            </a:r>
            <a:endParaRPr b="0" i="0" sz="2400" u="none" cap="none" strike="noStrike">
              <a:solidFill>
                <a:schemeClr val="dk2"/>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b="1" i="0" sz="2400" u="none" cap="none" strike="noStrike">
              <a:solidFill>
                <a:schemeClr val="dk2"/>
              </a:solidFill>
              <a:latin typeface="Source Sans Pro"/>
              <a:ea typeface="Source Sans Pro"/>
              <a:cs typeface="Source Sans Pro"/>
              <a:sym typeface="Source Sans Pro"/>
            </a:endParaRPr>
          </a:p>
        </p:txBody>
      </p:sp>
      <p:sp>
        <p:nvSpPr>
          <p:cNvPr id="1248" name="Google Shape;1248;g21416b113d1_0_0"/>
          <p:cNvSpPr txBox="1"/>
          <p:nvPr/>
        </p:nvSpPr>
        <p:spPr>
          <a:xfrm>
            <a:off x="160175" y="4835700"/>
            <a:ext cx="6497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Lato"/>
                <a:ea typeface="Lato"/>
                <a:cs typeface="Lato"/>
                <a:sym typeface="Lato"/>
              </a:rPr>
              <a:t>https://www.engr.colostate.edu/~jdaily/</a:t>
            </a:r>
            <a:endParaRPr sz="800">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g2114997e136_1_493"/>
          <p:cNvSpPr txBox="1"/>
          <p:nvPr>
            <p:ph idx="4294967295" type="title"/>
          </p:nvPr>
        </p:nvSpPr>
        <p:spPr>
          <a:xfrm>
            <a:off x="295275" y="215075"/>
            <a:ext cx="61731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400">
                <a:solidFill>
                  <a:schemeClr val="dk1"/>
                </a:solidFill>
              </a:rPr>
              <a:t>Performance</a:t>
            </a:r>
            <a:r>
              <a:rPr lang="en" sz="3400">
                <a:solidFill>
                  <a:schemeClr val="dk1"/>
                </a:solidFill>
              </a:rPr>
              <a:t> Tests</a:t>
            </a:r>
            <a:endParaRPr sz="4300">
              <a:solidFill>
                <a:schemeClr val="dk1"/>
              </a:solidFill>
            </a:endParaRPr>
          </a:p>
        </p:txBody>
      </p:sp>
      <p:grpSp>
        <p:nvGrpSpPr>
          <p:cNvPr id="1254" name="Google Shape;1254;g2114997e136_1_493"/>
          <p:cNvGrpSpPr/>
          <p:nvPr/>
        </p:nvGrpSpPr>
        <p:grpSpPr>
          <a:xfrm rot="5400000">
            <a:off x="2391228" y="1550879"/>
            <a:ext cx="1224069" cy="415007"/>
            <a:chOff x="4852824" y="2637577"/>
            <a:chExt cx="1459310" cy="501458"/>
          </a:xfrm>
        </p:grpSpPr>
        <p:sp>
          <p:nvSpPr>
            <p:cNvPr id="1255" name="Google Shape;1255;g2114997e136_1_493"/>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6" name="Google Shape;1256;g2114997e136_1_493"/>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g2114997e136_1_493"/>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g2114997e136_1_493"/>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aphicFrame>
        <p:nvGraphicFramePr>
          <p:cNvPr id="1259" name="Google Shape;1259;g2114997e136_1_493"/>
          <p:cNvGraphicFramePr/>
          <p:nvPr/>
        </p:nvGraphicFramePr>
        <p:xfrm>
          <a:off x="-284412" y="1881988"/>
          <a:ext cx="3000000" cy="3000000"/>
        </p:xfrm>
        <a:graphic>
          <a:graphicData uri="http://schemas.openxmlformats.org/drawingml/2006/table">
            <a:tbl>
              <a:tblPr>
                <a:noFill/>
                <a:tableStyleId>{5A183655-83E5-4CC3-8687-FD798886F077}</a:tableStyleId>
              </a:tblPr>
              <a:tblGrid>
                <a:gridCol w="2376550"/>
                <a:gridCol w="2376550"/>
              </a:tblGrid>
              <a:tr h="381000">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Producer</a:t>
                      </a:r>
                      <a:endParaRPr sz="16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31.2 ms</a:t>
                      </a:r>
                      <a:endParaRPr b="1" sz="16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Consumer </a:t>
                      </a:r>
                      <a:endParaRPr sz="16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58.9 ms</a:t>
                      </a:r>
                      <a:endParaRPr b="1" sz="16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chemeClr val="accent6"/>
                    </a:solidFill>
                  </a:tcPr>
                </a:tc>
              </a:tr>
            </a:tbl>
          </a:graphicData>
        </a:graphic>
      </p:graphicFrame>
      <p:sp>
        <p:nvSpPr>
          <p:cNvPr id="1260" name="Google Shape;1260;g2114997e136_1_493"/>
          <p:cNvSpPr txBox="1"/>
          <p:nvPr/>
        </p:nvSpPr>
        <p:spPr>
          <a:xfrm>
            <a:off x="-1153425" y="871850"/>
            <a:ext cx="64911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Total Overhead for </a:t>
            </a:r>
            <a:endParaRPr b="1" sz="2100">
              <a:solidFill>
                <a:schemeClr val="accent1"/>
              </a:solidFill>
              <a:latin typeface="Montserrat"/>
              <a:ea typeface="Montserrat"/>
              <a:cs typeface="Montserrat"/>
              <a:sym typeface="Montserrat"/>
            </a:endParaRPr>
          </a:p>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On Demand NDN Packets </a:t>
            </a:r>
            <a:endParaRPr sz="600">
              <a:solidFill>
                <a:schemeClr val="accent1"/>
              </a:solidFill>
            </a:endParaRPr>
          </a:p>
        </p:txBody>
      </p:sp>
      <p:graphicFrame>
        <p:nvGraphicFramePr>
          <p:cNvPr id="1261" name="Google Shape;1261;g2114997e136_1_493"/>
          <p:cNvGraphicFramePr/>
          <p:nvPr/>
        </p:nvGraphicFramePr>
        <p:xfrm>
          <a:off x="86813" y="3636300"/>
          <a:ext cx="3000000" cy="3000000"/>
        </p:xfrm>
        <a:graphic>
          <a:graphicData uri="http://schemas.openxmlformats.org/drawingml/2006/table">
            <a:tbl>
              <a:tblPr>
                <a:noFill/>
                <a:tableStyleId>{5A183655-83E5-4CC3-8687-FD798886F077}</a:tableStyleId>
              </a:tblPr>
              <a:tblGrid>
                <a:gridCol w="1336875"/>
                <a:gridCol w="1614075"/>
                <a:gridCol w="1059675"/>
              </a:tblGrid>
              <a:tr h="335275">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Signing</a:t>
                      </a:r>
                      <a:endParaRPr sz="10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29.9 ms</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extLst>
                            <a:ext uri="http://customooxmlschemas.google.com/">
                              <go:slidesCustomData xmlns:go="http://customooxmlschemas.google.com/" textRoundtripDataId="8"/>
                            </a:ext>
                          </a:extLst>
                        </a:rPr>
                        <a:t>95%</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r>
              <a:tr h="526850">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Validating </a:t>
                      </a:r>
                      <a:endParaRPr sz="10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49.3 ms</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84%</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
        <p:nvSpPr>
          <p:cNvPr id="1262" name="Google Shape;1262;g2114997e136_1_493"/>
          <p:cNvSpPr txBox="1"/>
          <p:nvPr/>
        </p:nvSpPr>
        <p:spPr>
          <a:xfrm>
            <a:off x="-351062" y="2808075"/>
            <a:ext cx="4886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Signing and Validation </a:t>
            </a:r>
            <a:endParaRPr b="1" sz="2100">
              <a:solidFill>
                <a:schemeClr val="accent1"/>
              </a:solidFill>
              <a:latin typeface="Montserrat"/>
              <a:ea typeface="Montserrat"/>
              <a:cs typeface="Montserrat"/>
              <a:sym typeface="Montserrat"/>
            </a:endParaRPr>
          </a:p>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Overhead </a:t>
            </a:r>
            <a:endParaRPr sz="600">
              <a:solidFill>
                <a:schemeClr val="accent1"/>
              </a:solidFill>
            </a:endParaRPr>
          </a:p>
        </p:txBody>
      </p:sp>
      <p:grpSp>
        <p:nvGrpSpPr>
          <p:cNvPr id="1263" name="Google Shape;1263;g2114997e136_1_493"/>
          <p:cNvGrpSpPr/>
          <p:nvPr/>
        </p:nvGrpSpPr>
        <p:grpSpPr>
          <a:xfrm rot="5400000">
            <a:off x="7122478" y="1524404"/>
            <a:ext cx="1224069" cy="415007"/>
            <a:chOff x="4852824" y="2637577"/>
            <a:chExt cx="1459310" cy="501458"/>
          </a:xfrm>
        </p:grpSpPr>
        <p:sp>
          <p:nvSpPr>
            <p:cNvPr id="1264" name="Google Shape;1264;g2114997e136_1_493"/>
            <p:cNvSpPr/>
            <p:nvPr/>
          </p:nvSpPr>
          <p:spPr>
            <a:xfrm>
              <a:off x="6017258" y="2832475"/>
              <a:ext cx="294876" cy="306560"/>
            </a:xfrm>
            <a:custGeom>
              <a:rect b="b" l="l" r="r" t="t"/>
              <a:pathLst>
                <a:path extrusionOk="0" h="8747" w="8413">
                  <a:moveTo>
                    <a:pt x="3662" y="8412"/>
                  </a:moveTo>
                  <a:cubicBezTo>
                    <a:pt x="6864" y="8370"/>
                    <a:pt x="8412" y="4478"/>
                    <a:pt x="6131" y="2239"/>
                  </a:cubicBezTo>
                  <a:cubicBezTo>
                    <a:pt x="3851" y="0"/>
                    <a:pt x="1" y="1611"/>
                    <a:pt x="1" y="4813"/>
                  </a:cubicBezTo>
                  <a:cubicBezTo>
                    <a:pt x="22" y="6821"/>
                    <a:pt x="1654" y="8433"/>
                    <a:pt x="3662" y="8412"/>
                  </a:cubicBezTo>
                  <a:close/>
                  <a:moveTo>
                    <a:pt x="3662" y="1883"/>
                  </a:moveTo>
                  <a:cubicBezTo>
                    <a:pt x="6278" y="1904"/>
                    <a:pt x="7533" y="5085"/>
                    <a:pt x="5692" y="6905"/>
                  </a:cubicBezTo>
                  <a:cubicBezTo>
                    <a:pt x="3830" y="8746"/>
                    <a:pt x="691" y="7428"/>
                    <a:pt x="691" y="4813"/>
                  </a:cubicBezTo>
                  <a:cubicBezTo>
                    <a:pt x="691" y="3181"/>
                    <a:pt x="2030" y="1863"/>
                    <a:pt x="3662" y="186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g2114997e136_1_493"/>
            <p:cNvSpPr/>
            <p:nvPr/>
          </p:nvSpPr>
          <p:spPr>
            <a:xfrm>
              <a:off x="6107473" y="2950548"/>
              <a:ext cx="88046" cy="88004"/>
            </a:xfrm>
            <a:custGeom>
              <a:rect b="b" l="l" r="r" t="t"/>
              <a:pathLst>
                <a:path extrusionOk="0" h="2511" w="2512">
                  <a:moveTo>
                    <a:pt x="1088" y="2511"/>
                  </a:moveTo>
                  <a:cubicBezTo>
                    <a:pt x="2051" y="2511"/>
                    <a:pt x="2511" y="1339"/>
                    <a:pt x="1821" y="670"/>
                  </a:cubicBezTo>
                  <a:cubicBezTo>
                    <a:pt x="1151" y="0"/>
                    <a:pt x="0" y="481"/>
                    <a:pt x="0" y="1444"/>
                  </a:cubicBezTo>
                  <a:cubicBezTo>
                    <a:pt x="0" y="2030"/>
                    <a:pt x="503" y="2511"/>
                    <a:pt x="1088" y="251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g2114997e136_1_493"/>
            <p:cNvSpPr/>
            <p:nvPr/>
          </p:nvSpPr>
          <p:spPr>
            <a:xfrm>
              <a:off x="4852824" y="2637577"/>
              <a:ext cx="1330749" cy="377162"/>
            </a:xfrm>
            <a:custGeom>
              <a:rect b="b" l="l" r="r" t="t"/>
              <a:pathLst>
                <a:path extrusionOk="0" h="12074" w="42601">
                  <a:moveTo>
                    <a:pt x="1444" y="2553"/>
                  </a:moveTo>
                  <a:cubicBezTo>
                    <a:pt x="1632" y="2553"/>
                    <a:pt x="1800" y="2511"/>
                    <a:pt x="1946" y="2428"/>
                  </a:cubicBezTo>
                  <a:lnTo>
                    <a:pt x="11718" y="12073"/>
                  </a:lnTo>
                  <a:lnTo>
                    <a:pt x="42601" y="12073"/>
                  </a:lnTo>
                  <a:lnTo>
                    <a:pt x="42601" y="11404"/>
                  </a:lnTo>
                  <a:lnTo>
                    <a:pt x="29879" y="11404"/>
                  </a:lnTo>
                  <a:lnTo>
                    <a:pt x="24272" y="5880"/>
                  </a:lnTo>
                  <a:lnTo>
                    <a:pt x="14207" y="5880"/>
                  </a:lnTo>
                  <a:lnTo>
                    <a:pt x="14207" y="6550"/>
                  </a:lnTo>
                  <a:lnTo>
                    <a:pt x="24000" y="6550"/>
                  </a:lnTo>
                  <a:lnTo>
                    <a:pt x="28917" y="11404"/>
                  </a:lnTo>
                  <a:lnTo>
                    <a:pt x="11990" y="11404"/>
                  </a:lnTo>
                  <a:lnTo>
                    <a:pt x="2427" y="1967"/>
                  </a:lnTo>
                  <a:cubicBezTo>
                    <a:pt x="2490" y="1821"/>
                    <a:pt x="2532" y="1653"/>
                    <a:pt x="2532" y="1486"/>
                  </a:cubicBezTo>
                  <a:cubicBezTo>
                    <a:pt x="2553" y="503"/>
                    <a:pt x="1381" y="0"/>
                    <a:pt x="691" y="691"/>
                  </a:cubicBezTo>
                  <a:cubicBezTo>
                    <a:pt x="0" y="1381"/>
                    <a:pt x="482" y="2553"/>
                    <a:pt x="1444" y="2553"/>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g2114997e136_1_493"/>
            <p:cNvSpPr/>
            <p:nvPr/>
          </p:nvSpPr>
          <p:spPr>
            <a:xfrm>
              <a:off x="5207557" y="2773277"/>
              <a:ext cx="105270" cy="118328"/>
            </a:xfrm>
            <a:custGeom>
              <a:rect b="b" l="l" r="r" t="t"/>
              <a:pathLst>
                <a:path extrusionOk="0" h="3788" w="3370">
                  <a:moveTo>
                    <a:pt x="3328" y="1905"/>
                  </a:moveTo>
                  <a:lnTo>
                    <a:pt x="3369" y="1"/>
                  </a:lnTo>
                  <a:lnTo>
                    <a:pt x="1675" y="921"/>
                  </a:lnTo>
                  <a:lnTo>
                    <a:pt x="1" y="1821"/>
                  </a:lnTo>
                  <a:lnTo>
                    <a:pt x="1633" y="2804"/>
                  </a:lnTo>
                  <a:lnTo>
                    <a:pt x="3286" y="3788"/>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aphicFrame>
        <p:nvGraphicFramePr>
          <p:cNvPr id="1268" name="Google Shape;1268;g2114997e136_1_493"/>
          <p:cNvGraphicFramePr/>
          <p:nvPr/>
        </p:nvGraphicFramePr>
        <p:xfrm>
          <a:off x="4751638" y="1855513"/>
          <a:ext cx="3000000" cy="3000000"/>
        </p:xfrm>
        <a:graphic>
          <a:graphicData uri="http://schemas.openxmlformats.org/drawingml/2006/table">
            <a:tbl>
              <a:tblPr>
                <a:noFill/>
                <a:tableStyleId>{5A183655-83E5-4CC3-8687-FD798886F077}</a:tableStyleId>
              </a:tblPr>
              <a:tblGrid>
                <a:gridCol w="2376550"/>
                <a:gridCol w="2376550"/>
              </a:tblGrid>
              <a:tr h="381000">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Producer</a:t>
                      </a:r>
                      <a:endParaRPr sz="16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accent1"/>
                          </a:solidFill>
                          <a:latin typeface="Montserrat"/>
                          <a:ea typeface="Montserrat"/>
                          <a:cs typeface="Montserrat"/>
                          <a:sym typeface="Montserrat"/>
                        </a:rPr>
                        <a:t>34.2 ms</a:t>
                      </a:r>
                      <a:endParaRPr b="1">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Consumer </a:t>
                      </a:r>
                      <a:endParaRPr sz="16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rPr b="1" lang="en" u="sng">
                          <a:solidFill>
                            <a:schemeClr val="accent1"/>
                          </a:solidFill>
                          <a:latin typeface="Montserrat"/>
                          <a:ea typeface="Montserrat"/>
                          <a:cs typeface="Montserrat"/>
                          <a:sym typeface="Montserrat"/>
                        </a:rPr>
                        <a:t>28.4 ms</a:t>
                      </a:r>
                      <a:endParaRPr b="1" u="sng">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solidFill>
                      <a:schemeClr val="accent6"/>
                    </a:solidFill>
                  </a:tcPr>
                </a:tc>
              </a:tr>
            </a:tbl>
          </a:graphicData>
        </a:graphic>
      </p:graphicFrame>
      <p:sp>
        <p:nvSpPr>
          <p:cNvPr id="1269" name="Google Shape;1269;g2114997e136_1_493"/>
          <p:cNvSpPr txBox="1"/>
          <p:nvPr/>
        </p:nvSpPr>
        <p:spPr>
          <a:xfrm>
            <a:off x="3730225" y="845375"/>
            <a:ext cx="64911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Total Overhead for </a:t>
            </a:r>
            <a:endParaRPr b="1" sz="2100">
              <a:solidFill>
                <a:schemeClr val="accent1"/>
              </a:solidFill>
              <a:latin typeface="Montserrat"/>
              <a:ea typeface="Montserrat"/>
              <a:cs typeface="Montserrat"/>
              <a:sym typeface="Montserrat"/>
            </a:endParaRPr>
          </a:p>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Pre-generated NDN Packets </a:t>
            </a:r>
            <a:endParaRPr b="1" sz="2100">
              <a:solidFill>
                <a:schemeClr val="accent1"/>
              </a:solidFill>
              <a:latin typeface="Montserrat"/>
              <a:ea typeface="Montserrat"/>
              <a:cs typeface="Montserrat"/>
              <a:sym typeface="Montserrat"/>
            </a:endParaRPr>
          </a:p>
        </p:txBody>
      </p:sp>
      <p:graphicFrame>
        <p:nvGraphicFramePr>
          <p:cNvPr id="1270" name="Google Shape;1270;g2114997e136_1_493"/>
          <p:cNvGraphicFramePr/>
          <p:nvPr/>
        </p:nvGraphicFramePr>
        <p:xfrm>
          <a:off x="5122863" y="3609825"/>
          <a:ext cx="3000000" cy="3000000"/>
        </p:xfrm>
        <a:graphic>
          <a:graphicData uri="http://schemas.openxmlformats.org/drawingml/2006/table">
            <a:tbl>
              <a:tblPr>
                <a:noFill/>
                <a:tableStyleId>{5A183655-83E5-4CC3-8687-FD798886F077}</a:tableStyleId>
              </a:tblPr>
              <a:tblGrid>
                <a:gridCol w="1336875"/>
                <a:gridCol w="1336875"/>
                <a:gridCol w="1336875"/>
              </a:tblGrid>
              <a:tr h="335275">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Signing</a:t>
                      </a:r>
                      <a:endParaRPr sz="10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32.3 ms</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94%</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r>
              <a:tr h="526850">
                <a:tc>
                  <a:txBody>
                    <a:bodyPr/>
                    <a:lstStyle/>
                    <a:p>
                      <a:pPr indent="0" lvl="0" marL="0" rtl="0" algn="ctr">
                        <a:spcBef>
                          <a:spcPts val="0"/>
                        </a:spcBef>
                        <a:spcAft>
                          <a:spcPts val="0"/>
                        </a:spcAft>
                        <a:buNone/>
                      </a:pPr>
                      <a:r>
                        <a:rPr b="1" lang="en" sz="1600">
                          <a:solidFill>
                            <a:schemeClr val="accent1"/>
                          </a:solidFill>
                          <a:latin typeface="Montserrat"/>
                          <a:ea typeface="Montserrat"/>
                          <a:cs typeface="Montserrat"/>
                          <a:sym typeface="Montserrat"/>
                        </a:rPr>
                        <a:t>Validating </a:t>
                      </a:r>
                      <a:endParaRPr sz="1000">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19.5 ms</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69%</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FFFFF">
                          <a:alpha val="0"/>
                        </a:srgbClr>
                      </a:solidFill>
                      <a:prstDash val="solid"/>
                      <a:round/>
                      <a:headEnd len="sm" w="sm" type="none"/>
                      <a:tailEnd len="sm" w="sm" type="none"/>
                    </a:lnB>
                  </a:tcPr>
                </a:tc>
              </a:tr>
            </a:tbl>
          </a:graphicData>
        </a:graphic>
      </p:graphicFrame>
      <p:sp>
        <p:nvSpPr>
          <p:cNvPr id="1271" name="Google Shape;1271;g2114997e136_1_493"/>
          <p:cNvSpPr txBox="1"/>
          <p:nvPr/>
        </p:nvSpPr>
        <p:spPr>
          <a:xfrm>
            <a:off x="4611963" y="2808075"/>
            <a:ext cx="48864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Signing and Validation </a:t>
            </a:r>
            <a:endParaRPr b="1" sz="2100">
              <a:solidFill>
                <a:schemeClr val="accent1"/>
              </a:solidFill>
              <a:latin typeface="Montserrat"/>
              <a:ea typeface="Montserrat"/>
              <a:cs typeface="Montserrat"/>
              <a:sym typeface="Montserrat"/>
            </a:endParaRPr>
          </a:p>
          <a:p>
            <a:pPr indent="0" lvl="0" marL="0" rtl="0" algn="ctr">
              <a:spcBef>
                <a:spcPts val="0"/>
              </a:spcBef>
              <a:spcAft>
                <a:spcPts val="0"/>
              </a:spcAft>
              <a:buNone/>
            </a:pPr>
            <a:r>
              <a:rPr b="1" lang="en" sz="2100">
                <a:solidFill>
                  <a:schemeClr val="accent1"/>
                </a:solidFill>
                <a:latin typeface="Montserrat"/>
                <a:ea typeface="Montserrat"/>
                <a:cs typeface="Montserrat"/>
                <a:sym typeface="Montserrat"/>
              </a:rPr>
              <a:t>Overhead </a:t>
            </a:r>
            <a:endParaRPr sz="600">
              <a:solidFill>
                <a:schemeClr val="accent1"/>
              </a:solidFill>
            </a:endParaRPr>
          </a:p>
        </p:txBody>
      </p:sp>
      <p:sp>
        <p:nvSpPr>
          <p:cNvPr id="1272" name="Google Shape;1272;g2114997e136_1_493"/>
          <p:cNvSpPr txBox="1"/>
          <p:nvPr>
            <p:ph type="title"/>
          </p:nvPr>
        </p:nvSpPr>
        <p:spPr>
          <a:xfrm>
            <a:off x="713325" y="539700"/>
            <a:ext cx="5488800" cy="477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6" name="Shape 1276"/>
        <p:cNvGrpSpPr/>
        <p:nvPr/>
      </p:nvGrpSpPr>
      <p:grpSpPr>
        <a:xfrm>
          <a:off x="0" y="0"/>
          <a:ext cx="0" cy="0"/>
          <a:chOff x="0" y="0"/>
          <a:chExt cx="0" cy="0"/>
        </a:xfrm>
      </p:grpSpPr>
      <p:sp>
        <p:nvSpPr>
          <p:cNvPr id="1277" name="Google Shape;1277;g1f5fffc4ebe_0_0"/>
          <p:cNvSpPr txBox="1"/>
          <p:nvPr/>
        </p:nvSpPr>
        <p:spPr>
          <a:xfrm>
            <a:off x="228600" y="152400"/>
            <a:ext cx="60489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lang="en" sz="3000">
                <a:solidFill>
                  <a:schemeClr val="dk1"/>
                </a:solidFill>
                <a:latin typeface="Montserrat"/>
                <a:ea typeface="Montserrat"/>
                <a:cs typeface="Montserrat"/>
                <a:sym typeface="Montserrat"/>
              </a:rPr>
              <a:t>Vehicular Networks may benefits from NDN Caching </a:t>
            </a:r>
            <a:endParaRPr b="1" i="0" sz="3000" u="none" cap="none" strike="noStrike">
              <a:solidFill>
                <a:schemeClr val="dk1"/>
              </a:solidFill>
              <a:latin typeface="Montserrat"/>
              <a:ea typeface="Montserrat"/>
              <a:cs typeface="Montserrat"/>
              <a:sym typeface="Montserrat"/>
            </a:endParaRPr>
          </a:p>
        </p:txBody>
      </p:sp>
      <p:pic>
        <p:nvPicPr>
          <p:cNvPr id="1278" name="Google Shape;1278;g1f5fffc4ebe_0_0"/>
          <p:cNvPicPr preferRelativeResize="0"/>
          <p:nvPr/>
        </p:nvPicPr>
        <p:blipFill>
          <a:blip r:embed="rId3">
            <a:alphaModFix/>
          </a:blip>
          <a:stretch>
            <a:fillRect/>
          </a:stretch>
        </p:blipFill>
        <p:spPr>
          <a:xfrm>
            <a:off x="398688" y="1363275"/>
            <a:ext cx="5588624" cy="3375824"/>
          </a:xfrm>
          <a:prstGeom prst="rect">
            <a:avLst/>
          </a:prstGeom>
          <a:noFill/>
          <a:ln cap="flat" cmpd="sng" w="28575">
            <a:solidFill>
              <a:srgbClr val="F5DE34"/>
            </a:solidFill>
            <a:prstDash val="solid"/>
            <a:round/>
            <a:headEnd len="sm" w="sm" type="none"/>
            <a:tailEnd len="sm" w="sm" type="none"/>
          </a:ln>
        </p:spPr>
      </p:pic>
      <p:sp>
        <p:nvSpPr>
          <p:cNvPr id="1279" name="Google Shape;1279;g1f5fffc4ebe_0_0"/>
          <p:cNvSpPr txBox="1"/>
          <p:nvPr/>
        </p:nvSpPr>
        <p:spPr>
          <a:xfrm>
            <a:off x="6277500" y="2484500"/>
            <a:ext cx="3000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500">
                <a:solidFill>
                  <a:srgbClr val="FF0000"/>
                </a:solidFill>
                <a:highlight>
                  <a:srgbClr val="FFFFFF"/>
                </a:highlight>
              </a:rPr>
              <a:t>Majority</a:t>
            </a:r>
            <a:r>
              <a:rPr b="1" lang="en" sz="3500">
                <a:solidFill>
                  <a:srgbClr val="FF0000"/>
                </a:solidFill>
                <a:highlight>
                  <a:srgbClr val="FFFFFF"/>
                </a:highlight>
              </a:rPr>
              <a:t> </a:t>
            </a:r>
            <a:endParaRPr b="1" sz="3500">
              <a:solidFill>
                <a:srgbClr val="FF0000"/>
              </a:solidFill>
              <a:highlight>
                <a:srgbClr val="FFFFFF"/>
              </a:highlight>
            </a:endParaRPr>
          </a:p>
          <a:p>
            <a:pPr indent="0" lvl="0" marL="0" rtl="0" algn="l">
              <a:spcBef>
                <a:spcPts val="0"/>
              </a:spcBef>
              <a:spcAft>
                <a:spcPts val="0"/>
              </a:spcAft>
              <a:buNone/>
            </a:pPr>
            <a:r>
              <a:rPr b="1" lang="en" sz="1700">
                <a:solidFill>
                  <a:schemeClr val="accent1"/>
                </a:solidFill>
                <a:highlight>
                  <a:srgbClr val="FFFFFF"/>
                </a:highlight>
              </a:rPr>
              <a:t>of messages in a </a:t>
            </a:r>
            <a:r>
              <a:rPr b="1" lang="en" sz="1700">
                <a:solidFill>
                  <a:srgbClr val="FF0000"/>
                </a:solidFill>
                <a:highlight>
                  <a:srgbClr val="FFFFFF"/>
                </a:highlight>
              </a:rPr>
              <a:t>10 hour</a:t>
            </a:r>
            <a:r>
              <a:rPr b="1" lang="en" sz="1700">
                <a:solidFill>
                  <a:schemeClr val="accent1"/>
                </a:solidFill>
                <a:highlight>
                  <a:srgbClr val="FFFFFF"/>
                </a:highlight>
              </a:rPr>
              <a:t> CAN log are </a:t>
            </a:r>
            <a:r>
              <a:rPr b="1" lang="en" sz="1700">
                <a:solidFill>
                  <a:srgbClr val="FF0000"/>
                </a:solidFill>
                <a:highlight>
                  <a:srgbClr val="FFFFFF"/>
                </a:highlight>
              </a:rPr>
              <a:t>duplicates</a:t>
            </a:r>
            <a:endParaRPr b="1" sz="1700">
              <a:solidFill>
                <a:srgbClr val="FF0000"/>
              </a:solidFill>
              <a:highlight>
                <a:srgbClr val="FFFFFF"/>
              </a:highlight>
            </a:endParaRPr>
          </a:p>
          <a:p>
            <a:pPr indent="0" lvl="0" marL="0" rtl="0" algn="l">
              <a:spcBef>
                <a:spcPts val="0"/>
              </a:spcBef>
              <a:spcAft>
                <a:spcPts val="0"/>
              </a:spcAft>
              <a:buNone/>
            </a:pPr>
            <a:r>
              <a:t/>
            </a:r>
            <a:endParaRPr b="1" sz="1700">
              <a:solidFill>
                <a:schemeClr val="accent1"/>
              </a:solidFill>
              <a:highlight>
                <a:srgbClr val="FFFFFF"/>
              </a:highlight>
            </a:endParaRPr>
          </a:p>
          <a:p>
            <a:pPr indent="-336550" lvl="0" marL="457200" rtl="0" algn="l">
              <a:spcBef>
                <a:spcPts val="0"/>
              </a:spcBef>
              <a:spcAft>
                <a:spcPts val="0"/>
              </a:spcAft>
              <a:buClr>
                <a:schemeClr val="accent1"/>
              </a:buClr>
              <a:buSzPts val="1700"/>
              <a:buChar char="●"/>
            </a:pPr>
            <a:r>
              <a:rPr b="1" lang="en" sz="1700">
                <a:solidFill>
                  <a:schemeClr val="accent1"/>
                </a:solidFill>
                <a:highlight>
                  <a:srgbClr val="FFFFFF"/>
                </a:highlight>
              </a:rPr>
              <a:t>Still investigating the implications  </a:t>
            </a:r>
            <a:endParaRPr sz="1700">
              <a:solidFill>
                <a:schemeClr val="accent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g213cabc5f15_1_48"/>
          <p:cNvSpPr txBox="1"/>
          <p:nvPr>
            <p:ph idx="4294967295" type="title"/>
          </p:nvPr>
        </p:nvSpPr>
        <p:spPr>
          <a:xfrm>
            <a:off x="295275" y="215075"/>
            <a:ext cx="61731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400">
                <a:solidFill>
                  <a:schemeClr val="dk1"/>
                </a:solidFill>
              </a:rPr>
              <a:t>Security</a:t>
            </a:r>
            <a:r>
              <a:rPr lang="en" sz="3400">
                <a:solidFill>
                  <a:schemeClr val="dk1"/>
                </a:solidFill>
              </a:rPr>
              <a:t> Tests</a:t>
            </a:r>
            <a:endParaRPr sz="4300">
              <a:solidFill>
                <a:schemeClr val="dk1"/>
              </a:solidFill>
            </a:endParaRPr>
          </a:p>
        </p:txBody>
      </p:sp>
      <p:graphicFrame>
        <p:nvGraphicFramePr>
          <p:cNvPr id="1285" name="Google Shape;1285;g213cabc5f15_1_48"/>
          <p:cNvGraphicFramePr/>
          <p:nvPr/>
        </p:nvGraphicFramePr>
        <p:xfrm>
          <a:off x="1318875" y="1875300"/>
          <a:ext cx="3000000" cy="3000000"/>
        </p:xfrm>
        <a:graphic>
          <a:graphicData uri="http://schemas.openxmlformats.org/drawingml/2006/table">
            <a:tbl>
              <a:tblPr>
                <a:noFill/>
                <a:tableStyleId>{5A183655-83E5-4CC3-8687-FD798886F077}</a:tableStyleId>
              </a:tblPr>
              <a:tblGrid>
                <a:gridCol w="3158925"/>
                <a:gridCol w="3347300"/>
              </a:tblGrid>
              <a:tr h="531125">
                <a:tc>
                  <a:txBody>
                    <a:bodyPr/>
                    <a:lstStyle/>
                    <a:p>
                      <a:pPr indent="0" lvl="0" marL="0" rtl="0" algn="ctr">
                        <a:spcBef>
                          <a:spcPts val="0"/>
                        </a:spcBef>
                        <a:spcAft>
                          <a:spcPts val="0"/>
                        </a:spcAft>
                        <a:buNone/>
                      </a:pPr>
                      <a:r>
                        <a:rPr b="1" lang="en" sz="2000" u="sng">
                          <a:solidFill>
                            <a:schemeClr val="accent1"/>
                          </a:solidFill>
                          <a:latin typeface="Montserrat"/>
                          <a:ea typeface="Montserrat"/>
                          <a:cs typeface="Montserrat"/>
                          <a:sym typeface="Montserrat"/>
                        </a:rPr>
                        <a:t>ATTACK</a:t>
                      </a:r>
                      <a:endParaRPr b="1" sz="2000" u="sng">
                        <a:solidFill>
                          <a:schemeClr val="accent1"/>
                        </a:solidFill>
                        <a:latin typeface="Montserrat"/>
                        <a:ea typeface="Montserrat"/>
                        <a:cs typeface="Montserrat"/>
                        <a:sym typeface="Montserrat"/>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2000" u="sng">
                          <a:solidFill>
                            <a:schemeClr val="accent1"/>
                          </a:solidFill>
                          <a:latin typeface="Montserrat"/>
                          <a:ea typeface="Montserrat"/>
                          <a:cs typeface="Montserrat"/>
                          <a:sym typeface="Montserrat"/>
                        </a:rPr>
                        <a:t>NDN MITIGATION </a:t>
                      </a:r>
                      <a:endParaRPr b="1" sz="2000" u="sng">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FFFFF">
                          <a:alpha val="0"/>
                        </a:srgbClr>
                      </a:solidFill>
                      <a:prstDash val="solid"/>
                      <a:round/>
                      <a:headEnd len="sm" w="sm" type="none"/>
                      <a:tailEnd len="sm" w="sm" type="none"/>
                    </a:lnT>
                    <a:lnB cap="flat" cmpd="sng" w="19050">
                      <a:solidFill>
                        <a:srgbClr val="F5DE34"/>
                      </a:solidFill>
                      <a:prstDash val="solid"/>
                      <a:round/>
                      <a:headEnd len="sm" w="sm" type="none"/>
                      <a:tailEnd len="sm" w="sm" type="none"/>
                    </a:lnB>
                  </a:tcPr>
                </a:tc>
              </a:tr>
              <a:tr h="139675">
                <a:tc>
                  <a:txBody>
                    <a:bodyPr/>
                    <a:lstStyle/>
                    <a:p>
                      <a:pPr indent="0" lvl="0" marL="0" rtl="0" algn="ctr">
                        <a:spcBef>
                          <a:spcPts val="0"/>
                        </a:spcBef>
                        <a:spcAft>
                          <a:spcPts val="0"/>
                        </a:spcAft>
                        <a:buNone/>
                      </a:pPr>
                      <a:r>
                        <a:t/>
                      </a:r>
                      <a:endParaRPr b="1" sz="1000">
                        <a:solidFill>
                          <a:schemeClr val="accent1"/>
                        </a:solidFill>
                        <a:latin typeface="Montserrat"/>
                        <a:ea typeface="Montserrat"/>
                        <a:cs typeface="Montserrat"/>
                        <a:sym typeface="Montserrat"/>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t/>
                      </a:r>
                      <a:endParaRPr b="1" sz="100">
                        <a:solidFill>
                          <a:schemeClr val="accent1"/>
                        </a:solidFill>
                        <a:latin typeface="Montserrat"/>
                        <a:ea typeface="Montserrat"/>
                        <a:cs typeface="Montserrat"/>
                        <a:sym typeface="Montserrat"/>
                      </a:endParaRPr>
                    </a:p>
                  </a:txBody>
                  <a:tcPr marT="91425" marB="91425" marR="91425" marL="91425">
                    <a:lnL cap="flat" cmpd="sng" w="19050">
                      <a:solidFill>
                        <a:srgbClr val="F5DE34">
                          <a:alpha val="0"/>
                        </a:srgbClr>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solidFill>
                            <a:schemeClr val="accent1"/>
                          </a:solidFill>
                          <a:latin typeface="Montserrat"/>
                          <a:ea typeface="Montserrat"/>
                          <a:cs typeface="Montserrat"/>
                          <a:sym typeface="Montserrat"/>
                        </a:rPr>
                        <a:t>Unsolicited Data</a:t>
                      </a:r>
                      <a:endParaRPr>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No Effect </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solidFill>
                            <a:schemeClr val="accent1"/>
                          </a:solidFill>
                          <a:latin typeface="Montserrat"/>
                          <a:ea typeface="Montserrat"/>
                          <a:cs typeface="Montserrat"/>
                          <a:sym typeface="Montserrat"/>
                        </a:rPr>
                        <a:t>Impersonation Attack </a:t>
                      </a:r>
                      <a:endParaRPr>
                        <a:solidFill>
                          <a:schemeClr val="accent1"/>
                        </a:solidFill>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Caught by Signature </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r>
              <a:tr h="381000">
                <a:tc>
                  <a:txBody>
                    <a:bodyPr/>
                    <a:lstStyle/>
                    <a:p>
                      <a:pPr indent="0" lvl="0" marL="0" rtl="0" algn="ctr">
                        <a:spcBef>
                          <a:spcPts val="0"/>
                        </a:spcBef>
                        <a:spcAft>
                          <a:spcPts val="0"/>
                        </a:spcAft>
                        <a:buNone/>
                      </a:pPr>
                      <a:r>
                        <a:rPr b="1" lang="en" sz="2000">
                          <a:solidFill>
                            <a:schemeClr val="accent1"/>
                          </a:solidFill>
                          <a:latin typeface="Montserrat"/>
                          <a:ea typeface="Montserrat"/>
                          <a:cs typeface="Montserrat"/>
                          <a:sym typeface="Montserrat"/>
                        </a:rPr>
                        <a:t>Interest DoS</a:t>
                      </a:r>
                      <a:endParaRPr b="1" sz="2000">
                        <a:solidFill>
                          <a:schemeClr val="accent1"/>
                        </a:solidFill>
                        <a:latin typeface="Montserrat"/>
                        <a:ea typeface="Montserrat"/>
                        <a:cs typeface="Montserrat"/>
                        <a:sym typeface="Montserrat"/>
                      </a:endParaRPr>
                    </a:p>
                  </a:txBody>
                  <a:tcPr marT="91425" marB="91425" marR="91425" marL="91425">
                    <a:lnL cap="flat" cmpd="sng" w="19050">
                      <a:solidFill>
                        <a:srgbClr val="FFFFFF">
                          <a:alpha val="0"/>
                        </a:srgbClr>
                      </a:solidFill>
                      <a:prstDash val="solid"/>
                      <a:round/>
                      <a:headEnd len="sm" w="sm" type="none"/>
                      <a:tailEnd len="sm" w="sm" type="none"/>
                    </a:lnL>
                    <a:lnR cap="flat" cmpd="sng" w="19050">
                      <a:solidFill>
                        <a:srgbClr val="F5DE34"/>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c>
                  <a:txBody>
                    <a:bodyPr/>
                    <a:lstStyle/>
                    <a:p>
                      <a:pPr indent="0" lvl="0" marL="0" rtl="0" algn="ctr">
                        <a:spcBef>
                          <a:spcPts val="0"/>
                        </a:spcBef>
                        <a:spcAft>
                          <a:spcPts val="0"/>
                        </a:spcAft>
                        <a:buNone/>
                      </a:pPr>
                      <a:r>
                        <a:rPr b="1" lang="en" sz="1700">
                          <a:solidFill>
                            <a:schemeClr val="accent1"/>
                          </a:solidFill>
                          <a:latin typeface="Montserrat"/>
                          <a:ea typeface="Montserrat"/>
                          <a:cs typeface="Montserrat"/>
                          <a:sym typeface="Montserrat"/>
                        </a:rPr>
                        <a:t>Pending Interests</a:t>
                      </a:r>
                      <a:endParaRPr b="1" sz="1700">
                        <a:solidFill>
                          <a:schemeClr val="accent1"/>
                        </a:solidFill>
                        <a:latin typeface="Montserrat"/>
                        <a:ea typeface="Montserrat"/>
                        <a:cs typeface="Montserrat"/>
                        <a:sym typeface="Montserrat"/>
                      </a:endParaRPr>
                    </a:p>
                  </a:txBody>
                  <a:tcPr marT="91425" marB="91425" marR="91425" marL="91425">
                    <a:lnL cap="flat" cmpd="sng" w="19050">
                      <a:solidFill>
                        <a:srgbClr val="F5DE34"/>
                      </a:solidFill>
                      <a:prstDash val="solid"/>
                      <a:round/>
                      <a:headEnd len="sm" w="sm" type="none"/>
                      <a:tailEnd len="sm" w="sm" type="none"/>
                    </a:lnL>
                    <a:lnR cap="flat" cmpd="sng" w="19050">
                      <a:solidFill>
                        <a:srgbClr val="FFFFFF">
                          <a:alpha val="0"/>
                        </a:srgbClr>
                      </a:solidFill>
                      <a:prstDash val="solid"/>
                      <a:round/>
                      <a:headEnd len="sm" w="sm" type="none"/>
                      <a:tailEnd len="sm" w="sm" type="none"/>
                    </a:lnR>
                    <a:lnT cap="flat" cmpd="sng" w="19050">
                      <a:solidFill>
                        <a:srgbClr val="F5DE34"/>
                      </a:solidFill>
                      <a:prstDash val="solid"/>
                      <a:round/>
                      <a:headEnd len="sm" w="sm" type="none"/>
                      <a:tailEnd len="sm" w="sm" type="none"/>
                    </a:lnT>
                    <a:lnB cap="flat" cmpd="sng" w="19050">
                      <a:solidFill>
                        <a:srgbClr val="F5DE34"/>
                      </a:solidFill>
                      <a:prstDash val="solid"/>
                      <a:round/>
                      <a:headEnd len="sm" w="sm" type="none"/>
                      <a:tailEnd len="sm" w="sm" type="none"/>
                    </a:lnB>
                  </a:tcPr>
                </a:tc>
              </a:tr>
            </a:tbl>
          </a:graphicData>
        </a:graphic>
      </p:graphicFrame>
      <p:sp>
        <p:nvSpPr>
          <p:cNvPr id="1286" name="Google Shape;1286;g213cabc5f15_1_48"/>
          <p:cNvSpPr txBox="1"/>
          <p:nvPr/>
        </p:nvSpPr>
        <p:spPr>
          <a:xfrm>
            <a:off x="3396438" y="1136388"/>
            <a:ext cx="23511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700">
                <a:solidFill>
                  <a:schemeClr val="dk1"/>
                </a:solidFill>
                <a:latin typeface="Lato"/>
                <a:ea typeface="Lato"/>
                <a:cs typeface="Lato"/>
                <a:sym typeface="Lato"/>
              </a:rPr>
              <a:t>NDN Attacks </a:t>
            </a:r>
            <a:endParaRPr b="1" sz="2700">
              <a:solidFill>
                <a:schemeClr val="dk1"/>
              </a:solidFill>
              <a:latin typeface="Lato"/>
              <a:ea typeface="Lato"/>
              <a:cs typeface="Lato"/>
              <a:sym typeface="La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g2114997e136_1_25"/>
          <p:cNvSpPr txBox="1"/>
          <p:nvPr>
            <p:ph type="title"/>
          </p:nvPr>
        </p:nvSpPr>
        <p:spPr>
          <a:xfrm>
            <a:off x="580625" y="299200"/>
            <a:ext cx="3941700" cy="531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sz="3100">
                <a:solidFill>
                  <a:schemeClr val="dk1"/>
                </a:solidFill>
              </a:rPr>
              <a:t>Outline</a:t>
            </a:r>
            <a:endParaRPr sz="3100">
              <a:solidFill>
                <a:schemeClr val="dk1"/>
              </a:solidFill>
            </a:endParaRPr>
          </a:p>
        </p:txBody>
      </p:sp>
      <p:sp>
        <p:nvSpPr>
          <p:cNvPr id="1292" name="Google Shape;1292;g2114997e136_1_25"/>
          <p:cNvSpPr txBox="1"/>
          <p:nvPr>
            <p:ph idx="4294967295" type="subTitle"/>
          </p:nvPr>
        </p:nvSpPr>
        <p:spPr>
          <a:xfrm>
            <a:off x="580625" y="710400"/>
            <a:ext cx="7198500" cy="44331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Overview of current in-vehicle communication</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Potential future directions of the community</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NDN for in-vehicle networks</a:t>
            </a:r>
            <a:endParaRPr sz="2300">
              <a:solidFill>
                <a:srgbClr val="9E9E9E"/>
              </a:solidFill>
            </a:endParaRPr>
          </a:p>
          <a:p>
            <a:pPr indent="-374650" lvl="1" marL="1371600" rtl="0" algn="l">
              <a:lnSpc>
                <a:spcPct val="100000"/>
              </a:lnSpc>
              <a:spcBef>
                <a:spcPts val="0"/>
              </a:spcBef>
              <a:spcAft>
                <a:spcPts val="0"/>
              </a:spcAft>
              <a:buClr>
                <a:srgbClr val="9E9E9E"/>
              </a:buClr>
              <a:buSzPts val="2300"/>
              <a:buChar char="○"/>
            </a:pPr>
            <a:r>
              <a:rPr lang="en" sz="2300">
                <a:solidFill>
                  <a:srgbClr val="9E9E9E"/>
                </a:solidFill>
              </a:rPr>
              <a:t>What are the potential benefits?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rgbClr val="9E9E9E"/>
              </a:buClr>
              <a:buSzPts val="2300"/>
              <a:buChar char="●"/>
            </a:pPr>
            <a:r>
              <a:rPr lang="en" sz="2300">
                <a:solidFill>
                  <a:srgbClr val="9E9E9E"/>
                </a:solidFill>
              </a:rPr>
              <a:t>A bench-top testbed and test harness</a:t>
            </a:r>
            <a:br>
              <a:rPr lang="en" sz="2300">
                <a:solidFill>
                  <a:srgbClr val="9E9E9E"/>
                </a:solidFill>
              </a:rPr>
            </a:br>
            <a:endParaRPr sz="2300">
              <a:solidFill>
                <a:srgbClr val="9E9E9E"/>
              </a:solidFill>
            </a:endParaRPr>
          </a:p>
          <a:p>
            <a:pPr indent="-374650" lvl="0" marL="457200" marR="0" rtl="0" algn="l">
              <a:lnSpc>
                <a:spcPct val="100000"/>
              </a:lnSpc>
              <a:spcBef>
                <a:spcPts val="0"/>
              </a:spcBef>
              <a:spcAft>
                <a:spcPts val="0"/>
              </a:spcAft>
              <a:buClr>
                <a:schemeClr val="dk2"/>
              </a:buClr>
              <a:buSzPts val="2300"/>
              <a:buChar char="●"/>
            </a:pPr>
            <a:r>
              <a:rPr lang="en" sz="2300">
                <a:solidFill>
                  <a:srgbClr val="9E9E9E"/>
                </a:solidFill>
              </a:rPr>
              <a:t>Results so far</a:t>
            </a:r>
            <a:br>
              <a:rPr lang="en" sz="2300">
                <a:solidFill>
                  <a:schemeClr val="dk2"/>
                </a:solidFill>
              </a:rPr>
            </a:br>
            <a:endParaRPr sz="2300">
              <a:solidFill>
                <a:schemeClr val="dk2"/>
              </a:solidFill>
            </a:endParaRPr>
          </a:p>
          <a:p>
            <a:pPr indent="-374650" lvl="0" marL="457200" marR="0" rtl="0" algn="l">
              <a:lnSpc>
                <a:spcPct val="100000"/>
              </a:lnSpc>
              <a:spcBef>
                <a:spcPts val="0"/>
              </a:spcBef>
              <a:spcAft>
                <a:spcPts val="0"/>
              </a:spcAft>
              <a:buSzPts val="2300"/>
              <a:buChar char="●"/>
            </a:pPr>
            <a:r>
              <a:rPr b="1" lang="en" sz="2300"/>
              <a:t>Future directions</a:t>
            </a:r>
            <a:endParaRPr b="1" sz="23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g2114997e136_1_587"/>
          <p:cNvSpPr txBox="1"/>
          <p:nvPr>
            <p:ph idx="4294967295" type="subTitle"/>
          </p:nvPr>
        </p:nvSpPr>
        <p:spPr>
          <a:xfrm>
            <a:off x="-161925" y="2133000"/>
            <a:ext cx="5166900" cy="87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2"/>
              </a:buClr>
              <a:buSzPts val="1400"/>
              <a:buFont typeface="Source Sans Pro"/>
              <a:buNone/>
            </a:pPr>
            <a:r>
              <a:t/>
            </a:r>
            <a:endParaRPr b="1" i="0" sz="2800" u="none" cap="none" strike="noStrike">
              <a:solidFill>
                <a:schemeClr val="dk2"/>
              </a:solidFill>
              <a:latin typeface="Source Sans Pro"/>
              <a:ea typeface="Source Sans Pro"/>
              <a:cs typeface="Source Sans Pro"/>
              <a:sym typeface="Source Sans Pro"/>
            </a:endParaRPr>
          </a:p>
          <a:p>
            <a:pPr indent="-381000" lvl="0" marL="457200" rtl="0" algn="l">
              <a:lnSpc>
                <a:spcPct val="100000"/>
              </a:lnSpc>
              <a:spcBef>
                <a:spcPts val="0"/>
              </a:spcBef>
              <a:spcAft>
                <a:spcPts val="0"/>
              </a:spcAft>
              <a:buSzPts val="2400"/>
              <a:buFont typeface="Source Sans Pro"/>
              <a:buChar char="-"/>
            </a:pPr>
            <a:r>
              <a:rPr b="1" lang="en" sz="2900">
                <a:solidFill>
                  <a:schemeClr val="dk2"/>
                </a:solidFill>
                <a:latin typeface="Raleway"/>
                <a:ea typeface="Raleway"/>
                <a:cs typeface="Raleway"/>
                <a:sym typeface="Raleway"/>
              </a:rPr>
              <a:t>Performance Tests</a:t>
            </a:r>
            <a:endParaRPr b="1" i="0" sz="2400" u="none" cap="none" strike="noStrike">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lang="en" sz="2400">
                <a:solidFill>
                  <a:schemeClr val="dk2"/>
                </a:solidFill>
                <a:latin typeface="Source Sans Pro"/>
                <a:ea typeface="Source Sans Pro"/>
                <a:cs typeface="Source Sans Pro"/>
                <a:sym typeface="Source Sans Pro"/>
              </a:rPr>
              <a:t>Real-time requirements</a:t>
            </a:r>
            <a:endParaRPr sz="2400">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b="0" i="0" lang="en" sz="2400" u="none" cap="none" strike="noStrike">
                <a:solidFill>
                  <a:schemeClr val="dk2"/>
                </a:solidFill>
                <a:latin typeface="Source Sans Pro"/>
                <a:ea typeface="Source Sans Pro"/>
                <a:cs typeface="Source Sans Pro"/>
                <a:sym typeface="Source Sans Pro"/>
              </a:rPr>
              <a:t>Latency - Throughput </a:t>
            </a:r>
            <a:endParaRPr b="1" i="0" sz="2400" u="none" cap="none" strike="noStrike">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b="0" i="0" lang="en" sz="2400" u="none" cap="none" strike="noStrike">
                <a:solidFill>
                  <a:schemeClr val="dk2"/>
                </a:solidFill>
                <a:latin typeface="Source Sans Pro"/>
                <a:ea typeface="Source Sans Pro"/>
                <a:cs typeface="Source Sans Pro"/>
                <a:sym typeface="Source Sans Pro"/>
              </a:rPr>
              <a:t>Use TCP/IP with TLS on the testbed to set performance benchmarks </a:t>
            </a:r>
            <a:endParaRPr b="0" i="0" sz="2400" u="none" cap="none" strike="noStrike">
              <a:solidFill>
                <a:schemeClr val="dk2"/>
              </a:solidFill>
              <a:latin typeface="Source Sans Pro"/>
              <a:ea typeface="Source Sans Pro"/>
              <a:cs typeface="Source Sans Pro"/>
              <a:sym typeface="Source Sans Pro"/>
            </a:endParaRPr>
          </a:p>
          <a:p>
            <a:pPr indent="0" lvl="0" marL="914400" marR="0" rtl="0" algn="l">
              <a:lnSpc>
                <a:spcPct val="100000"/>
              </a:lnSpc>
              <a:spcBef>
                <a:spcPts val="0"/>
              </a:spcBef>
              <a:spcAft>
                <a:spcPts val="0"/>
              </a:spcAft>
              <a:buNone/>
            </a:pPr>
            <a:r>
              <a:t/>
            </a:r>
            <a:endParaRPr b="0" i="0" sz="2400" u="none" cap="none" strike="noStrike">
              <a:solidFill>
                <a:schemeClr val="dk2"/>
              </a:solidFill>
              <a:latin typeface="Source Sans Pro"/>
              <a:ea typeface="Source Sans Pro"/>
              <a:cs typeface="Source Sans Pro"/>
              <a:sym typeface="Source Sans Pro"/>
            </a:endParaRPr>
          </a:p>
          <a:p>
            <a:pPr indent="0" lvl="0" marL="1371600" marR="0" rtl="0" algn="l">
              <a:lnSpc>
                <a:spcPct val="100000"/>
              </a:lnSpc>
              <a:spcBef>
                <a:spcPts val="0"/>
              </a:spcBef>
              <a:spcAft>
                <a:spcPts val="0"/>
              </a:spcAft>
              <a:buClr>
                <a:schemeClr val="dk2"/>
              </a:buClr>
              <a:buSzPts val="1400"/>
              <a:buFont typeface="Source Sans Pro"/>
              <a:buNone/>
            </a:pPr>
            <a:r>
              <a:t/>
            </a:r>
            <a:endParaRPr b="0" i="0" sz="2400" u="none" cap="none" strike="noStrike">
              <a:solidFill>
                <a:schemeClr val="dk2"/>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b="1" i="0" sz="2400" u="none" cap="none" strike="noStrike">
              <a:solidFill>
                <a:schemeClr val="dk2"/>
              </a:solidFill>
              <a:latin typeface="Source Sans Pro"/>
              <a:ea typeface="Source Sans Pro"/>
              <a:cs typeface="Source Sans Pro"/>
              <a:sym typeface="Source Sans Pro"/>
            </a:endParaRPr>
          </a:p>
        </p:txBody>
      </p:sp>
      <p:sp>
        <p:nvSpPr>
          <p:cNvPr id="1298" name="Google Shape;1298;g2114997e136_1_587"/>
          <p:cNvSpPr txBox="1"/>
          <p:nvPr>
            <p:ph idx="4294967295" type="title"/>
          </p:nvPr>
        </p:nvSpPr>
        <p:spPr>
          <a:xfrm>
            <a:off x="142875" y="191750"/>
            <a:ext cx="6173100" cy="477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700"/>
              <a:buNone/>
            </a:pPr>
            <a:r>
              <a:rPr lang="en">
                <a:solidFill>
                  <a:schemeClr val="dk1"/>
                </a:solidFill>
              </a:rPr>
              <a:t>What’s Next?</a:t>
            </a:r>
            <a:endParaRPr sz="3700">
              <a:solidFill>
                <a:schemeClr val="dk1"/>
              </a:solidFill>
            </a:endParaRPr>
          </a:p>
        </p:txBody>
      </p:sp>
      <p:sp>
        <p:nvSpPr>
          <p:cNvPr id="1299" name="Google Shape;1299;g2114997e136_1_587"/>
          <p:cNvSpPr txBox="1"/>
          <p:nvPr>
            <p:ph idx="4294967295" type="subTitle"/>
          </p:nvPr>
        </p:nvSpPr>
        <p:spPr>
          <a:xfrm>
            <a:off x="4890300" y="1678050"/>
            <a:ext cx="5166900" cy="87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2"/>
              </a:buClr>
              <a:buSzPts val="1400"/>
              <a:buFont typeface="Source Sans Pro"/>
              <a:buNone/>
            </a:pPr>
            <a:r>
              <a:t/>
            </a:r>
            <a:endParaRPr b="1" i="0" sz="2800" u="none" cap="none" strike="noStrike">
              <a:solidFill>
                <a:schemeClr val="dk2"/>
              </a:solidFill>
              <a:latin typeface="Source Sans Pro"/>
              <a:ea typeface="Source Sans Pro"/>
              <a:cs typeface="Source Sans Pro"/>
              <a:sym typeface="Source Sans Pro"/>
            </a:endParaRPr>
          </a:p>
          <a:p>
            <a:pPr indent="-381000" lvl="0" marL="457200" rtl="0" algn="l">
              <a:lnSpc>
                <a:spcPct val="100000"/>
              </a:lnSpc>
              <a:spcBef>
                <a:spcPts val="0"/>
              </a:spcBef>
              <a:spcAft>
                <a:spcPts val="0"/>
              </a:spcAft>
              <a:buSzPts val="2400"/>
              <a:buFont typeface="Source Sans Pro"/>
              <a:buChar char="-"/>
            </a:pPr>
            <a:r>
              <a:rPr b="1" lang="en" sz="2900">
                <a:solidFill>
                  <a:schemeClr val="dk2"/>
                </a:solidFill>
                <a:latin typeface="Raleway"/>
                <a:ea typeface="Raleway"/>
                <a:cs typeface="Raleway"/>
                <a:sym typeface="Raleway"/>
              </a:rPr>
              <a:t>Security</a:t>
            </a:r>
            <a:r>
              <a:rPr b="1" lang="en" sz="2900">
                <a:solidFill>
                  <a:schemeClr val="dk2"/>
                </a:solidFill>
                <a:latin typeface="Raleway"/>
                <a:ea typeface="Raleway"/>
                <a:cs typeface="Raleway"/>
                <a:sym typeface="Raleway"/>
              </a:rPr>
              <a:t> Tests</a:t>
            </a:r>
            <a:endParaRPr b="1" i="0" sz="2400" u="none" cap="none" strike="noStrike">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lang="en" sz="2400">
                <a:solidFill>
                  <a:schemeClr val="dk2"/>
                </a:solidFill>
                <a:latin typeface="Source Sans Pro"/>
                <a:ea typeface="Source Sans Pro"/>
                <a:cs typeface="Source Sans Pro"/>
                <a:sym typeface="Source Sans Pro"/>
              </a:rPr>
              <a:t>GW to GW attacks</a:t>
            </a:r>
            <a:endParaRPr sz="2400">
              <a:solidFill>
                <a:schemeClr val="dk2"/>
              </a:solidFill>
              <a:latin typeface="Source Sans Pro"/>
              <a:ea typeface="Source Sans Pro"/>
              <a:cs typeface="Source Sans Pro"/>
              <a:sym typeface="Source Sans Pro"/>
            </a:endParaRPr>
          </a:p>
          <a:p>
            <a:pPr indent="-381000" lvl="0" marL="914400" marR="0" rtl="0" algn="l">
              <a:lnSpc>
                <a:spcPct val="100000"/>
              </a:lnSpc>
              <a:spcBef>
                <a:spcPts val="0"/>
              </a:spcBef>
              <a:spcAft>
                <a:spcPts val="0"/>
              </a:spcAft>
              <a:buClr>
                <a:schemeClr val="dk2"/>
              </a:buClr>
              <a:buSzPts val="2400"/>
              <a:buFont typeface="Source Sans Pro"/>
              <a:buChar char="-"/>
            </a:pPr>
            <a:r>
              <a:rPr lang="en" sz="2400">
                <a:solidFill>
                  <a:schemeClr val="dk2"/>
                </a:solidFill>
                <a:latin typeface="Source Sans Pro"/>
                <a:ea typeface="Source Sans Pro"/>
                <a:cs typeface="Source Sans Pro"/>
                <a:sym typeface="Source Sans Pro"/>
              </a:rPr>
              <a:t>CAN to GW attacks </a:t>
            </a:r>
            <a:endParaRPr sz="2400">
              <a:solidFill>
                <a:schemeClr val="dk2"/>
              </a:solidFill>
              <a:latin typeface="Source Sans Pro"/>
              <a:ea typeface="Source Sans Pro"/>
              <a:cs typeface="Source Sans Pro"/>
              <a:sym typeface="Source Sans Pro"/>
            </a:endParaRPr>
          </a:p>
          <a:p>
            <a:pPr indent="0" lvl="0" marL="914400" marR="0" rtl="0" algn="l">
              <a:lnSpc>
                <a:spcPct val="100000"/>
              </a:lnSpc>
              <a:spcBef>
                <a:spcPts val="0"/>
              </a:spcBef>
              <a:spcAft>
                <a:spcPts val="0"/>
              </a:spcAft>
              <a:buNone/>
            </a:pPr>
            <a:r>
              <a:t/>
            </a:r>
            <a:endParaRPr b="0" i="0" sz="2400" u="none" cap="none" strike="noStrike">
              <a:solidFill>
                <a:schemeClr val="dk2"/>
              </a:solidFill>
              <a:latin typeface="Source Sans Pro"/>
              <a:ea typeface="Source Sans Pro"/>
              <a:cs typeface="Source Sans Pro"/>
              <a:sym typeface="Source Sans Pro"/>
            </a:endParaRPr>
          </a:p>
          <a:p>
            <a:pPr indent="0" lvl="0" marL="1371600" marR="0" rtl="0" algn="l">
              <a:lnSpc>
                <a:spcPct val="100000"/>
              </a:lnSpc>
              <a:spcBef>
                <a:spcPts val="0"/>
              </a:spcBef>
              <a:spcAft>
                <a:spcPts val="0"/>
              </a:spcAft>
              <a:buClr>
                <a:schemeClr val="dk2"/>
              </a:buClr>
              <a:buSzPts val="1400"/>
              <a:buFont typeface="Source Sans Pro"/>
              <a:buNone/>
            </a:pPr>
            <a:r>
              <a:t/>
            </a:r>
            <a:endParaRPr b="0" i="0" sz="2400" u="none" cap="none" strike="noStrike">
              <a:solidFill>
                <a:schemeClr val="dk2"/>
              </a:solidFill>
              <a:latin typeface="Source Sans Pro"/>
              <a:ea typeface="Source Sans Pro"/>
              <a:cs typeface="Source Sans Pro"/>
              <a:sym typeface="Source Sans Pro"/>
            </a:endParaRPr>
          </a:p>
          <a:p>
            <a:pPr indent="0" lvl="0" marL="0" marR="0" rtl="0" algn="l">
              <a:lnSpc>
                <a:spcPct val="100000"/>
              </a:lnSpc>
              <a:spcBef>
                <a:spcPts val="0"/>
              </a:spcBef>
              <a:spcAft>
                <a:spcPts val="0"/>
              </a:spcAft>
              <a:buNone/>
            </a:pPr>
            <a:r>
              <a:t/>
            </a:r>
            <a:endParaRPr b="1" i="0" sz="2400" u="none" cap="none" strike="noStrike">
              <a:solidFill>
                <a:schemeClr val="dk2"/>
              </a:solidFill>
              <a:latin typeface="Source Sans Pro"/>
              <a:ea typeface="Source Sans Pro"/>
              <a:cs typeface="Source Sans Pro"/>
              <a:sym typeface="Source Sans Pr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g2114997e136_1_602"/>
          <p:cNvSpPr txBox="1"/>
          <p:nvPr>
            <p:ph idx="4294967295" type="subTitle"/>
          </p:nvPr>
        </p:nvSpPr>
        <p:spPr>
          <a:xfrm>
            <a:off x="0" y="766625"/>
            <a:ext cx="9079200" cy="4710000"/>
          </a:xfrm>
          <a:prstGeom prst="rect">
            <a:avLst/>
          </a:prstGeom>
          <a:noFill/>
          <a:ln>
            <a:noFill/>
          </a:ln>
        </p:spPr>
        <p:txBody>
          <a:bodyPr anchorCtr="0" anchor="ctr" bIns="91425" lIns="91425" spcFirstLastPara="1" rIns="91425" wrap="square" tIns="91425">
            <a:spAutoFit/>
          </a:bodyPr>
          <a:lstStyle/>
          <a:p>
            <a:pPr indent="-361950" lvl="0" marL="457200" marR="0" rtl="0" algn="l">
              <a:lnSpc>
                <a:spcPct val="100000"/>
              </a:lnSpc>
              <a:spcBef>
                <a:spcPts val="0"/>
              </a:spcBef>
              <a:spcAft>
                <a:spcPts val="0"/>
              </a:spcAft>
              <a:buClr>
                <a:schemeClr val="accent1"/>
              </a:buClr>
              <a:buSzPts val="2100"/>
              <a:buChar char="-"/>
            </a:pPr>
            <a:r>
              <a:rPr b="1" i="0" lang="en" sz="2100" u="none" cap="none" strike="noStrike">
                <a:solidFill>
                  <a:schemeClr val="dk2"/>
                </a:solidFill>
              </a:rPr>
              <a:t>The Problem:</a:t>
            </a:r>
            <a:endParaRPr b="1" i="0" sz="2100" u="none" cap="none" strike="noStrike">
              <a:solidFill>
                <a:schemeClr val="dk2"/>
              </a:solidFill>
            </a:endParaRPr>
          </a:p>
          <a:p>
            <a:pPr indent="-355600" lvl="1" marL="914400" marR="0" rtl="0" algn="l">
              <a:lnSpc>
                <a:spcPct val="100000"/>
              </a:lnSpc>
              <a:spcBef>
                <a:spcPts val="0"/>
              </a:spcBef>
              <a:spcAft>
                <a:spcPts val="0"/>
              </a:spcAft>
              <a:buClr>
                <a:schemeClr val="dk2"/>
              </a:buClr>
              <a:buSzPts val="2000"/>
              <a:buChar char="-"/>
            </a:pPr>
            <a:r>
              <a:rPr lang="en" sz="2000">
                <a:solidFill>
                  <a:schemeClr val="dk2"/>
                </a:solidFill>
              </a:rPr>
              <a:t>CAN cannot support future</a:t>
            </a:r>
            <a:r>
              <a:rPr i="0" lang="en" sz="2000" u="none" cap="none" strike="noStrike">
                <a:solidFill>
                  <a:schemeClr val="dk2"/>
                </a:solidFill>
              </a:rPr>
              <a:t> security or bandwidth requirements</a:t>
            </a:r>
            <a:endParaRPr sz="2000">
              <a:solidFill>
                <a:schemeClr val="dk2"/>
              </a:solidFill>
            </a:endParaRPr>
          </a:p>
          <a:p>
            <a:pPr indent="-361950" lvl="1" marL="914400" marR="0" rtl="0" algn="l">
              <a:lnSpc>
                <a:spcPct val="100000"/>
              </a:lnSpc>
              <a:spcBef>
                <a:spcPts val="0"/>
              </a:spcBef>
              <a:spcAft>
                <a:spcPts val="0"/>
              </a:spcAft>
              <a:buClr>
                <a:schemeClr val="dk2"/>
              </a:buClr>
              <a:buSzPts val="2100"/>
              <a:buChar char="-"/>
            </a:pPr>
            <a:r>
              <a:rPr lang="en" sz="2100">
                <a:solidFill>
                  <a:schemeClr val="dk2"/>
                </a:solidFill>
              </a:rPr>
              <a:t>A hybrid Layer 2 is likely in the future </a:t>
            </a:r>
            <a:endParaRPr sz="2100">
              <a:solidFill>
                <a:schemeClr val="dk2"/>
              </a:solidFill>
            </a:endParaRPr>
          </a:p>
          <a:p>
            <a:pPr indent="-368300" lvl="2" marL="1371600" marR="0" rtl="0" algn="l">
              <a:lnSpc>
                <a:spcPct val="100000"/>
              </a:lnSpc>
              <a:spcBef>
                <a:spcPts val="0"/>
              </a:spcBef>
              <a:spcAft>
                <a:spcPts val="0"/>
              </a:spcAft>
              <a:buClr>
                <a:schemeClr val="dk2"/>
              </a:buClr>
              <a:buSzPts val="2200"/>
              <a:buChar char="■"/>
            </a:pPr>
            <a:r>
              <a:rPr lang="en" sz="1700">
                <a:solidFill>
                  <a:schemeClr val="dk2"/>
                </a:solidFill>
              </a:rPr>
              <a:t>NDN might be a better alternative to </a:t>
            </a:r>
            <a:r>
              <a:rPr i="0" lang="en" sz="1700" u="none" cap="none" strike="noStrike">
                <a:solidFill>
                  <a:schemeClr val="dk2"/>
                </a:solidFill>
              </a:rPr>
              <a:t>TCP/IP as the layer </a:t>
            </a:r>
            <a:r>
              <a:rPr lang="en" sz="1700">
                <a:solidFill>
                  <a:schemeClr val="dk2"/>
                </a:solidFill>
              </a:rPr>
              <a:t>3 technology</a:t>
            </a:r>
            <a:br>
              <a:rPr lang="en" sz="2100">
                <a:solidFill>
                  <a:schemeClr val="dk2"/>
                </a:solidFill>
              </a:rPr>
            </a:br>
            <a:endParaRPr sz="2100">
              <a:solidFill>
                <a:schemeClr val="dk2"/>
              </a:solidFill>
            </a:endParaRPr>
          </a:p>
          <a:p>
            <a:pPr indent="-361950" lvl="0" marL="457200" marR="0" rtl="0" algn="l">
              <a:lnSpc>
                <a:spcPct val="100000"/>
              </a:lnSpc>
              <a:spcBef>
                <a:spcPts val="0"/>
              </a:spcBef>
              <a:spcAft>
                <a:spcPts val="0"/>
              </a:spcAft>
              <a:buClr>
                <a:schemeClr val="dk2"/>
              </a:buClr>
              <a:buSzPts val="2100"/>
              <a:buChar char="-"/>
            </a:pPr>
            <a:r>
              <a:rPr b="1" lang="en" sz="2100">
                <a:solidFill>
                  <a:schemeClr val="dk2"/>
                </a:solidFill>
              </a:rPr>
              <a:t>Testbed and Test harness</a:t>
            </a:r>
            <a:endParaRPr b="1" i="0" sz="2100" u="none" cap="none" strike="noStrike">
              <a:solidFill>
                <a:schemeClr val="dk2"/>
              </a:solidFill>
            </a:endParaRPr>
          </a:p>
          <a:p>
            <a:pPr indent="-361950" lvl="1" marL="914400" marR="0" rtl="0" algn="l">
              <a:lnSpc>
                <a:spcPct val="100000"/>
              </a:lnSpc>
              <a:spcBef>
                <a:spcPts val="0"/>
              </a:spcBef>
              <a:spcAft>
                <a:spcPts val="0"/>
              </a:spcAft>
              <a:buClr>
                <a:schemeClr val="dk2"/>
              </a:buClr>
              <a:buSzPts val="2100"/>
              <a:buChar char="-"/>
            </a:pPr>
            <a:r>
              <a:rPr lang="en" sz="2100">
                <a:solidFill>
                  <a:schemeClr val="dk2"/>
                </a:solidFill>
              </a:rPr>
              <a:t>We have developed a benchtop testbed and test harness</a:t>
            </a:r>
            <a:endParaRPr sz="2100">
              <a:solidFill>
                <a:schemeClr val="dk2"/>
              </a:solidFill>
            </a:endParaRPr>
          </a:p>
          <a:p>
            <a:pPr indent="-361950" lvl="1" marL="914400" marR="0" rtl="0" algn="l">
              <a:lnSpc>
                <a:spcPct val="100000"/>
              </a:lnSpc>
              <a:spcBef>
                <a:spcPts val="0"/>
              </a:spcBef>
              <a:spcAft>
                <a:spcPts val="0"/>
              </a:spcAft>
              <a:buClr>
                <a:schemeClr val="dk2"/>
              </a:buClr>
              <a:buSzPts val="2100"/>
              <a:buChar char="-"/>
            </a:pPr>
            <a:r>
              <a:rPr lang="en" sz="2100">
                <a:solidFill>
                  <a:schemeClr val="dk2"/>
                </a:solidFill>
              </a:rPr>
              <a:t>We are testing various scenarios using real-world data</a:t>
            </a:r>
            <a:br>
              <a:rPr lang="en" sz="2100">
                <a:solidFill>
                  <a:schemeClr val="dk2"/>
                </a:solidFill>
              </a:rPr>
            </a:br>
            <a:endParaRPr i="0" sz="2100" u="none" cap="none" strike="noStrike">
              <a:solidFill>
                <a:schemeClr val="dk2"/>
              </a:solidFill>
            </a:endParaRPr>
          </a:p>
          <a:p>
            <a:pPr indent="-361950" lvl="0" marL="457200" marR="0" rtl="0" algn="l">
              <a:lnSpc>
                <a:spcPct val="100000"/>
              </a:lnSpc>
              <a:spcBef>
                <a:spcPts val="0"/>
              </a:spcBef>
              <a:spcAft>
                <a:spcPts val="0"/>
              </a:spcAft>
              <a:buClr>
                <a:schemeClr val="accent1"/>
              </a:buClr>
              <a:buSzPts val="2100"/>
              <a:buChar char="-"/>
            </a:pPr>
            <a:r>
              <a:rPr b="1" i="0" lang="en" sz="2100" u="none" cap="none" strike="noStrike">
                <a:solidFill>
                  <a:schemeClr val="dk2"/>
                </a:solidFill>
              </a:rPr>
              <a:t>Next steps</a:t>
            </a:r>
            <a:endParaRPr b="1" i="0" sz="2100" u="none" cap="none" strike="noStrike">
              <a:solidFill>
                <a:schemeClr val="dk2"/>
              </a:solidFill>
            </a:endParaRPr>
          </a:p>
          <a:p>
            <a:pPr indent="-361950" lvl="0" marL="914400" marR="0" rtl="0" algn="l">
              <a:lnSpc>
                <a:spcPct val="100000"/>
              </a:lnSpc>
              <a:spcBef>
                <a:spcPts val="0"/>
              </a:spcBef>
              <a:spcAft>
                <a:spcPts val="0"/>
              </a:spcAft>
              <a:buClr>
                <a:schemeClr val="dk2"/>
              </a:buClr>
              <a:buSzPts val="2100"/>
              <a:buChar char="-"/>
            </a:pPr>
            <a:r>
              <a:rPr i="0" lang="en" sz="2100" u="none" cap="none" strike="noStrike">
                <a:solidFill>
                  <a:schemeClr val="dk2"/>
                </a:solidFill>
              </a:rPr>
              <a:t>Compare NDN</a:t>
            </a:r>
            <a:r>
              <a:rPr lang="en" sz="2100">
                <a:solidFill>
                  <a:schemeClr val="dk2"/>
                </a:solidFill>
              </a:rPr>
              <a:t>’s p</a:t>
            </a:r>
            <a:r>
              <a:rPr i="0" lang="en" sz="2100" u="none" cap="none" strike="noStrike">
                <a:solidFill>
                  <a:schemeClr val="dk2"/>
                </a:solidFill>
              </a:rPr>
              <a:t>erformance </a:t>
            </a:r>
            <a:r>
              <a:rPr lang="en" sz="2100">
                <a:solidFill>
                  <a:schemeClr val="dk2"/>
                </a:solidFill>
              </a:rPr>
              <a:t>in the context of real-time requirements</a:t>
            </a:r>
            <a:endParaRPr i="0" sz="2100" u="none" cap="none" strike="noStrike">
              <a:solidFill>
                <a:schemeClr val="dk2"/>
              </a:solidFill>
            </a:endParaRPr>
          </a:p>
          <a:p>
            <a:pPr indent="-361950" lvl="1" marL="914400" marR="0" rtl="0" algn="l">
              <a:lnSpc>
                <a:spcPct val="100000"/>
              </a:lnSpc>
              <a:spcBef>
                <a:spcPts val="0"/>
              </a:spcBef>
              <a:spcAft>
                <a:spcPts val="0"/>
              </a:spcAft>
              <a:buClr>
                <a:schemeClr val="dk2"/>
              </a:buClr>
              <a:buSzPts val="2100"/>
              <a:buChar char="-"/>
            </a:pPr>
            <a:r>
              <a:rPr i="0" lang="en" sz="2100" u="none" cap="none" strike="noStrike">
                <a:solidFill>
                  <a:schemeClr val="dk2"/>
                </a:solidFill>
              </a:rPr>
              <a:t>Evaluate security </a:t>
            </a:r>
            <a:r>
              <a:rPr lang="en" sz="2100">
                <a:solidFill>
                  <a:schemeClr val="dk2"/>
                </a:solidFill>
              </a:rPr>
              <a:t>offerings</a:t>
            </a:r>
            <a:r>
              <a:rPr i="0" lang="en" sz="2100" u="none" cap="none" strike="noStrike">
                <a:solidFill>
                  <a:schemeClr val="dk2"/>
                </a:solidFill>
              </a:rPr>
              <a:t> of NDN </a:t>
            </a:r>
            <a:r>
              <a:rPr lang="en" sz="2100">
                <a:solidFill>
                  <a:schemeClr val="dk2"/>
                </a:solidFill>
              </a:rPr>
              <a:t>in real-world scenarios</a:t>
            </a:r>
            <a:endParaRPr i="0" sz="2100" u="none" cap="none" strike="noStrike">
              <a:solidFill>
                <a:schemeClr val="dk2"/>
              </a:solidFill>
            </a:endParaRPr>
          </a:p>
          <a:p>
            <a:pPr indent="0" lvl="0" marL="0" marR="0" rtl="0" algn="l">
              <a:lnSpc>
                <a:spcPct val="100000"/>
              </a:lnSpc>
              <a:spcBef>
                <a:spcPts val="0"/>
              </a:spcBef>
              <a:spcAft>
                <a:spcPts val="0"/>
              </a:spcAft>
              <a:buClr>
                <a:schemeClr val="dk2"/>
              </a:buClr>
              <a:buSzPts val="1400"/>
              <a:buFont typeface="Source Sans Pro"/>
              <a:buNone/>
            </a:pPr>
            <a:r>
              <a:t/>
            </a:r>
            <a:endParaRPr i="0" sz="2100" u="none" cap="none" strike="noStrike">
              <a:solidFill>
                <a:schemeClr val="dk2"/>
              </a:solidFill>
            </a:endParaRPr>
          </a:p>
        </p:txBody>
      </p:sp>
      <p:sp>
        <p:nvSpPr>
          <p:cNvPr id="1305" name="Google Shape;1305;g2114997e136_1_602"/>
          <p:cNvSpPr txBox="1"/>
          <p:nvPr>
            <p:ph type="title"/>
          </p:nvPr>
        </p:nvSpPr>
        <p:spPr>
          <a:xfrm>
            <a:off x="282350" y="193500"/>
            <a:ext cx="5488800" cy="477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Conclusions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
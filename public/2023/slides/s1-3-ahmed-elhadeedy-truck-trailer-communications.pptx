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303" r:id="rId2"/>
    <p:sldId id="256" r:id="rId3"/>
    <p:sldId id="315" r:id="rId4"/>
    <p:sldId id="308" r:id="rId5"/>
    <p:sldId id="309" r:id="rId6"/>
    <p:sldId id="310" r:id="rId7"/>
    <p:sldId id="311" r:id="rId8"/>
    <p:sldId id="313" r:id="rId9"/>
    <p:sldId id="305" r:id="rId10"/>
    <p:sldId id="306" r:id="rId11"/>
    <p:sldId id="304" r:id="rId12"/>
    <p:sldId id="307" r:id="rId13"/>
    <p:sldId id="31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E4749"/>
    <a:srgbClr val="12A3B6"/>
    <a:srgbClr val="0E484A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4DF21-539F-45F9-95AE-4FFBEED9CF96}" v="389" dt="2023-03-02T07:34:24.1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5226" autoAdjust="0"/>
  </p:normalViewPr>
  <p:slideViewPr>
    <p:cSldViewPr snapToGrid="0">
      <p:cViewPr varScale="1">
        <p:scale>
          <a:sx n="86" d="100"/>
          <a:sy n="86" d="100"/>
        </p:scale>
        <p:origin x="6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hadeedy,Ahmed" userId="5fc97047-513a-4fe9-a4f6-d3ba89427879" providerId="ADAL" clId="{34B4DF21-539F-45F9-95AE-4FFBEED9CF96}"/>
    <pc:docChg chg="undo redo custSel addSld delSld modSld sldOrd delMainMaster">
      <pc:chgData name="Elhadeedy,Ahmed" userId="5fc97047-513a-4fe9-a4f6-d3ba89427879" providerId="ADAL" clId="{34B4DF21-539F-45F9-95AE-4FFBEED9CF96}" dt="2023-03-02T07:37:14.715" v="3045" actId="166"/>
      <pc:docMkLst>
        <pc:docMk/>
      </pc:docMkLst>
      <pc:sldChg chg="addSp delSp new del mod">
        <pc:chgData name="Elhadeedy,Ahmed" userId="5fc97047-513a-4fe9-a4f6-d3ba89427879" providerId="ADAL" clId="{34B4DF21-539F-45F9-95AE-4FFBEED9CF96}" dt="2023-02-28T22:30:46.853" v="10" actId="47"/>
        <pc:sldMkLst>
          <pc:docMk/>
          <pc:sldMk cId="453268046" sldId="256"/>
        </pc:sldMkLst>
        <pc:spChg chg="add del">
          <ac:chgData name="Elhadeedy,Ahmed" userId="5fc97047-513a-4fe9-a4f6-d3ba89427879" providerId="ADAL" clId="{34B4DF21-539F-45F9-95AE-4FFBEED9CF96}" dt="2023-02-28T22:28:37.237" v="2" actId="22"/>
          <ac:spMkLst>
            <pc:docMk/>
            <pc:sldMk cId="453268046" sldId="256"/>
            <ac:spMk id="5" creationId="{0B6E5476-2FBE-A973-D05F-816C691666A7}"/>
          </ac:spMkLst>
        </pc:spChg>
      </pc:sldChg>
      <pc:sldChg chg="addSp delSp modSp new mod ord modMedia modClrScheme delAnim modAnim chgLayout">
        <pc:chgData name="Elhadeedy,Ahmed" userId="5fc97047-513a-4fe9-a4f6-d3ba89427879" providerId="ADAL" clId="{34B4DF21-539F-45F9-95AE-4FFBEED9CF96}" dt="2023-03-02T07:05:33.634" v="2874" actId="20577"/>
        <pc:sldMkLst>
          <pc:docMk/>
          <pc:sldMk cId="3513625969" sldId="256"/>
        </pc:sldMkLst>
        <pc:spChg chg="del">
          <ac:chgData name="Elhadeedy,Ahmed" userId="5fc97047-513a-4fe9-a4f6-d3ba89427879" providerId="ADAL" clId="{34B4DF21-539F-45F9-95AE-4FFBEED9CF96}" dt="2023-03-01T22:29:30.316" v="176" actId="700"/>
          <ac:spMkLst>
            <pc:docMk/>
            <pc:sldMk cId="3513625969" sldId="256"/>
            <ac:spMk id="2" creationId="{37D73658-DE20-C129-2DAA-8AD90A4058C9}"/>
          </ac:spMkLst>
        </pc:spChg>
        <pc:spChg chg="mod ord">
          <ac:chgData name="Elhadeedy,Ahmed" userId="5fc97047-513a-4fe9-a4f6-d3ba89427879" providerId="ADAL" clId="{34B4DF21-539F-45F9-95AE-4FFBEED9CF96}" dt="2023-03-02T07:05:33.634" v="2874" actId="20577"/>
          <ac:spMkLst>
            <pc:docMk/>
            <pc:sldMk cId="3513625969" sldId="256"/>
            <ac:spMk id="3" creationId="{95591B26-2017-19E4-98AF-E52F27A1CBC3}"/>
          </ac:spMkLst>
        </pc:spChg>
        <pc:spChg chg="mod ord modVis">
          <ac:chgData name="Elhadeedy,Ahmed" userId="5fc97047-513a-4fe9-a4f6-d3ba89427879" providerId="ADAL" clId="{34B4DF21-539F-45F9-95AE-4FFBEED9CF96}" dt="2023-03-02T06:37:48.597" v="2551" actId="26606"/>
          <ac:spMkLst>
            <pc:docMk/>
            <pc:sldMk cId="3513625969" sldId="256"/>
            <ac:spMk id="4" creationId="{D98646EB-2439-4E34-FE42-57C727926DCF}"/>
          </ac:spMkLst>
        </pc:spChg>
        <pc:spChg chg="add del mod ord">
          <ac:chgData name="Elhadeedy,Ahmed" userId="5fc97047-513a-4fe9-a4f6-d3ba89427879" providerId="ADAL" clId="{34B4DF21-539F-45F9-95AE-4FFBEED9CF96}" dt="2023-03-01T22:45:15.524" v="220" actId="700"/>
          <ac:spMkLst>
            <pc:docMk/>
            <pc:sldMk cId="3513625969" sldId="256"/>
            <ac:spMk id="5" creationId="{A2A591BE-F8D3-653D-ED70-EA803D619354}"/>
          </ac:spMkLst>
        </pc:spChg>
        <pc:spChg chg="add mod ord">
          <ac:chgData name="Elhadeedy,Ahmed" userId="5fc97047-513a-4fe9-a4f6-d3ba89427879" providerId="ADAL" clId="{34B4DF21-539F-45F9-95AE-4FFBEED9CF96}" dt="2023-03-02T06:38:16.495" v="2553" actId="408"/>
          <ac:spMkLst>
            <pc:docMk/>
            <pc:sldMk cId="3513625969" sldId="256"/>
            <ac:spMk id="6" creationId="{C4EA963E-C8E7-BA72-E2EE-88147DAEDB8A}"/>
          </ac:spMkLst>
        </pc:spChg>
        <pc:picChg chg="add del mod">
          <ac:chgData name="Elhadeedy,Ahmed" userId="5fc97047-513a-4fe9-a4f6-d3ba89427879" providerId="ADAL" clId="{34B4DF21-539F-45F9-95AE-4FFBEED9CF96}" dt="2023-03-01T22:30:21.348" v="180" actId="26606"/>
          <ac:picMkLst>
            <pc:docMk/>
            <pc:sldMk cId="3513625969" sldId="256"/>
            <ac:picMk id="7" creationId="{04D06C54-9F76-B3F0-6DBC-04C75E603DB6}"/>
          </ac:picMkLst>
        </pc:picChg>
        <pc:picChg chg="add del mod">
          <ac:chgData name="Elhadeedy,Ahmed" userId="5fc97047-513a-4fe9-a4f6-d3ba89427879" providerId="ADAL" clId="{34B4DF21-539F-45F9-95AE-4FFBEED9CF96}" dt="2023-03-02T06:36:10.477" v="2535" actId="21"/>
          <ac:picMkLst>
            <pc:docMk/>
            <pc:sldMk cId="3513625969" sldId="256"/>
            <ac:picMk id="8" creationId="{42003F32-275C-D5E3-0B55-10DB372AEDA6}"/>
          </ac:picMkLst>
        </pc:picChg>
        <pc:picChg chg="add del mod">
          <ac:chgData name="Elhadeedy,Ahmed" userId="5fc97047-513a-4fe9-a4f6-d3ba89427879" providerId="ADAL" clId="{34B4DF21-539F-45F9-95AE-4FFBEED9CF96}" dt="2023-03-02T06:37:48.597" v="2551" actId="26606"/>
          <ac:picMkLst>
            <pc:docMk/>
            <pc:sldMk cId="3513625969" sldId="256"/>
            <ac:picMk id="9" creationId="{53F8AD98-EE39-A36E-FC86-13174843B8D1}"/>
          </ac:picMkLst>
        </pc:picChg>
      </pc:sldChg>
      <pc:sldChg chg="add del setBg modNotes">
        <pc:chgData name="Elhadeedy,Ahmed" userId="5fc97047-513a-4fe9-a4f6-d3ba89427879" providerId="ADAL" clId="{34B4DF21-539F-45F9-95AE-4FFBEED9CF96}" dt="2023-02-28T22:30:46.148" v="9" actId="47"/>
        <pc:sldMkLst>
          <pc:docMk/>
          <pc:sldMk cId="0" sldId="257"/>
        </pc:sldMkLst>
      </pc:sldChg>
      <pc:sldChg chg="add del ord modNotes">
        <pc:chgData name="Elhadeedy,Ahmed" userId="5fc97047-513a-4fe9-a4f6-d3ba89427879" providerId="ADAL" clId="{34B4DF21-539F-45F9-95AE-4FFBEED9CF96}" dt="2023-02-28T22:45:43.606" v="13" actId="2696"/>
        <pc:sldMkLst>
          <pc:docMk/>
          <pc:sldMk cId="0" sldId="258"/>
        </pc:sldMkLst>
      </pc:sldChg>
      <pc:sldChg chg="addSp delSp modSp new">
        <pc:chgData name="Elhadeedy,Ahmed" userId="5fc97047-513a-4fe9-a4f6-d3ba89427879" providerId="ADAL" clId="{34B4DF21-539F-45F9-95AE-4FFBEED9CF96}" dt="2023-02-28T22:31:24.894" v="12"/>
        <pc:sldMkLst>
          <pc:docMk/>
          <pc:sldMk cId="2282252418" sldId="259"/>
        </pc:sldMkLst>
        <pc:spChg chg="del">
          <ac:chgData name="Elhadeedy,Ahmed" userId="5fc97047-513a-4fe9-a4f6-d3ba89427879" providerId="ADAL" clId="{34B4DF21-539F-45F9-95AE-4FFBEED9CF96}" dt="2023-02-28T22:31:24.894" v="12"/>
          <ac:spMkLst>
            <pc:docMk/>
            <pc:sldMk cId="2282252418" sldId="259"/>
            <ac:spMk id="2" creationId="{951B78EC-7EF0-B707-32DC-2FCE81A119B4}"/>
          </ac:spMkLst>
        </pc:spChg>
        <pc:spChg chg="mod">
          <ac:chgData name="Elhadeedy,Ahmed" userId="5fc97047-513a-4fe9-a4f6-d3ba89427879" providerId="ADAL" clId="{34B4DF21-539F-45F9-95AE-4FFBEED9CF96}" dt="2023-02-28T22:31:24.894" v="12"/>
          <ac:spMkLst>
            <pc:docMk/>
            <pc:sldMk cId="2282252418" sldId="259"/>
            <ac:spMk id="3" creationId="{EA0C0051-E2C5-7990-6407-92C23A0C7C1B}"/>
          </ac:spMkLst>
        </pc:spChg>
        <pc:spChg chg="add del mod">
          <ac:chgData name="Elhadeedy,Ahmed" userId="5fc97047-513a-4fe9-a4f6-d3ba89427879" providerId="ADAL" clId="{34B4DF21-539F-45F9-95AE-4FFBEED9CF96}" dt="2023-02-28T22:31:24.894" v="12"/>
          <ac:spMkLst>
            <pc:docMk/>
            <pc:sldMk cId="2282252418" sldId="259"/>
            <ac:spMk id="4" creationId="{4E803ECA-6602-7434-96D4-75C78671C49E}"/>
          </ac:spMkLst>
        </pc:spChg>
        <pc:spChg chg="add mod">
          <ac:chgData name="Elhadeedy,Ahmed" userId="5fc97047-513a-4fe9-a4f6-d3ba89427879" providerId="ADAL" clId="{34B4DF21-539F-45F9-95AE-4FFBEED9CF96}" dt="2023-02-28T22:31:24.894" v="12"/>
          <ac:spMkLst>
            <pc:docMk/>
            <pc:sldMk cId="2282252418" sldId="259"/>
            <ac:spMk id="5" creationId="{9335555C-01B0-E62A-840F-6449C94E57F3}"/>
          </ac:spMkLst>
        </pc:spChg>
      </pc:sldChg>
      <pc:sldChg chg="modSp add mod ord">
        <pc:chgData name="Elhadeedy,Ahmed" userId="5fc97047-513a-4fe9-a4f6-d3ba89427879" providerId="ADAL" clId="{34B4DF21-539F-45F9-95AE-4FFBEED9CF96}" dt="2023-02-28T22:52:04.214" v="58" actId="20577"/>
        <pc:sldMkLst>
          <pc:docMk/>
          <pc:sldMk cId="1458084274" sldId="303"/>
        </pc:sldMkLst>
        <pc:spChg chg="mod">
          <ac:chgData name="Elhadeedy,Ahmed" userId="5fc97047-513a-4fe9-a4f6-d3ba89427879" providerId="ADAL" clId="{34B4DF21-539F-45F9-95AE-4FFBEED9CF96}" dt="2023-02-28T22:51:18.605" v="19"/>
          <ac:spMkLst>
            <pc:docMk/>
            <pc:sldMk cId="1458084274" sldId="303"/>
            <ac:spMk id="2" creationId="{00000000-0000-0000-0000-000000000000}"/>
          </ac:spMkLst>
        </pc:spChg>
        <pc:spChg chg="mod">
          <ac:chgData name="Elhadeedy,Ahmed" userId="5fc97047-513a-4fe9-a4f6-d3ba89427879" providerId="ADAL" clId="{34B4DF21-539F-45F9-95AE-4FFBEED9CF96}" dt="2023-02-28T22:52:04.214" v="58" actId="20577"/>
          <ac:spMkLst>
            <pc:docMk/>
            <pc:sldMk cId="1458084274" sldId="303"/>
            <ac:spMk id="3" creationId="{00000000-0000-0000-0000-000000000000}"/>
          </ac:spMkLst>
        </pc:spChg>
      </pc:sldChg>
      <pc:sldChg chg="addSp delSp modSp new mod ord modClrScheme chgLayout">
        <pc:chgData name="Elhadeedy,Ahmed" userId="5fc97047-513a-4fe9-a4f6-d3ba89427879" providerId="ADAL" clId="{34B4DF21-539F-45F9-95AE-4FFBEED9CF96}" dt="2023-03-02T06:42:23.457" v="2598" actId="408"/>
        <pc:sldMkLst>
          <pc:docMk/>
          <pc:sldMk cId="3859489084" sldId="304"/>
        </pc:sldMkLst>
        <pc:spChg chg="del mod ord">
          <ac:chgData name="Elhadeedy,Ahmed" userId="5fc97047-513a-4fe9-a4f6-d3ba89427879" providerId="ADAL" clId="{34B4DF21-539F-45F9-95AE-4FFBEED9CF96}" dt="2023-03-01T03:42:38.626" v="94" actId="700"/>
          <ac:spMkLst>
            <pc:docMk/>
            <pc:sldMk cId="3859489084" sldId="304"/>
            <ac:spMk id="2" creationId="{EBE99954-45EB-68FC-568E-FBD7486BEB36}"/>
          </ac:spMkLst>
        </pc:spChg>
        <pc:spChg chg="del mod ord">
          <ac:chgData name="Elhadeedy,Ahmed" userId="5fc97047-513a-4fe9-a4f6-d3ba89427879" providerId="ADAL" clId="{34B4DF21-539F-45F9-95AE-4FFBEED9CF96}" dt="2023-03-01T03:42:38.626" v="94" actId="700"/>
          <ac:spMkLst>
            <pc:docMk/>
            <pc:sldMk cId="3859489084" sldId="304"/>
            <ac:spMk id="3" creationId="{0CEDCBDB-F2E5-D418-A3B3-ABE9043912FC}"/>
          </ac:spMkLst>
        </pc:spChg>
        <pc:spChg chg="del">
          <ac:chgData name="Elhadeedy,Ahmed" userId="5fc97047-513a-4fe9-a4f6-d3ba89427879" providerId="ADAL" clId="{34B4DF21-539F-45F9-95AE-4FFBEED9CF96}" dt="2023-03-01T03:42:38.626" v="94" actId="700"/>
          <ac:spMkLst>
            <pc:docMk/>
            <pc:sldMk cId="3859489084" sldId="304"/>
            <ac:spMk id="4" creationId="{2145D2A9-C3AB-62F9-94D5-603BE61C30DF}"/>
          </ac:spMkLst>
        </pc:spChg>
        <pc:spChg chg="mod ord">
          <ac:chgData name="Elhadeedy,Ahmed" userId="5fc97047-513a-4fe9-a4f6-d3ba89427879" providerId="ADAL" clId="{34B4DF21-539F-45F9-95AE-4FFBEED9CF96}" dt="2023-03-02T01:33:48.772" v="821" actId="700"/>
          <ac:spMkLst>
            <pc:docMk/>
            <pc:sldMk cId="3859489084" sldId="304"/>
            <ac:spMk id="5" creationId="{CED3A434-DF70-4627-2D12-9F20786EF294}"/>
          </ac:spMkLst>
        </pc:spChg>
        <pc:spChg chg="add mod ord">
          <ac:chgData name="Elhadeedy,Ahmed" userId="5fc97047-513a-4fe9-a4f6-d3ba89427879" providerId="ADAL" clId="{34B4DF21-539F-45F9-95AE-4FFBEED9CF96}" dt="2023-03-02T06:42:23.457" v="2598" actId="408"/>
          <ac:spMkLst>
            <pc:docMk/>
            <pc:sldMk cId="3859489084" sldId="304"/>
            <ac:spMk id="6" creationId="{E6C1928D-4B3E-E831-1024-5533FE4F0E2B}"/>
          </ac:spMkLst>
        </pc:spChg>
        <pc:spChg chg="add mod ord">
          <ac:chgData name="Elhadeedy,Ahmed" userId="5fc97047-513a-4fe9-a4f6-d3ba89427879" providerId="ADAL" clId="{34B4DF21-539F-45F9-95AE-4FFBEED9CF96}" dt="2023-03-02T06:41:47.537" v="2594" actId="20577"/>
          <ac:spMkLst>
            <pc:docMk/>
            <pc:sldMk cId="3859489084" sldId="304"/>
            <ac:spMk id="7" creationId="{65A18E34-D879-375F-EEEE-58B797D46E9B}"/>
          </ac:spMkLst>
        </pc:spChg>
        <pc:spChg chg="add del mod">
          <ac:chgData name="Elhadeedy,Ahmed" userId="5fc97047-513a-4fe9-a4f6-d3ba89427879" providerId="ADAL" clId="{34B4DF21-539F-45F9-95AE-4FFBEED9CF96}" dt="2023-03-02T01:16:11.435" v="699" actId="478"/>
          <ac:spMkLst>
            <pc:docMk/>
            <pc:sldMk cId="3859489084" sldId="304"/>
            <ac:spMk id="12" creationId="{886B04E0-E894-344B-4CEF-30184DF8134D}"/>
          </ac:spMkLst>
        </pc:spChg>
        <pc:picChg chg="add del">
          <ac:chgData name="Elhadeedy,Ahmed" userId="5fc97047-513a-4fe9-a4f6-d3ba89427879" providerId="ADAL" clId="{34B4DF21-539F-45F9-95AE-4FFBEED9CF96}" dt="2023-03-02T00:17:31.151" v="413" actId="22"/>
          <ac:picMkLst>
            <pc:docMk/>
            <pc:sldMk cId="3859489084" sldId="304"/>
            <ac:picMk id="9" creationId="{5B653ABD-8A6D-3818-3F7E-D9DD13F51B09}"/>
          </ac:picMkLst>
        </pc:picChg>
        <pc:picChg chg="add mod">
          <ac:chgData name="Elhadeedy,Ahmed" userId="5fc97047-513a-4fe9-a4f6-d3ba89427879" providerId="ADAL" clId="{34B4DF21-539F-45F9-95AE-4FFBEED9CF96}" dt="2023-03-02T01:15:55.843" v="677" actId="1076"/>
          <ac:picMkLst>
            <pc:docMk/>
            <pc:sldMk cId="3859489084" sldId="304"/>
            <ac:picMk id="11" creationId="{503DE8AD-C4A1-6D16-B837-829A0E52DF1E}"/>
          </ac:picMkLst>
        </pc:picChg>
      </pc:sldChg>
      <pc:sldChg chg="addSp delSp modSp new mod modClrScheme chgLayout">
        <pc:chgData name="Elhadeedy,Ahmed" userId="5fc97047-513a-4fe9-a4f6-d3ba89427879" providerId="ADAL" clId="{34B4DF21-539F-45F9-95AE-4FFBEED9CF96}" dt="2023-03-02T07:35:43.053" v="3037" actId="1076"/>
        <pc:sldMkLst>
          <pc:docMk/>
          <pc:sldMk cId="3079054237" sldId="305"/>
        </pc:sldMkLst>
        <pc:spChg chg="del">
          <ac:chgData name="Elhadeedy,Ahmed" userId="5fc97047-513a-4fe9-a4f6-d3ba89427879" providerId="ADAL" clId="{34B4DF21-539F-45F9-95AE-4FFBEED9CF96}" dt="2023-03-01T05:00:38.011" v="160"/>
          <ac:spMkLst>
            <pc:docMk/>
            <pc:sldMk cId="3079054237" sldId="305"/>
            <ac:spMk id="2" creationId="{236709E7-4C30-31B9-6106-619F3B61AC64}"/>
          </ac:spMkLst>
        </pc:spChg>
        <pc:spChg chg="del">
          <ac:chgData name="Elhadeedy,Ahmed" userId="5fc97047-513a-4fe9-a4f6-d3ba89427879" providerId="ADAL" clId="{34B4DF21-539F-45F9-95AE-4FFBEED9CF96}" dt="2023-03-01T05:00:38.011" v="160"/>
          <ac:spMkLst>
            <pc:docMk/>
            <pc:sldMk cId="3079054237" sldId="305"/>
            <ac:spMk id="3" creationId="{6F62FD12-3829-EEBF-4B1A-C37F03D6EA10}"/>
          </ac:spMkLst>
        </pc:spChg>
        <pc:spChg chg="del">
          <ac:chgData name="Elhadeedy,Ahmed" userId="5fc97047-513a-4fe9-a4f6-d3ba89427879" providerId="ADAL" clId="{34B4DF21-539F-45F9-95AE-4FFBEED9CF96}" dt="2023-03-01T05:00:38.011" v="160"/>
          <ac:spMkLst>
            <pc:docMk/>
            <pc:sldMk cId="3079054237" sldId="305"/>
            <ac:spMk id="4" creationId="{F0E0E6FA-60AE-AB8E-0D8F-4E45CB7FEE0C}"/>
          </ac:spMkLst>
        </pc:spChg>
        <pc:spChg chg="mod ord">
          <ac:chgData name="Elhadeedy,Ahmed" userId="5fc97047-513a-4fe9-a4f6-d3ba89427879" providerId="ADAL" clId="{34B4DF21-539F-45F9-95AE-4FFBEED9CF96}" dt="2023-03-02T01:33:48.772" v="821" actId="700"/>
          <ac:spMkLst>
            <pc:docMk/>
            <pc:sldMk cId="3079054237" sldId="305"/>
            <ac:spMk id="5" creationId="{15773669-BC0E-8D40-0D18-409FE8B7740A}"/>
          </ac:spMkLst>
        </pc:spChg>
        <pc:spChg chg="add del mod">
          <ac:chgData name="Elhadeedy,Ahmed" userId="5fc97047-513a-4fe9-a4f6-d3ba89427879" providerId="ADAL" clId="{34B4DF21-539F-45F9-95AE-4FFBEED9CF96}" dt="2023-03-01T05:00:38.011" v="160"/>
          <ac:spMkLst>
            <pc:docMk/>
            <pc:sldMk cId="3079054237" sldId="305"/>
            <ac:spMk id="6" creationId="{DC844F6A-553E-88C5-41F8-C7C27FA1A416}"/>
          </ac:spMkLst>
        </pc:spChg>
        <pc:spChg chg="add del mod ord">
          <ac:chgData name="Elhadeedy,Ahmed" userId="5fc97047-513a-4fe9-a4f6-d3ba89427879" providerId="ADAL" clId="{34B4DF21-539F-45F9-95AE-4FFBEED9CF96}" dt="2023-03-01T05:00:41.014" v="161" actId="700"/>
          <ac:spMkLst>
            <pc:docMk/>
            <pc:sldMk cId="3079054237" sldId="305"/>
            <ac:spMk id="7" creationId="{CD748286-CA8D-FAD0-2411-15148626449A}"/>
          </ac:spMkLst>
        </pc:spChg>
        <pc:spChg chg="add del mod ord">
          <ac:chgData name="Elhadeedy,Ahmed" userId="5fc97047-513a-4fe9-a4f6-d3ba89427879" providerId="ADAL" clId="{34B4DF21-539F-45F9-95AE-4FFBEED9CF96}" dt="2023-03-01T05:00:41.014" v="161" actId="700"/>
          <ac:spMkLst>
            <pc:docMk/>
            <pc:sldMk cId="3079054237" sldId="305"/>
            <ac:spMk id="8" creationId="{043EC342-F1B6-2EBE-1C34-F81230D685CF}"/>
          </ac:spMkLst>
        </pc:spChg>
        <pc:spChg chg="add del mod">
          <ac:chgData name="Elhadeedy,Ahmed" userId="5fc97047-513a-4fe9-a4f6-d3ba89427879" providerId="ADAL" clId="{34B4DF21-539F-45F9-95AE-4FFBEED9CF96}" dt="2023-03-01T05:00:41.014" v="161" actId="700"/>
          <ac:spMkLst>
            <pc:docMk/>
            <pc:sldMk cId="3079054237" sldId="305"/>
            <ac:spMk id="9" creationId="{DE8D9703-EDAB-514E-DEEB-17E96F4A8587}"/>
          </ac:spMkLst>
        </pc:spChg>
        <pc:spChg chg="add mod ord">
          <ac:chgData name="Elhadeedy,Ahmed" userId="5fc97047-513a-4fe9-a4f6-d3ba89427879" providerId="ADAL" clId="{34B4DF21-539F-45F9-95AE-4FFBEED9CF96}" dt="2023-03-02T06:51:57.517" v="2674" actId="20577"/>
          <ac:spMkLst>
            <pc:docMk/>
            <pc:sldMk cId="3079054237" sldId="305"/>
            <ac:spMk id="10" creationId="{BA62AE5E-4DF3-879A-7E2E-929FCE8E0A9D}"/>
          </ac:spMkLst>
        </pc:spChg>
        <pc:spChg chg="add del mod ord">
          <ac:chgData name="Elhadeedy,Ahmed" userId="5fc97047-513a-4fe9-a4f6-d3ba89427879" providerId="ADAL" clId="{34B4DF21-539F-45F9-95AE-4FFBEED9CF96}" dt="2023-03-01T22:43:13.619" v="209" actId="478"/>
          <ac:spMkLst>
            <pc:docMk/>
            <pc:sldMk cId="3079054237" sldId="305"/>
            <ac:spMk id="11" creationId="{062F7AD7-2FC2-C9C1-6D9A-06CD54C46C45}"/>
          </ac:spMkLst>
        </pc:spChg>
        <pc:spChg chg="add mod">
          <ac:chgData name="Elhadeedy,Ahmed" userId="5fc97047-513a-4fe9-a4f6-d3ba89427879" providerId="ADAL" clId="{34B4DF21-539F-45F9-95AE-4FFBEED9CF96}" dt="2023-03-02T07:35:18.380" v="3036" actId="20577"/>
          <ac:spMkLst>
            <pc:docMk/>
            <pc:sldMk cId="3079054237" sldId="305"/>
            <ac:spMk id="14" creationId="{BE02B517-92B2-9DC4-9653-BF68B9C7DA97}"/>
          </ac:spMkLst>
        </pc:spChg>
        <pc:picChg chg="add mod">
          <ac:chgData name="Elhadeedy,Ahmed" userId="5fc97047-513a-4fe9-a4f6-d3ba89427879" providerId="ADAL" clId="{34B4DF21-539F-45F9-95AE-4FFBEED9CF96}" dt="2023-03-02T07:35:43.053" v="3037" actId="1076"/>
          <ac:picMkLst>
            <pc:docMk/>
            <pc:sldMk cId="3079054237" sldId="305"/>
            <ac:picMk id="13" creationId="{F35411EE-6C5D-30BD-1319-0CE5825BEE62}"/>
          </ac:picMkLst>
        </pc:picChg>
      </pc:sldChg>
      <pc:sldChg chg="addSp delSp modSp add mod modClrScheme chgLayout">
        <pc:chgData name="Elhadeedy,Ahmed" userId="5fc97047-513a-4fe9-a4f6-d3ba89427879" providerId="ADAL" clId="{34B4DF21-539F-45F9-95AE-4FFBEED9CF96}" dt="2023-03-02T07:34:22.702" v="3012"/>
        <pc:sldMkLst>
          <pc:docMk/>
          <pc:sldMk cId="1120711718" sldId="306"/>
        </pc:sldMkLst>
        <pc:spChg chg="add del mod ord">
          <ac:chgData name="Elhadeedy,Ahmed" userId="5fc97047-513a-4fe9-a4f6-d3ba89427879" providerId="ADAL" clId="{34B4DF21-539F-45F9-95AE-4FFBEED9CF96}" dt="2023-03-01T22:43:59.788" v="217" actId="478"/>
          <ac:spMkLst>
            <pc:docMk/>
            <pc:sldMk cId="1120711718" sldId="306"/>
            <ac:spMk id="4" creationId="{9342191B-ECB1-19AA-5B17-13D5AE3CEB14}"/>
          </ac:spMkLst>
        </pc:spChg>
        <pc:spChg chg="mod ord">
          <ac:chgData name="Elhadeedy,Ahmed" userId="5fc97047-513a-4fe9-a4f6-d3ba89427879" providerId="ADAL" clId="{34B4DF21-539F-45F9-95AE-4FFBEED9CF96}" dt="2023-03-02T01:33:48.772" v="821" actId="700"/>
          <ac:spMkLst>
            <pc:docMk/>
            <pc:sldMk cId="1120711718" sldId="306"/>
            <ac:spMk id="5" creationId="{15773669-BC0E-8D40-0D18-409FE8B7740A}"/>
          </ac:spMkLst>
        </pc:spChg>
        <pc:spChg chg="add del mod">
          <ac:chgData name="Elhadeedy,Ahmed" userId="5fc97047-513a-4fe9-a4f6-d3ba89427879" providerId="ADAL" clId="{34B4DF21-539F-45F9-95AE-4FFBEED9CF96}" dt="2023-03-02T07:34:22.702" v="3012"/>
          <ac:spMkLst>
            <pc:docMk/>
            <pc:sldMk cId="1120711718" sldId="306"/>
            <ac:spMk id="9" creationId="{C9B98D49-2756-4648-E802-31F2A21F738C}"/>
          </ac:spMkLst>
        </pc:spChg>
        <pc:spChg chg="mod ord">
          <ac:chgData name="Elhadeedy,Ahmed" userId="5fc97047-513a-4fe9-a4f6-d3ba89427879" providerId="ADAL" clId="{34B4DF21-539F-45F9-95AE-4FFBEED9CF96}" dt="2023-03-02T06:42:10.262" v="2596" actId="408"/>
          <ac:spMkLst>
            <pc:docMk/>
            <pc:sldMk cId="1120711718" sldId="306"/>
            <ac:spMk id="10" creationId="{BA62AE5E-4DF3-879A-7E2E-929FCE8E0A9D}"/>
          </ac:spMkLst>
        </pc:spChg>
        <pc:spChg chg="del">
          <ac:chgData name="Elhadeedy,Ahmed" userId="5fc97047-513a-4fe9-a4f6-d3ba89427879" providerId="ADAL" clId="{34B4DF21-539F-45F9-95AE-4FFBEED9CF96}" dt="2023-03-01T22:33:04.240" v="200" actId="478"/>
          <ac:spMkLst>
            <pc:docMk/>
            <pc:sldMk cId="1120711718" sldId="306"/>
            <ac:spMk id="11" creationId="{062F7AD7-2FC2-C9C1-6D9A-06CD54C46C45}"/>
          </ac:spMkLst>
        </pc:spChg>
        <pc:graphicFrameChg chg="add del mod">
          <ac:chgData name="Elhadeedy,Ahmed" userId="5fc97047-513a-4fe9-a4f6-d3ba89427879" providerId="ADAL" clId="{34B4DF21-539F-45F9-95AE-4FFBEED9CF96}" dt="2023-03-01T23:20:11.347" v="335" actId="478"/>
          <ac:graphicFrameMkLst>
            <pc:docMk/>
            <pc:sldMk cId="1120711718" sldId="306"/>
            <ac:graphicFrameMk id="6" creationId="{6E3BF896-D72A-9D4B-23D7-7A8E853153A0}"/>
          </ac:graphicFrameMkLst>
        </pc:graphicFrameChg>
        <pc:graphicFrameChg chg="add del mod modGraphic">
          <ac:chgData name="Elhadeedy,Ahmed" userId="5fc97047-513a-4fe9-a4f6-d3ba89427879" providerId="ADAL" clId="{34B4DF21-539F-45F9-95AE-4FFBEED9CF96}" dt="2023-03-01T23:20:42.417" v="339" actId="478"/>
          <ac:graphicFrameMkLst>
            <pc:docMk/>
            <pc:sldMk cId="1120711718" sldId="306"/>
            <ac:graphicFrameMk id="7" creationId="{C94F1A1B-7A7B-4B6E-FAF4-2F54CFA5CBED}"/>
          </ac:graphicFrameMkLst>
        </pc:graphicFrameChg>
        <pc:graphicFrameChg chg="add mod modGraphic">
          <ac:chgData name="Elhadeedy,Ahmed" userId="5fc97047-513a-4fe9-a4f6-d3ba89427879" providerId="ADAL" clId="{34B4DF21-539F-45F9-95AE-4FFBEED9CF96}" dt="2023-03-02T04:19:43.899" v="1594" actId="1076"/>
          <ac:graphicFrameMkLst>
            <pc:docMk/>
            <pc:sldMk cId="1120711718" sldId="306"/>
            <ac:graphicFrameMk id="8" creationId="{9E095FD4-961B-9FF1-57CE-F1293D7BA6A0}"/>
          </ac:graphicFrameMkLst>
        </pc:graphicFrameChg>
        <pc:picChg chg="add mod">
          <ac:chgData name="Elhadeedy,Ahmed" userId="5fc97047-513a-4fe9-a4f6-d3ba89427879" providerId="ADAL" clId="{34B4DF21-539F-45F9-95AE-4FFBEED9CF96}" dt="2023-03-02T06:42:13.377" v="2597" actId="1076"/>
          <ac:picMkLst>
            <pc:docMk/>
            <pc:sldMk cId="1120711718" sldId="306"/>
            <ac:picMk id="3" creationId="{051CA276-FD61-D9FA-F6C6-64100DDC4770}"/>
          </ac:picMkLst>
        </pc:picChg>
      </pc:sldChg>
      <pc:sldChg chg="new del">
        <pc:chgData name="Elhadeedy,Ahmed" userId="5fc97047-513a-4fe9-a4f6-d3ba89427879" providerId="ADAL" clId="{34B4DF21-539F-45F9-95AE-4FFBEED9CF96}" dt="2023-03-01T22:28:16.381" v="172" actId="680"/>
        <pc:sldMkLst>
          <pc:docMk/>
          <pc:sldMk cId="3211703679" sldId="306"/>
        </pc:sldMkLst>
      </pc:sldChg>
      <pc:sldChg chg="addSp delSp modSp new mod modMedia modClrScheme delAnim chgLayout">
        <pc:chgData name="Elhadeedy,Ahmed" userId="5fc97047-513a-4fe9-a4f6-d3ba89427879" providerId="ADAL" clId="{34B4DF21-539F-45F9-95AE-4FFBEED9CF96}" dt="2023-03-02T04:04:11.363" v="1376" actId="478"/>
        <pc:sldMkLst>
          <pc:docMk/>
          <pc:sldMk cId="772929291" sldId="307"/>
        </pc:sldMkLst>
        <pc:spChg chg="del">
          <ac:chgData name="Elhadeedy,Ahmed" userId="5fc97047-513a-4fe9-a4f6-d3ba89427879" providerId="ADAL" clId="{34B4DF21-539F-45F9-95AE-4FFBEED9CF96}" dt="2023-03-02T00:47:47.897" v="568" actId="700"/>
          <ac:spMkLst>
            <pc:docMk/>
            <pc:sldMk cId="772929291" sldId="307"/>
            <ac:spMk id="2" creationId="{D6166B14-2AEF-F996-140D-BD9823467B71}"/>
          </ac:spMkLst>
        </pc:spChg>
        <pc:spChg chg="del">
          <ac:chgData name="Elhadeedy,Ahmed" userId="5fc97047-513a-4fe9-a4f6-d3ba89427879" providerId="ADAL" clId="{34B4DF21-539F-45F9-95AE-4FFBEED9CF96}" dt="2023-03-02T00:47:47.897" v="568" actId="700"/>
          <ac:spMkLst>
            <pc:docMk/>
            <pc:sldMk cId="772929291" sldId="307"/>
            <ac:spMk id="3" creationId="{EDD1AF28-FECF-2643-2F4E-AB2EAF849279}"/>
          </ac:spMkLst>
        </pc:spChg>
        <pc:spChg chg="add mod ord">
          <ac:chgData name="Elhadeedy,Ahmed" userId="5fc97047-513a-4fe9-a4f6-d3ba89427879" providerId="ADAL" clId="{34B4DF21-539F-45F9-95AE-4FFBEED9CF96}" dt="2023-03-02T04:04:07.965" v="1375" actId="700"/>
          <ac:spMkLst>
            <pc:docMk/>
            <pc:sldMk cId="772929291" sldId="307"/>
            <ac:spMk id="4" creationId="{47FBFF2F-4911-FDD6-E41D-4AA03A5CE1FF}"/>
          </ac:spMkLst>
        </pc:spChg>
        <pc:spChg chg="add del mod">
          <ac:chgData name="Elhadeedy,Ahmed" userId="5fc97047-513a-4fe9-a4f6-d3ba89427879" providerId="ADAL" clId="{34B4DF21-539F-45F9-95AE-4FFBEED9CF96}" dt="2023-03-02T04:03:13.597" v="1367" actId="478"/>
          <ac:spMkLst>
            <pc:docMk/>
            <pc:sldMk cId="772929291" sldId="307"/>
            <ac:spMk id="5" creationId="{CBC6C53E-4FC4-2F0D-5DA8-AF32CB50F136}"/>
          </ac:spMkLst>
        </pc:spChg>
        <pc:spChg chg="add del mod ord">
          <ac:chgData name="Elhadeedy,Ahmed" userId="5fc97047-513a-4fe9-a4f6-d3ba89427879" providerId="ADAL" clId="{34B4DF21-539F-45F9-95AE-4FFBEED9CF96}" dt="2023-03-02T04:04:11.363" v="1376" actId="478"/>
          <ac:spMkLst>
            <pc:docMk/>
            <pc:sldMk cId="772929291" sldId="307"/>
            <ac:spMk id="7" creationId="{1A6FB5E5-64FB-EF20-DBFD-90C5FAECF713}"/>
          </ac:spMkLst>
        </pc:spChg>
        <pc:spChg chg="add del mod">
          <ac:chgData name="Elhadeedy,Ahmed" userId="5fc97047-513a-4fe9-a4f6-d3ba89427879" providerId="ADAL" clId="{34B4DF21-539F-45F9-95AE-4FFBEED9CF96}" dt="2023-03-02T04:04:07.965" v="1375" actId="700"/>
          <ac:spMkLst>
            <pc:docMk/>
            <pc:sldMk cId="772929291" sldId="307"/>
            <ac:spMk id="9" creationId="{CAA1FE56-2965-34B7-53B1-4652C276EADF}"/>
          </ac:spMkLst>
        </pc:spChg>
        <pc:picChg chg="add del mod">
          <ac:chgData name="Elhadeedy,Ahmed" userId="5fc97047-513a-4fe9-a4f6-d3ba89427879" providerId="ADAL" clId="{34B4DF21-539F-45F9-95AE-4FFBEED9CF96}" dt="2023-03-02T04:03:55.056" v="1373" actId="478"/>
          <ac:picMkLst>
            <pc:docMk/>
            <pc:sldMk cId="772929291" sldId="307"/>
            <ac:picMk id="6" creationId="{4BE5D2D6-22A7-5437-CB9A-AA2BB789ECFA}"/>
          </ac:picMkLst>
        </pc:picChg>
      </pc:sldChg>
      <pc:sldChg chg="addSp delSp modSp new mod modClrScheme chgLayout">
        <pc:chgData name="Elhadeedy,Ahmed" userId="5fc97047-513a-4fe9-a4f6-d3ba89427879" providerId="ADAL" clId="{34B4DF21-539F-45F9-95AE-4FFBEED9CF96}" dt="2023-03-02T06:38:46.316" v="2556" actId="408"/>
        <pc:sldMkLst>
          <pc:docMk/>
          <pc:sldMk cId="744698852" sldId="308"/>
        </pc:sldMkLst>
        <pc:spChg chg="mod ord">
          <ac:chgData name="Elhadeedy,Ahmed" userId="5fc97047-513a-4fe9-a4f6-d3ba89427879" providerId="ADAL" clId="{34B4DF21-539F-45F9-95AE-4FFBEED9CF96}" dt="2023-03-02T06:38:46.316" v="2556" actId="408"/>
          <ac:spMkLst>
            <pc:docMk/>
            <pc:sldMk cId="744698852" sldId="308"/>
            <ac:spMk id="2" creationId="{6E32BBF8-0171-F5F2-61F2-833A45F7FC48}"/>
          </ac:spMkLst>
        </pc:spChg>
        <pc:spChg chg="del">
          <ac:chgData name="Elhadeedy,Ahmed" userId="5fc97047-513a-4fe9-a4f6-d3ba89427879" providerId="ADAL" clId="{34B4DF21-539F-45F9-95AE-4FFBEED9CF96}" dt="2023-03-01T22:45:44.472" v="250" actId="478"/>
          <ac:spMkLst>
            <pc:docMk/>
            <pc:sldMk cId="744698852" sldId="308"/>
            <ac:spMk id="3" creationId="{45AF55EC-F710-4A83-BC4E-10AE37E49FE3}"/>
          </ac:spMkLst>
        </pc:spChg>
        <pc:spChg chg="add mod">
          <ac:chgData name="Elhadeedy,Ahmed" userId="5fc97047-513a-4fe9-a4f6-d3ba89427879" providerId="ADAL" clId="{34B4DF21-539F-45F9-95AE-4FFBEED9CF96}" dt="2023-03-02T00:33:59.599" v="543" actId="1036"/>
          <ac:spMkLst>
            <pc:docMk/>
            <pc:sldMk cId="744698852" sldId="308"/>
            <ac:spMk id="4" creationId="{E6174C98-27B6-6A04-5BCB-5C9264B60EBC}"/>
          </ac:spMkLst>
        </pc:spChg>
        <pc:picChg chg="add mod">
          <ac:chgData name="Elhadeedy,Ahmed" userId="5fc97047-513a-4fe9-a4f6-d3ba89427879" providerId="ADAL" clId="{34B4DF21-539F-45F9-95AE-4FFBEED9CF96}" dt="2023-03-01T22:59:20.846" v="272" actId="167"/>
          <ac:picMkLst>
            <pc:docMk/>
            <pc:sldMk cId="744698852" sldId="308"/>
            <ac:picMk id="1026" creationId="{8F5467E7-4379-71CC-D039-02471A2B0307}"/>
          </ac:picMkLst>
        </pc:picChg>
      </pc:sldChg>
      <pc:sldChg chg="addSp modSp add mod modClrScheme chgLayout">
        <pc:chgData name="Elhadeedy,Ahmed" userId="5fc97047-513a-4fe9-a4f6-d3ba89427879" providerId="ADAL" clId="{34B4DF21-539F-45F9-95AE-4FFBEED9CF96}" dt="2023-03-02T06:39:09.396" v="2559" actId="408"/>
        <pc:sldMkLst>
          <pc:docMk/>
          <pc:sldMk cId="2461216772" sldId="309"/>
        </pc:sldMkLst>
        <pc:spChg chg="mod ord">
          <ac:chgData name="Elhadeedy,Ahmed" userId="5fc97047-513a-4fe9-a4f6-d3ba89427879" providerId="ADAL" clId="{34B4DF21-539F-45F9-95AE-4FFBEED9CF96}" dt="2023-03-02T06:39:09.396" v="2559" actId="408"/>
          <ac:spMkLst>
            <pc:docMk/>
            <pc:sldMk cId="2461216772" sldId="309"/>
            <ac:spMk id="2" creationId="{6E32BBF8-0171-F5F2-61F2-833A45F7FC48}"/>
          </ac:spMkLst>
        </pc:spChg>
        <pc:spChg chg="add mod">
          <ac:chgData name="Elhadeedy,Ahmed" userId="5fc97047-513a-4fe9-a4f6-d3ba89427879" providerId="ADAL" clId="{34B4DF21-539F-45F9-95AE-4FFBEED9CF96}" dt="2023-03-01T23:04:11.856" v="317" actId="1076"/>
          <ac:spMkLst>
            <pc:docMk/>
            <pc:sldMk cId="2461216772" sldId="309"/>
            <ac:spMk id="3" creationId="{31B1FDE9-1644-BC99-2115-549CC4535F0F}"/>
          </ac:spMkLst>
        </pc:spChg>
        <pc:spChg chg="add mod">
          <ac:chgData name="Elhadeedy,Ahmed" userId="5fc97047-513a-4fe9-a4f6-d3ba89427879" providerId="ADAL" clId="{34B4DF21-539F-45F9-95AE-4FFBEED9CF96}" dt="2023-03-01T23:04:23.873" v="319" actId="1076"/>
          <ac:spMkLst>
            <pc:docMk/>
            <pc:sldMk cId="2461216772" sldId="309"/>
            <ac:spMk id="4" creationId="{FEB937F2-F1CB-FD55-25A9-7A19FDE0F757}"/>
          </ac:spMkLst>
        </pc:spChg>
        <pc:spChg chg="add mod">
          <ac:chgData name="Elhadeedy,Ahmed" userId="5fc97047-513a-4fe9-a4f6-d3ba89427879" providerId="ADAL" clId="{34B4DF21-539F-45F9-95AE-4FFBEED9CF96}" dt="2023-03-01T23:33:28.119" v="374" actId="1076"/>
          <ac:spMkLst>
            <pc:docMk/>
            <pc:sldMk cId="2461216772" sldId="309"/>
            <ac:spMk id="5" creationId="{C85FA461-6495-8811-2443-6B2970D57BC8}"/>
          </ac:spMkLst>
        </pc:spChg>
        <pc:spChg chg="add mod">
          <ac:chgData name="Elhadeedy,Ahmed" userId="5fc97047-513a-4fe9-a4f6-d3ba89427879" providerId="ADAL" clId="{34B4DF21-539F-45F9-95AE-4FFBEED9CF96}" dt="2023-03-02T05:36:47.354" v="1761" actId="1076"/>
          <ac:spMkLst>
            <pc:docMk/>
            <pc:sldMk cId="2461216772" sldId="309"/>
            <ac:spMk id="6" creationId="{7847D13C-CCF9-2199-7249-BA21B1B6CC40}"/>
          </ac:spMkLst>
        </pc:spChg>
        <pc:spChg chg="add mod">
          <ac:chgData name="Elhadeedy,Ahmed" userId="5fc97047-513a-4fe9-a4f6-d3ba89427879" providerId="ADAL" clId="{34B4DF21-539F-45F9-95AE-4FFBEED9CF96}" dt="2023-03-02T00:34:04.168" v="544"/>
          <ac:spMkLst>
            <pc:docMk/>
            <pc:sldMk cId="2461216772" sldId="309"/>
            <ac:spMk id="7" creationId="{011E5CF3-E30C-94BE-1C03-260362628E94}"/>
          </ac:spMkLst>
        </pc:spChg>
        <pc:spChg chg="add mod">
          <ac:chgData name="Elhadeedy,Ahmed" userId="5fc97047-513a-4fe9-a4f6-d3ba89427879" providerId="ADAL" clId="{34B4DF21-539F-45F9-95AE-4FFBEED9CF96}" dt="2023-03-02T00:52:05.771" v="577" actId="1076"/>
          <ac:spMkLst>
            <pc:docMk/>
            <pc:sldMk cId="2461216772" sldId="309"/>
            <ac:spMk id="8" creationId="{7E06D293-6043-43C1-643C-C02CD1ABEC76}"/>
          </ac:spMkLst>
        </pc:spChg>
      </pc:sldChg>
      <pc:sldChg chg="new del">
        <pc:chgData name="Elhadeedy,Ahmed" userId="5fc97047-513a-4fe9-a4f6-d3ba89427879" providerId="ADAL" clId="{34B4DF21-539F-45F9-95AE-4FFBEED9CF96}" dt="2023-03-01T23:03:17.574" v="307" actId="680"/>
        <pc:sldMkLst>
          <pc:docMk/>
          <pc:sldMk cId="3081764359" sldId="309"/>
        </pc:sldMkLst>
      </pc:sldChg>
      <pc:sldChg chg="new del">
        <pc:chgData name="Elhadeedy,Ahmed" userId="5fc97047-513a-4fe9-a4f6-d3ba89427879" providerId="ADAL" clId="{34B4DF21-539F-45F9-95AE-4FFBEED9CF96}" dt="2023-03-01T23:33:39.483" v="376" actId="680"/>
        <pc:sldMkLst>
          <pc:docMk/>
          <pc:sldMk cId="1526851345" sldId="310"/>
        </pc:sldMkLst>
      </pc:sldChg>
      <pc:sldChg chg="addSp delSp modSp add mod modClrScheme chgLayout">
        <pc:chgData name="Elhadeedy,Ahmed" userId="5fc97047-513a-4fe9-a4f6-d3ba89427879" providerId="ADAL" clId="{34B4DF21-539F-45F9-95AE-4FFBEED9CF96}" dt="2023-03-02T06:58:31.304" v="2684" actId="1076"/>
        <pc:sldMkLst>
          <pc:docMk/>
          <pc:sldMk cId="1754233718" sldId="310"/>
        </pc:sldMkLst>
        <pc:spChg chg="mod ord">
          <ac:chgData name="Elhadeedy,Ahmed" userId="5fc97047-513a-4fe9-a4f6-d3ba89427879" providerId="ADAL" clId="{34B4DF21-539F-45F9-95AE-4FFBEED9CF96}" dt="2023-03-02T06:39:17.285" v="2560" actId="408"/>
          <ac:spMkLst>
            <pc:docMk/>
            <pc:sldMk cId="1754233718" sldId="310"/>
            <ac:spMk id="2" creationId="{6E32BBF8-0171-F5F2-61F2-833A45F7FC48}"/>
          </ac:spMkLst>
        </pc:spChg>
        <pc:spChg chg="del">
          <ac:chgData name="Elhadeedy,Ahmed" userId="5fc97047-513a-4fe9-a4f6-d3ba89427879" providerId="ADAL" clId="{34B4DF21-539F-45F9-95AE-4FFBEED9CF96}" dt="2023-03-01T23:33:45.477" v="379" actId="478"/>
          <ac:spMkLst>
            <pc:docMk/>
            <pc:sldMk cId="1754233718" sldId="310"/>
            <ac:spMk id="3" creationId="{31B1FDE9-1644-BC99-2115-549CC4535F0F}"/>
          </ac:spMkLst>
        </pc:spChg>
        <pc:spChg chg="del">
          <ac:chgData name="Elhadeedy,Ahmed" userId="5fc97047-513a-4fe9-a4f6-d3ba89427879" providerId="ADAL" clId="{34B4DF21-539F-45F9-95AE-4FFBEED9CF96}" dt="2023-03-01T23:33:47.259" v="380" actId="478"/>
          <ac:spMkLst>
            <pc:docMk/>
            <pc:sldMk cId="1754233718" sldId="310"/>
            <ac:spMk id="4" creationId="{FEB937F2-F1CB-FD55-25A9-7A19FDE0F757}"/>
          </ac:spMkLst>
        </pc:spChg>
        <pc:spChg chg="del">
          <ac:chgData name="Elhadeedy,Ahmed" userId="5fc97047-513a-4fe9-a4f6-d3ba89427879" providerId="ADAL" clId="{34B4DF21-539F-45F9-95AE-4FFBEED9CF96}" dt="2023-03-01T23:33:44.336" v="378" actId="478"/>
          <ac:spMkLst>
            <pc:docMk/>
            <pc:sldMk cId="1754233718" sldId="310"/>
            <ac:spMk id="5" creationId="{C85FA461-6495-8811-2443-6B2970D57BC8}"/>
          </ac:spMkLst>
        </pc:spChg>
        <pc:spChg chg="del mod">
          <ac:chgData name="Elhadeedy,Ahmed" userId="5fc97047-513a-4fe9-a4f6-d3ba89427879" providerId="ADAL" clId="{34B4DF21-539F-45F9-95AE-4FFBEED9CF96}" dt="2023-03-01T23:56:26.472" v="409" actId="478"/>
          <ac:spMkLst>
            <pc:docMk/>
            <pc:sldMk cId="1754233718" sldId="310"/>
            <ac:spMk id="6" creationId="{7847D13C-CCF9-2199-7249-BA21B1B6CC40}"/>
          </ac:spMkLst>
        </pc:spChg>
        <pc:spChg chg="add mod">
          <ac:chgData name="Elhadeedy,Ahmed" userId="5fc97047-513a-4fe9-a4f6-d3ba89427879" providerId="ADAL" clId="{34B4DF21-539F-45F9-95AE-4FFBEED9CF96}" dt="2023-03-01T23:52:56.449" v="405" actId="1076"/>
          <ac:spMkLst>
            <pc:docMk/>
            <pc:sldMk cId="1754233718" sldId="310"/>
            <ac:spMk id="8" creationId="{225F6DCD-EE76-F572-B792-74CFE88E11F2}"/>
          </ac:spMkLst>
        </pc:spChg>
        <pc:spChg chg="add mod">
          <ac:chgData name="Elhadeedy,Ahmed" userId="5fc97047-513a-4fe9-a4f6-d3ba89427879" providerId="ADAL" clId="{34B4DF21-539F-45F9-95AE-4FFBEED9CF96}" dt="2023-03-02T05:26:18.132" v="1724" actId="14100"/>
          <ac:spMkLst>
            <pc:docMk/>
            <pc:sldMk cId="1754233718" sldId="310"/>
            <ac:spMk id="9" creationId="{611958B0-3D42-482E-84D9-D08E6FED12A6}"/>
          </ac:spMkLst>
        </pc:spChg>
        <pc:spChg chg="add mod">
          <ac:chgData name="Elhadeedy,Ahmed" userId="5fc97047-513a-4fe9-a4f6-d3ba89427879" providerId="ADAL" clId="{34B4DF21-539F-45F9-95AE-4FFBEED9CF96}" dt="2023-03-02T03:19:30.036" v="1256" actId="1076"/>
          <ac:spMkLst>
            <pc:docMk/>
            <pc:sldMk cId="1754233718" sldId="310"/>
            <ac:spMk id="10" creationId="{A611F020-E3B9-9641-3272-B68730C2FF62}"/>
          </ac:spMkLst>
        </pc:spChg>
        <pc:spChg chg="add mod">
          <ac:chgData name="Elhadeedy,Ahmed" userId="5fc97047-513a-4fe9-a4f6-d3ba89427879" providerId="ADAL" clId="{34B4DF21-539F-45F9-95AE-4FFBEED9CF96}" dt="2023-03-02T00:34:06.096" v="545"/>
          <ac:spMkLst>
            <pc:docMk/>
            <pc:sldMk cId="1754233718" sldId="310"/>
            <ac:spMk id="11" creationId="{DEB8B37F-E8B7-CDD4-9950-2449887B8F44}"/>
          </ac:spMkLst>
        </pc:spChg>
        <pc:spChg chg="add mod">
          <ac:chgData name="Elhadeedy,Ahmed" userId="5fc97047-513a-4fe9-a4f6-d3ba89427879" providerId="ADAL" clId="{34B4DF21-539F-45F9-95AE-4FFBEED9CF96}" dt="2023-03-02T05:38:04.671" v="1773" actId="1076"/>
          <ac:spMkLst>
            <pc:docMk/>
            <pc:sldMk cId="1754233718" sldId="310"/>
            <ac:spMk id="12" creationId="{1F12016A-B5A5-8546-1881-0A33BEDCC689}"/>
          </ac:spMkLst>
        </pc:spChg>
        <pc:spChg chg="add mod">
          <ac:chgData name="Elhadeedy,Ahmed" userId="5fc97047-513a-4fe9-a4f6-d3ba89427879" providerId="ADAL" clId="{34B4DF21-539F-45F9-95AE-4FFBEED9CF96}" dt="2023-03-02T01:18:51.511" v="712" actId="1076"/>
          <ac:spMkLst>
            <pc:docMk/>
            <pc:sldMk cId="1754233718" sldId="310"/>
            <ac:spMk id="13" creationId="{F132F1A4-2361-753C-BF19-521DBF6300EE}"/>
          </ac:spMkLst>
        </pc:spChg>
        <pc:spChg chg="add mod">
          <ac:chgData name="Elhadeedy,Ahmed" userId="5fc97047-513a-4fe9-a4f6-d3ba89427879" providerId="ADAL" clId="{34B4DF21-539F-45F9-95AE-4FFBEED9CF96}" dt="2023-03-02T01:12:45.691" v="618" actId="1076"/>
          <ac:spMkLst>
            <pc:docMk/>
            <pc:sldMk cId="1754233718" sldId="310"/>
            <ac:spMk id="14" creationId="{2EBD2F0F-8F0C-7EE4-1C9D-A29E4A16A18B}"/>
          </ac:spMkLst>
        </pc:spChg>
        <pc:spChg chg="add mod ord">
          <ac:chgData name="Elhadeedy,Ahmed" userId="5fc97047-513a-4fe9-a4f6-d3ba89427879" providerId="ADAL" clId="{34B4DF21-539F-45F9-95AE-4FFBEED9CF96}" dt="2023-03-02T01:31:57.211" v="771" actId="1076"/>
          <ac:spMkLst>
            <pc:docMk/>
            <pc:sldMk cId="1754233718" sldId="310"/>
            <ac:spMk id="15" creationId="{635BB253-B35E-8B04-909A-38AFC905BAF8}"/>
          </ac:spMkLst>
        </pc:spChg>
        <pc:spChg chg="add mod">
          <ac:chgData name="Elhadeedy,Ahmed" userId="5fc97047-513a-4fe9-a4f6-d3ba89427879" providerId="ADAL" clId="{34B4DF21-539F-45F9-95AE-4FFBEED9CF96}" dt="2023-03-02T01:19:38.116" v="725" actId="207"/>
          <ac:spMkLst>
            <pc:docMk/>
            <pc:sldMk cId="1754233718" sldId="310"/>
            <ac:spMk id="16" creationId="{21636906-79B3-6032-354D-8E34DCCC5302}"/>
          </ac:spMkLst>
        </pc:spChg>
        <pc:spChg chg="add mod">
          <ac:chgData name="Elhadeedy,Ahmed" userId="5fc97047-513a-4fe9-a4f6-d3ba89427879" providerId="ADAL" clId="{34B4DF21-539F-45F9-95AE-4FFBEED9CF96}" dt="2023-03-02T02:43:07.133" v="940" actId="20577"/>
          <ac:spMkLst>
            <pc:docMk/>
            <pc:sldMk cId="1754233718" sldId="310"/>
            <ac:spMk id="17" creationId="{27F84175-1948-8355-FB14-1855893BA1E2}"/>
          </ac:spMkLst>
        </pc:spChg>
        <pc:spChg chg="add mod">
          <ac:chgData name="Elhadeedy,Ahmed" userId="5fc97047-513a-4fe9-a4f6-d3ba89427879" providerId="ADAL" clId="{34B4DF21-539F-45F9-95AE-4FFBEED9CF96}" dt="2023-03-02T05:07:26.394" v="1680" actId="207"/>
          <ac:spMkLst>
            <pc:docMk/>
            <pc:sldMk cId="1754233718" sldId="310"/>
            <ac:spMk id="18" creationId="{6484459B-94CD-76D7-D79E-D7B6634E8C62}"/>
          </ac:spMkLst>
        </pc:spChg>
        <pc:spChg chg="add mod">
          <ac:chgData name="Elhadeedy,Ahmed" userId="5fc97047-513a-4fe9-a4f6-d3ba89427879" providerId="ADAL" clId="{34B4DF21-539F-45F9-95AE-4FFBEED9CF96}" dt="2023-03-02T01:32:42.337" v="783" actId="1076"/>
          <ac:spMkLst>
            <pc:docMk/>
            <pc:sldMk cId="1754233718" sldId="310"/>
            <ac:spMk id="19" creationId="{4A737B82-B473-336C-29A9-436515E001BA}"/>
          </ac:spMkLst>
        </pc:spChg>
        <pc:spChg chg="add del mod">
          <ac:chgData name="Elhadeedy,Ahmed" userId="5fc97047-513a-4fe9-a4f6-d3ba89427879" providerId="ADAL" clId="{34B4DF21-539F-45F9-95AE-4FFBEED9CF96}" dt="2023-03-02T03:14:50.874" v="1162" actId="478"/>
          <ac:spMkLst>
            <pc:docMk/>
            <pc:sldMk cId="1754233718" sldId="310"/>
            <ac:spMk id="20" creationId="{F55132CA-92E5-336B-882A-6DF89B788BB1}"/>
          </ac:spMkLst>
        </pc:spChg>
        <pc:spChg chg="add mod">
          <ac:chgData name="Elhadeedy,Ahmed" userId="5fc97047-513a-4fe9-a4f6-d3ba89427879" providerId="ADAL" clId="{34B4DF21-539F-45F9-95AE-4FFBEED9CF96}" dt="2023-03-02T03:15:48.092" v="1178" actId="1076"/>
          <ac:spMkLst>
            <pc:docMk/>
            <pc:sldMk cId="1754233718" sldId="310"/>
            <ac:spMk id="21" creationId="{60BF8B32-3512-AA2D-37BE-B8BA6AF972C1}"/>
          </ac:spMkLst>
        </pc:spChg>
        <pc:spChg chg="add mod">
          <ac:chgData name="Elhadeedy,Ahmed" userId="5fc97047-513a-4fe9-a4f6-d3ba89427879" providerId="ADAL" clId="{34B4DF21-539F-45F9-95AE-4FFBEED9CF96}" dt="2023-03-02T03:15:45.558" v="1177" actId="1076"/>
          <ac:spMkLst>
            <pc:docMk/>
            <pc:sldMk cId="1754233718" sldId="310"/>
            <ac:spMk id="22" creationId="{4BFBB75D-EC7A-5D8E-6EE9-0005606653F5}"/>
          </ac:spMkLst>
        </pc:spChg>
        <pc:spChg chg="add mod">
          <ac:chgData name="Elhadeedy,Ahmed" userId="5fc97047-513a-4fe9-a4f6-d3ba89427879" providerId="ADAL" clId="{34B4DF21-539F-45F9-95AE-4FFBEED9CF96}" dt="2023-03-02T03:19:52.060" v="1258" actId="1076"/>
          <ac:spMkLst>
            <pc:docMk/>
            <pc:sldMk cId="1754233718" sldId="310"/>
            <ac:spMk id="23" creationId="{2C7499BF-4B59-E521-4EF7-6C1E987DF8A3}"/>
          </ac:spMkLst>
        </pc:spChg>
        <pc:spChg chg="add del mod">
          <ac:chgData name="Elhadeedy,Ahmed" userId="5fc97047-513a-4fe9-a4f6-d3ba89427879" providerId="ADAL" clId="{34B4DF21-539F-45F9-95AE-4FFBEED9CF96}" dt="2023-03-02T05:06:59.590" v="1677" actId="478"/>
          <ac:spMkLst>
            <pc:docMk/>
            <pc:sldMk cId="1754233718" sldId="310"/>
            <ac:spMk id="24" creationId="{6F4407D5-50CB-135B-2668-E2B29756A2AC}"/>
          </ac:spMkLst>
        </pc:spChg>
        <pc:spChg chg="add mod">
          <ac:chgData name="Elhadeedy,Ahmed" userId="5fc97047-513a-4fe9-a4f6-d3ba89427879" providerId="ADAL" clId="{34B4DF21-539F-45F9-95AE-4FFBEED9CF96}" dt="2023-03-02T06:58:31.304" v="2684" actId="1076"/>
          <ac:spMkLst>
            <pc:docMk/>
            <pc:sldMk cId="1754233718" sldId="310"/>
            <ac:spMk id="25" creationId="{6B82EF07-06B2-5411-0B5A-EDFDC71B3B77}"/>
          </ac:spMkLst>
        </pc:spChg>
        <pc:picChg chg="add mod">
          <ac:chgData name="Elhadeedy,Ahmed" userId="5fc97047-513a-4fe9-a4f6-d3ba89427879" providerId="ADAL" clId="{34B4DF21-539F-45F9-95AE-4FFBEED9CF96}" dt="2023-03-02T05:38:10.321" v="1774" actId="1076"/>
          <ac:picMkLst>
            <pc:docMk/>
            <pc:sldMk cId="1754233718" sldId="310"/>
            <ac:picMk id="7" creationId="{0ED9722D-A077-87A8-0FE4-EC79AAD4D8A3}"/>
          </ac:picMkLst>
        </pc:picChg>
        <pc:picChg chg="mod">
          <ac:chgData name="Elhadeedy,Ahmed" userId="5fc97047-513a-4fe9-a4f6-d3ba89427879" providerId="ADAL" clId="{34B4DF21-539F-45F9-95AE-4FFBEED9CF96}" dt="2023-03-02T01:31:19.314" v="767" actId="1076"/>
          <ac:picMkLst>
            <pc:docMk/>
            <pc:sldMk cId="1754233718" sldId="310"/>
            <ac:picMk id="1026" creationId="{8F5467E7-4379-71CC-D039-02471A2B0307}"/>
          </ac:picMkLst>
        </pc:picChg>
        <pc:picChg chg="add mod">
          <ac:chgData name="Elhadeedy,Ahmed" userId="5fc97047-513a-4fe9-a4f6-d3ba89427879" providerId="ADAL" clId="{34B4DF21-539F-45F9-95AE-4FFBEED9CF96}" dt="2023-03-01T23:34:23.934" v="383" actId="1076"/>
          <ac:picMkLst>
            <pc:docMk/>
            <pc:sldMk cId="1754233718" sldId="310"/>
            <ac:picMk id="3074" creationId="{1658FFE1-6B21-2C11-CD7E-143DF4160FD0}"/>
          </ac:picMkLst>
        </pc:picChg>
        <pc:picChg chg="add mod">
          <ac:chgData name="Elhadeedy,Ahmed" userId="5fc97047-513a-4fe9-a4f6-d3ba89427879" providerId="ADAL" clId="{34B4DF21-539F-45F9-95AE-4FFBEED9CF96}" dt="2023-03-01T23:55:27.381" v="406" actId="1076"/>
          <ac:picMkLst>
            <pc:docMk/>
            <pc:sldMk cId="1754233718" sldId="310"/>
            <ac:picMk id="3076" creationId="{A0E2BC86-0AE2-D029-D381-37DD7B4959BD}"/>
          </ac:picMkLst>
        </pc:picChg>
        <pc:picChg chg="add del mod">
          <ac:chgData name="Elhadeedy,Ahmed" userId="5fc97047-513a-4fe9-a4f6-d3ba89427879" providerId="ADAL" clId="{34B4DF21-539F-45F9-95AE-4FFBEED9CF96}" dt="2023-03-02T03:14:16.136" v="1155" actId="478"/>
          <ac:picMkLst>
            <pc:docMk/>
            <pc:sldMk cId="1754233718" sldId="310"/>
            <ac:picMk id="3078" creationId="{AA898918-A028-D243-99EB-3D51C4DA8CF3}"/>
          </ac:picMkLst>
        </pc:picChg>
        <pc:picChg chg="add del mod">
          <ac:chgData name="Elhadeedy,Ahmed" userId="5fc97047-513a-4fe9-a4f6-d3ba89427879" providerId="ADAL" clId="{34B4DF21-539F-45F9-95AE-4FFBEED9CF96}" dt="2023-03-02T03:14:54.832" v="1163" actId="478"/>
          <ac:picMkLst>
            <pc:docMk/>
            <pc:sldMk cId="1754233718" sldId="310"/>
            <ac:picMk id="3080" creationId="{4644E91E-A867-BDBC-4A39-7D109B547F99}"/>
          </ac:picMkLst>
        </pc:picChg>
      </pc:sldChg>
      <pc:sldChg chg="addSp delSp modSp new mod ord modClrScheme chgLayout">
        <pc:chgData name="Elhadeedy,Ahmed" userId="5fc97047-513a-4fe9-a4f6-d3ba89427879" providerId="ADAL" clId="{34B4DF21-539F-45F9-95AE-4FFBEED9CF96}" dt="2023-03-02T06:53:47.535" v="2683" actId="1038"/>
        <pc:sldMkLst>
          <pc:docMk/>
          <pc:sldMk cId="1215326428" sldId="311"/>
        </pc:sldMkLst>
        <pc:spChg chg="del">
          <ac:chgData name="Elhadeedy,Ahmed" userId="5fc97047-513a-4fe9-a4f6-d3ba89427879" providerId="ADAL" clId="{34B4DF21-539F-45F9-95AE-4FFBEED9CF96}" dt="2023-03-02T00:47:47.897" v="568" actId="700"/>
          <ac:spMkLst>
            <pc:docMk/>
            <pc:sldMk cId="1215326428" sldId="311"/>
            <ac:spMk id="2" creationId="{6675CC61-FE21-CC99-750A-0693B1EA7290}"/>
          </ac:spMkLst>
        </pc:spChg>
        <pc:spChg chg="del">
          <ac:chgData name="Elhadeedy,Ahmed" userId="5fc97047-513a-4fe9-a4f6-d3ba89427879" providerId="ADAL" clId="{34B4DF21-539F-45F9-95AE-4FFBEED9CF96}" dt="2023-03-02T00:47:47.897" v="568" actId="700"/>
          <ac:spMkLst>
            <pc:docMk/>
            <pc:sldMk cId="1215326428" sldId="311"/>
            <ac:spMk id="3" creationId="{AD6FF5CE-09E1-8985-FE68-D880338FB4D6}"/>
          </ac:spMkLst>
        </pc:spChg>
        <pc:spChg chg="add mod">
          <ac:chgData name="Elhadeedy,Ahmed" userId="5fc97047-513a-4fe9-a4f6-d3ba89427879" providerId="ADAL" clId="{34B4DF21-539F-45F9-95AE-4FFBEED9CF96}" dt="2023-03-02T06:39:30.284" v="2561" actId="408"/>
          <ac:spMkLst>
            <pc:docMk/>
            <pc:sldMk cId="1215326428" sldId="311"/>
            <ac:spMk id="5" creationId="{AA633628-DFD2-38D7-DD66-B5620833BE49}"/>
          </ac:spMkLst>
        </pc:spChg>
        <pc:spChg chg="add mod">
          <ac:chgData name="Elhadeedy,Ahmed" userId="5fc97047-513a-4fe9-a4f6-d3ba89427879" providerId="ADAL" clId="{34B4DF21-539F-45F9-95AE-4FFBEED9CF96}" dt="2023-03-02T06:53:47.535" v="2683" actId="1038"/>
          <ac:spMkLst>
            <pc:docMk/>
            <pc:sldMk cId="1215326428" sldId="311"/>
            <ac:spMk id="6" creationId="{F4858AB5-1433-0819-9749-A048B850BCE8}"/>
          </ac:spMkLst>
        </pc:spChg>
        <pc:graphicFrameChg chg="add mod modGraphic">
          <ac:chgData name="Elhadeedy,Ahmed" userId="5fc97047-513a-4fe9-a4f6-d3ba89427879" providerId="ADAL" clId="{34B4DF21-539F-45F9-95AE-4FFBEED9CF96}" dt="2023-03-02T05:18:59.762" v="1720" actId="20577"/>
          <ac:graphicFrameMkLst>
            <pc:docMk/>
            <pc:sldMk cId="1215326428" sldId="311"/>
            <ac:graphicFrameMk id="4" creationId="{8904A0FD-A0D6-8D2E-B6CB-E158A679ECFD}"/>
          </ac:graphicFrameMkLst>
        </pc:graphicFrameChg>
      </pc:sldChg>
      <pc:sldChg chg="addSp delSp modSp new mod modClrScheme chgLayout">
        <pc:chgData name="Elhadeedy,Ahmed" userId="5fc97047-513a-4fe9-a4f6-d3ba89427879" providerId="ADAL" clId="{34B4DF21-539F-45F9-95AE-4FFBEED9CF96}" dt="2023-03-02T04:13:54.358" v="1473" actId="20577"/>
        <pc:sldMkLst>
          <pc:docMk/>
          <pc:sldMk cId="1151724948" sldId="312"/>
        </pc:sldMkLst>
        <pc:spChg chg="del mod ord">
          <ac:chgData name="Elhadeedy,Ahmed" userId="5fc97047-513a-4fe9-a4f6-d3ba89427879" providerId="ADAL" clId="{34B4DF21-539F-45F9-95AE-4FFBEED9CF96}" dt="2023-03-02T04:05:41.217" v="1378" actId="700"/>
          <ac:spMkLst>
            <pc:docMk/>
            <pc:sldMk cId="1151724948" sldId="312"/>
            <ac:spMk id="2" creationId="{6ECDE3C1-1207-D120-8514-BBD0EDED535C}"/>
          </ac:spMkLst>
        </pc:spChg>
        <pc:spChg chg="del mod ord">
          <ac:chgData name="Elhadeedy,Ahmed" userId="5fc97047-513a-4fe9-a4f6-d3ba89427879" providerId="ADAL" clId="{34B4DF21-539F-45F9-95AE-4FFBEED9CF96}" dt="2023-03-02T04:05:41.217" v="1378" actId="700"/>
          <ac:spMkLst>
            <pc:docMk/>
            <pc:sldMk cId="1151724948" sldId="312"/>
            <ac:spMk id="3" creationId="{C16D7C8B-AD01-B04B-4C1B-96D4568CE060}"/>
          </ac:spMkLst>
        </pc:spChg>
        <pc:spChg chg="add del mod ord">
          <ac:chgData name="Elhadeedy,Ahmed" userId="5fc97047-513a-4fe9-a4f6-d3ba89427879" providerId="ADAL" clId="{34B4DF21-539F-45F9-95AE-4FFBEED9CF96}" dt="2023-03-02T04:06:02.630" v="1379" actId="700"/>
          <ac:spMkLst>
            <pc:docMk/>
            <pc:sldMk cId="1151724948" sldId="312"/>
            <ac:spMk id="4" creationId="{51CE502E-FB8F-C201-EB0F-CB2D525E6FA3}"/>
          </ac:spMkLst>
        </pc:spChg>
        <pc:spChg chg="add del mod ord">
          <ac:chgData name="Elhadeedy,Ahmed" userId="5fc97047-513a-4fe9-a4f6-d3ba89427879" providerId="ADAL" clId="{34B4DF21-539F-45F9-95AE-4FFBEED9CF96}" dt="2023-03-02T04:06:02.630" v="1379" actId="700"/>
          <ac:spMkLst>
            <pc:docMk/>
            <pc:sldMk cId="1151724948" sldId="312"/>
            <ac:spMk id="5" creationId="{81EC3913-9548-6B43-F205-562FB4C4FE1F}"/>
          </ac:spMkLst>
        </pc:spChg>
        <pc:spChg chg="add mod">
          <ac:chgData name="Elhadeedy,Ahmed" userId="5fc97047-513a-4fe9-a4f6-d3ba89427879" providerId="ADAL" clId="{34B4DF21-539F-45F9-95AE-4FFBEED9CF96}" dt="2023-03-02T04:06:13.566" v="1390" actId="20577"/>
          <ac:spMkLst>
            <pc:docMk/>
            <pc:sldMk cId="1151724948" sldId="312"/>
            <ac:spMk id="6" creationId="{EA840D22-0FBF-E547-C632-A729A41D146C}"/>
          </ac:spMkLst>
        </pc:spChg>
        <pc:spChg chg="add del mod">
          <ac:chgData name="Elhadeedy,Ahmed" userId="5fc97047-513a-4fe9-a4f6-d3ba89427879" providerId="ADAL" clId="{34B4DF21-539F-45F9-95AE-4FFBEED9CF96}" dt="2023-03-02T04:06:22.770" v="1394"/>
          <ac:spMkLst>
            <pc:docMk/>
            <pc:sldMk cId="1151724948" sldId="312"/>
            <ac:spMk id="7" creationId="{BF64F36B-B917-DA29-ACDC-FD30DC6F22C9}"/>
          </ac:spMkLst>
        </pc:spChg>
        <pc:spChg chg="add mod">
          <ac:chgData name="Elhadeedy,Ahmed" userId="5fc97047-513a-4fe9-a4f6-d3ba89427879" providerId="ADAL" clId="{34B4DF21-539F-45F9-95AE-4FFBEED9CF96}" dt="2023-03-02T04:13:54.358" v="1473" actId="20577"/>
          <ac:spMkLst>
            <pc:docMk/>
            <pc:sldMk cId="1151724948" sldId="312"/>
            <ac:spMk id="8" creationId="{17CC08F9-8F19-81D8-8CB9-B9BC67B0ADB5}"/>
          </ac:spMkLst>
        </pc:spChg>
      </pc:sldChg>
      <pc:sldChg chg="addSp delSp modSp add mod ord">
        <pc:chgData name="Elhadeedy,Ahmed" userId="5fc97047-513a-4fe9-a4f6-d3ba89427879" providerId="ADAL" clId="{34B4DF21-539F-45F9-95AE-4FFBEED9CF96}" dt="2023-03-02T07:37:14.715" v="3045" actId="166"/>
        <pc:sldMkLst>
          <pc:docMk/>
          <pc:sldMk cId="1682898621" sldId="313"/>
        </pc:sldMkLst>
        <pc:spChg chg="mod">
          <ac:chgData name="Elhadeedy,Ahmed" userId="5fc97047-513a-4fe9-a4f6-d3ba89427879" providerId="ADAL" clId="{34B4DF21-539F-45F9-95AE-4FFBEED9CF96}" dt="2023-03-02T06:42:36.403" v="2600" actId="408"/>
          <ac:spMkLst>
            <pc:docMk/>
            <pc:sldMk cId="1682898621" sldId="313"/>
            <ac:spMk id="2" creationId="{6E32BBF8-0171-F5F2-61F2-833A45F7FC48}"/>
          </ac:spMkLst>
        </pc:spChg>
        <pc:spChg chg="del">
          <ac:chgData name="Elhadeedy,Ahmed" userId="5fc97047-513a-4fe9-a4f6-d3ba89427879" providerId="ADAL" clId="{34B4DF21-539F-45F9-95AE-4FFBEED9CF96}" dt="2023-03-02T04:21:28.512" v="1598" actId="478"/>
          <ac:spMkLst>
            <pc:docMk/>
            <pc:sldMk cId="1682898621" sldId="313"/>
            <ac:spMk id="8" creationId="{225F6DCD-EE76-F572-B792-74CFE88E11F2}"/>
          </ac:spMkLst>
        </pc:spChg>
        <pc:spChg chg="del mod">
          <ac:chgData name="Elhadeedy,Ahmed" userId="5fc97047-513a-4fe9-a4f6-d3ba89427879" providerId="ADAL" clId="{34B4DF21-539F-45F9-95AE-4FFBEED9CF96}" dt="2023-03-02T07:11:06.294" v="2880" actId="478"/>
          <ac:spMkLst>
            <pc:docMk/>
            <pc:sldMk cId="1682898621" sldId="313"/>
            <ac:spMk id="9" creationId="{611958B0-3D42-482E-84D9-D08E6FED12A6}"/>
          </ac:spMkLst>
        </pc:spChg>
        <pc:spChg chg="del">
          <ac:chgData name="Elhadeedy,Ahmed" userId="5fc97047-513a-4fe9-a4f6-d3ba89427879" providerId="ADAL" clId="{34B4DF21-539F-45F9-95AE-4FFBEED9CF96}" dt="2023-03-02T04:21:34.119" v="1602" actId="478"/>
          <ac:spMkLst>
            <pc:docMk/>
            <pc:sldMk cId="1682898621" sldId="313"/>
            <ac:spMk id="12" creationId="{1F12016A-B5A5-8546-1881-0A33BEDCC689}"/>
          </ac:spMkLst>
        </pc:spChg>
        <pc:spChg chg="del">
          <ac:chgData name="Elhadeedy,Ahmed" userId="5fc97047-513a-4fe9-a4f6-d3ba89427879" providerId="ADAL" clId="{34B4DF21-539F-45F9-95AE-4FFBEED9CF96}" dt="2023-03-02T04:21:25.703" v="1597" actId="478"/>
          <ac:spMkLst>
            <pc:docMk/>
            <pc:sldMk cId="1682898621" sldId="313"/>
            <ac:spMk id="13" creationId="{F132F1A4-2361-753C-BF19-521DBF6300EE}"/>
          </ac:spMkLst>
        </pc:spChg>
        <pc:spChg chg="del mod">
          <ac:chgData name="Elhadeedy,Ahmed" userId="5fc97047-513a-4fe9-a4f6-d3ba89427879" providerId="ADAL" clId="{34B4DF21-539F-45F9-95AE-4FFBEED9CF96}" dt="2023-03-02T04:21:47.655" v="1611" actId="478"/>
          <ac:spMkLst>
            <pc:docMk/>
            <pc:sldMk cId="1682898621" sldId="313"/>
            <ac:spMk id="14" creationId="{2EBD2F0F-8F0C-7EE4-1C9D-A29E4A16A18B}"/>
          </ac:spMkLst>
        </pc:spChg>
        <pc:spChg chg="del">
          <ac:chgData name="Elhadeedy,Ahmed" userId="5fc97047-513a-4fe9-a4f6-d3ba89427879" providerId="ADAL" clId="{34B4DF21-539F-45F9-95AE-4FFBEED9CF96}" dt="2023-03-02T04:21:35.186" v="1603" actId="478"/>
          <ac:spMkLst>
            <pc:docMk/>
            <pc:sldMk cId="1682898621" sldId="313"/>
            <ac:spMk id="15" creationId="{635BB253-B35E-8B04-909A-38AFC905BAF8}"/>
          </ac:spMkLst>
        </pc:spChg>
        <pc:spChg chg="del">
          <ac:chgData name="Elhadeedy,Ahmed" userId="5fc97047-513a-4fe9-a4f6-d3ba89427879" providerId="ADAL" clId="{34B4DF21-539F-45F9-95AE-4FFBEED9CF96}" dt="2023-03-02T04:21:31.646" v="1600" actId="478"/>
          <ac:spMkLst>
            <pc:docMk/>
            <pc:sldMk cId="1682898621" sldId="313"/>
            <ac:spMk id="16" creationId="{21636906-79B3-6032-354D-8E34DCCC5302}"/>
          </ac:spMkLst>
        </pc:spChg>
        <pc:spChg chg="del">
          <ac:chgData name="Elhadeedy,Ahmed" userId="5fc97047-513a-4fe9-a4f6-d3ba89427879" providerId="ADAL" clId="{34B4DF21-539F-45F9-95AE-4FFBEED9CF96}" dt="2023-03-02T04:21:29.890" v="1599" actId="478"/>
          <ac:spMkLst>
            <pc:docMk/>
            <pc:sldMk cId="1682898621" sldId="313"/>
            <ac:spMk id="17" creationId="{27F84175-1948-8355-FB14-1855893BA1E2}"/>
          </ac:spMkLst>
        </pc:spChg>
        <pc:spChg chg="del mod">
          <ac:chgData name="Elhadeedy,Ahmed" userId="5fc97047-513a-4fe9-a4f6-d3ba89427879" providerId="ADAL" clId="{34B4DF21-539F-45F9-95AE-4FFBEED9CF96}" dt="2023-03-02T04:21:39.034" v="1607" actId="478"/>
          <ac:spMkLst>
            <pc:docMk/>
            <pc:sldMk cId="1682898621" sldId="313"/>
            <ac:spMk id="18" creationId="{6484459B-94CD-76D7-D79E-D7B6634E8C62}"/>
          </ac:spMkLst>
        </pc:spChg>
        <pc:spChg chg="del mod">
          <ac:chgData name="Elhadeedy,Ahmed" userId="5fc97047-513a-4fe9-a4f6-d3ba89427879" providerId="ADAL" clId="{34B4DF21-539F-45F9-95AE-4FFBEED9CF96}" dt="2023-03-02T04:21:40.378" v="1608" actId="478"/>
          <ac:spMkLst>
            <pc:docMk/>
            <pc:sldMk cId="1682898621" sldId="313"/>
            <ac:spMk id="19" creationId="{4A737B82-B473-336C-29A9-436515E001BA}"/>
          </ac:spMkLst>
        </pc:spChg>
        <pc:spChg chg="del">
          <ac:chgData name="Elhadeedy,Ahmed" userId="5fc97047-513a-4fe9-a4f6-d3ba89427879" providerId="ADAL" clId="{34B4DF21-539F-45F9-95AE-4FFBEED9CF96}" dt="2023-03-02T04:21:24.071" v="1596" actId="478"/>
          <ac:spMkLst>
            <pc:docMk/>
            <pc:sldMk cId="1682898621" sldId="313"/>
            <ac:spMk id="23" creationId="{2C7499BF-4B59-E521-4EF7-6C1E987DF8A3}"/>
          </ac:spMkLst>
        </pc:spChg>
        <pc:spChg chg="add del mod">
          <ac:chgData name="Elhadeedy,Ahmed" userId="5fc97047-513a-4fe9-a4f6-d3ba89427879" providerId="ADAL" clId="{34B4DF21-539F-45F9-95AE-4FFBEED9CF96}" dt="2023-03-02T07:11:03.699" v="2879" actId="478"/>
          <ac:spMkLst>
            <pc:docMk/>
            <pc:sldMk cId="1682898621" sldId="313"/>
            <ac:spMk id="27" creationId="{5D04AEA0-041E-8E33-02C9-40FAD71B0FF3}"/>
          </ac:spMkLst>
        </pc:spChg>
        <pc:spChg chg="add del mod">
          <ac:chgData name="Elhadeedy,Ahmed" userId="5fc97047-513a-4fe9-a4f6-d3ba89427879" providerId="ADAL" clId="{34B4DF21-539F-45F9-95AE-4FFBEED9CF96}" dt="2023-03-02T05:44:45.024" v="1782" actId="478"/>
          <ac:spMkLst>
            <pc:docMk/>
            <pc:sldMk cId="1682898621" sldId="313"/>
            <ac:spMk id="34" creationId="{561DF382-FCD8-715F-2235-00A3B9350B17}"/>
          </ac:spMkLst>
        </pc:spChg>
        <pc:spChg chg="add del mod">
          <ac:chgData name="Elhadeedy,Ahmed" userId="5fc97047-513a-4fe9-a4f6-d3ba89427879" providerId="ADAL" clId="{34B4DF21-539F-45F9-95AE-4FFBEED9CF96}" dt="2023-03-02T05:44:38.508" v="1781"/>
          <ac:spMkLst>
            <pc:docMk/>
            <pc:sldMk cId="1682898621" sldId="313"/>
            <ac:spMk id="35" creationId="{57D28EBB-DA56-E83C-1F4D-D67458FE6B07}"/>
          </ac:spMkLst>
        </pc:spChg>
        <pc:spChg chg="add mod">
          <ac:chgData name="Elhadeedy,Ahmed" userId="5fc97047-513a-4fe9-a4f6-d3ba89427879" providerId="ADAL" clId="{34B4DF21-539F-45F9-95AE-4FFBEED9CF96}" dt="2023-03-02T05:56:26.741" v="2029" actId="1035"/>
          <ac:spMkLst>
            <pc:docMk/>
            <pc:sldMk cId="1682898621" sldId="313"/>
            <ac:spMk id="36" creationId="{A7AA075E-AB58-F313-79A9-EABD6AFC97FD}"/>
          </ac:spMkLst>
        </pc:spChg>
        <pc:spChg chg="add mod">
          <ac:chgData name="Elhadeedy,Ahmed" userId="5fc97047-513a-4fe9-a4f6-d3ba89427879" providerId="ADAL" clId="{34B4DF21-539F-45F9-95AE-4FFBEED9CF96}" dt="2023-03-02T06:01:29.866" v="2099" actId="14100"/>
          <ac:spMkLst>
            <pc:docMk/>
            <pc:sldMk cId="1682898621" sldId="313"/>
            <ac:spMk id="37" creationId="{314D3975-A28C-8F3D-2A72-EBCF3A91380D}"/>
          </ac:spMkLst>
        </pc:spChg>
        <pc:spChg chg="add mod">
          <ac:chgData name="Elhadeedy,Ahmed" userId="5fc97047-513a-4fe9-a4f6-d3ba89427879" providerId="ADAL" clId="{34B4DF21-539F-45F9-95AE-4FFBEED9CF96}" dt="2023-03-02T05:56:33.190" v="2031" actId="1076"/>
          <ac:spMkLst>
            <pc:docMk/>
            <pc:sldMk cId="1682898621" sldId="313"/>
            <ac:spMk id="38" creationId="{948293C3-C215-10CC-9854-4F3A8E4A120F}"/>
          </ac:spMkLst>
        </pc:spChg>
        <pc:spChg chg="add del mod">
          <ac:chgData name="Elhadeedy,Ahmed" userId="5fc97047-513a-4fe9-a4f6-d3ba89427879" providerId="ADAL" clId="{34B4DF21-539F-45F9-95AE-4FFBEED9CF96}" dt="2023-03-02T05:58:51.711" v="2063" actId="478"/>
          <ac:spMkLst>
            <pc:docMk/>
            <pc:sldMk cId="1682898621" sldId="313"/>
            <ac:spMk id="39" creationId="{B95C17B3-F277-2184-E669-A9BB7720D0C9}"/>
          </ac:spMkLst>
        </pc:spChg>
        <pc:spChg chg="add del">
          <ac:chgData name="Elhadeedy,Ahmed" userId="5fc97047-513a-4fe9-a4f6-d3ba89427879" providerId="ADAL" clId="{34B4DF21-539F-45F9-95AE-4FFBEED9CF96}" dt="2023-03-02T05:58:06.370" v="2043" actId="22"/>
          <ac:spMkLst>
            <pc:docMk/>
            <pc:sldMk cId="1682898621" sldId="313"/>
            <ac:spMk id="43" creationId="{A3949401-82F4-657F-DD06-1062C7755383}"/>
          </ac:spMkLst>
        </pc:spChg>
        <pc:spChg chg="add del">
          <ac:chgData name="Elhadeedy,Ahmed" userId="5fc97047-513a-4fe9-a4f6-d3ba89427879" providerId="ADAL" clId="{34B4DF21-539F-45F9-95AE-4FFBEED9CF96}" dt="2023-03-02T05:58:08.646" v="2045" actId="22"/>
          <ac:spMkLst>
            <pc:docMk/>
            <pc:sldMk cId="1682898621" sldId="313"/>
            <ac:spMk id="45" creationId="{7FE99C39-B6B2-C2D9-8CFA-CAA2661C4457}"/>
          </ac:spMkLst>
        </pc:spChg>
        <pc:spChg chg="add mod">
          <ac:chgData name="Elhadeedy,Ahmed" userId="5fc97047-513a-4fe9-a4f6-d3ba89427879" providerId="ADAL" clId="{34B4DF21-539F-45F9-95AE-4FFBEED9CF96}" dt="2023-03-02T06:20:36.598" v="2367" actId="164"/>
          <ac:spMkLst>
            <pc:docMk/>
            <pc:sldMk cId="1682898621" sldId="313"/>
            <ac:spMk id="47" creationId="{D9863E68-1B8B-1B56-D376-EBF0B086F9C4}"/>
          </ac:spMkLst>
        </pc:spChg>
        <pc:spChg chg="add mod">
          <ac:chgData name="Elhadeedy,Ahmed" userId="5fc97047-513a-4fe9-a4f6-d3ba89427879" providerId="ADAL" clId="{34B4DF21-539F-45F9-95AE-4FFBEED9CF96}" dt="2023-03-02T06:43:53.121" v="2610" actId="20577"/>
          <ac:spMkLst>
            <pc:docMk/>
            <pc:sldMk cId="1682898621" sldId="313"/>
            <ac:spMk id="50" creationId="{2FEE0346-48AC-6596-721A-0FDA08AC5E66}"/>
          </ac:spMkLst>
        </pc:spChg>
        <pc:spChg chg="add mod">
          <ac:chgData name="Elhadeedy,Ahmed" userId="5fc97047-513a-4fe9-a4f6-d3ba89427879" providerId="ADAL" clId="{34B4DF21-539F-45F9-95AE-4FFBEED9CF96}" dt="2023-03-02T06:44:18.073" v="2614" actId="20577"/>
          <ac:spMkLst>
            <pc:docMk/>
            <pc:sldMk cId="1682898621" sldId="313"/>
            <ac:spMk id="51" creationId="{17A4FDEA-379D-2EB8-834A-32CE802F3E83}"/>
          </ac:spMkLst>
        </pc:spChg>
        <pc:spChg chg="add del mod">
          <ac:chgData name="Elhadeedy,Ahmed" userId="5fc97047-513a-4fe9-a4f6-d3ba89427879" providerId="ADAL" clId="{34B4DF21-539F-45F9-95AE-4FFBEED9CF96}" dt="2023-03-02T06:25:09.865" v="2455" actId="478"/>
          <ac:spMkLst>
            <pc:docMk/>
            <pc:sldMk cId="1682898621" sldId="313"/>
            <ac:spMk id="52" creationId="{E6B065D6-6052-27DA-541E-5A53289D1AD5}"/>
          </ac:spMkLst>
        </pc:spChg>
        <pc:spChg chg="add del mod">
          <ac:chgData name="Elhadeedy,Ahmed" userId="5fc97047-513a-4fe9-a4f6-d3ba89427879" providerId="ADAL" clId="{34B4DF21-539F-45F9-95AE-4FFBEED9CF96}" dt="2023-03-02T06:43:03.418" v="2602" actId="478"/>
          <ac:spMkLst>
            <pc:docMk/>
            <pc:sldMk cId="1682898621" sldId="313"/>
            <ac:spMk id="53" creationId="{37EAECBA-D0B0-F109-C75F-1B36BCBBD9D1}"/>
          </ac:spMkLst>
        </pc:spChg>
        <pc:spChg chg="add del mod">
          <ac:chgData name="Elhadeedy,Ahmed" userId="5fc97047-513a-4fe9-a4f6-d3ba89427879" providerId="ADAL" clId="{34B4DF21-539F-45F9-95AE-4FFBEED9CF96}" dt="2023-03-02T06:24:55.812" v="2447" actId="478"/>
          <ac:spMkLst>
            <pc:docMk/>
            <pc:sldMk cId="1682898621" sldId="313"/>
            <ac:spMk id="54" creationId="{9AD85439-8A26-BF4D-01F5-CB8C433643AF}"/>
          </ac:spMkLst>
        </pc:spChg>
        <pc:spChg chg="add del mod">
          <ac:chgData name="Elhadeedy,Ahmed" userId="5fc97047-513a-4fe9-a4f6-d3ba89427879" providerId="ADAL" clId="{34B4DF21-539F-45F9-95AE-4FFBEED9CF96}" dt="2023-03-02T06:46:11.775" v="2631" actId="478"/>
          <ac:spMkLst>
            <pc:docMk/>
            <pc:sldMk cId="1682898621" sldId="313"/>
            <ac:spMk id="55" creationId="{E680EC0A-E35D-B787-EE3C-4F9FDE788EE8}"/>
          </ac:spMkLst>
        </pc:spChg>
        <pc:spChg chg="add del mod">
          <ac:chgData name="Elhadeedy,Ahmed" userId="5fc97047-513a-4fe9-a4f6-d3ba89427879" providerId="ADAL" clId="{34B4DF21-539F-45F9-95AE-4FFBEED9CF96}" dt="2023-03-02T06:46:08.995" v="2630" actId="478"/>
          <ac:spMkLst>
            <pc:docMk/>
            <pc:sldMk cId="1682898621" sldId="313"/>
            <ac:spMk id="56" creationId="{C1B05EC3-041F-D9B2-04AF-DAAF67AE28FF}"/>
          </ac:spMkLst>
        </pc:spChg>
        <pc:spChg chg="add mod">
          <ac:chgData name="Elhadeedy,Ahmed" userId="5fc97047-513a-4fe9-a4f6-d3ba89427879" providerId="ADAL" clId="{34B4DF21-539F-45F9-95AE-4FFBEED9CF96}" dt="2023-03-02T06:46:56.295" v="2650" actId="1076"/>
          <ac:spMkLst>
            <pc:docMk/>
            <pc:sldMk cId="1682898621" sldId="313"/>
            <ac:spMk id="57" creationId="{6482B042-1809-5C4D-9992-DFF72ABED9D0}"/>
          </ac:spMkLst>
        </pc:spChg>
        <pc:spChg chg="add mod">
          <ac:chgData name="Elhadeedy,Ahmed" userId="5fc97047-513a-4fe9-a4f6-d3ba89427879" providerId="ADAL" clId="{34B4DF21-539F-45F9-95AE-4FFBEED9CF96}" dt="2023-03-02T06:47:08.587" v="2663" actId="14100"/>
          <ac:spMkLst>
            <pc:docMk/>
            <pc:sldMk cId="1682898621" sldId="313"/>
            <ac:spMk id="58" creationId="{84F5F944-1FFB-57DF-3F6F-2EC7D7A501B5}"/>
          </ac:spMkLst>
        </pc:spChg>
        <pc:spChg chg="add mod ord">
          <ac:chgData name="Elhadeedy,Ahmed" userId="5fc97047-513a-4fe9-a4f6-d3ba89427879" providerId="ADAL" clId="{34B4DF21-539F-45F9-95AE-4FFBEED9CF96}" dt="2023-03-02T07:36:56.932" v="3041" actId="166"/>
          <ac:spMkLst>
            <pc:docMk/>
            <pc:sldMk cId="1682898621" sldId="313"/>
            <ac:spMk id="59" creationId="{B318D09E-436A-8374-EDAE-438D8C94919B}"/>
          </ac:spMkLst>
        </pc:spChg>
        <pc:spChg chg="add mod">
          <ac:chgData name="Elhadeedy,Ahmed" userId="5fc97047-513a-4fe9-a4f6-d3ba89427879" providerId="ADAL" clId="{34B4DF21-539F-45F9-95AE-4FFBEED9CF96}" dt="2023-03-02T07:11:52.517" v="2887" actId="1037"/>
          <ac:spMkLst>
            <pc:docMk/>
            <pc:sldMk cId="1682898621" sldId="313"/>
            <ac:spMk id="61" creationId="{7B63F8E1-29D3-6499-1EEE-EFAF67299C1A}"/>
          </ac:spMkLst>
        </pc:spChg>
        <pc:grpChg chg="add mod">
          <ac:chgData name="Elhadeedy,Ahmed" userId="5fc97047-513a-4fe9-a4f6-d3ba89427879" providerId="ADAL" clId="{34B4DF21-539F-45F9-95AE-4FFBEED9CF96}" dt="2023-03-02T06:20:39.578" v="2368" actId="1076"/>
          <ac:grpSpMkLst>
            <pc:docMk/>
            <pc:sldMk cId="1682898621" sldId="313"/>
            <ac:grpSpMk id="49" creationId="{EAC3869D-3078-27E8-544E-F6E4229BF87A}"/>
          </ac:grpSpMkLst>
        </pc:grpChg>
        <pc:picChg chg="del">
          <ac:chgData name="Elhadeedy,Ahmed" userId="5fc97047-513a-4fe9-a4f6-d3ba89427879" providerId="ADAL" clId="{34B4DF21-539F-45F9-95AE-4FFBEED9CF96}" dt="2023-03-02T04:21:36.057" v="1604" actId="478"/>
          <ac:picMkLst>
            <pc:docMk/>
            <pc:sldMk cId="1682898621" sldId="313"/>
            <ac:picMk id="7" creationId="{0ED9722D-A077-87A8-0FE4-EC79AAD4D8A3}"/>
          </ac:picMkLst>
        </pc:picChg>
        <pc:picChg chg="add mod">
          <ac:chgData name="Elhadeedy,Ahmed" userId="5fc97047-513a-4fe9-a4f6-d3ba89427879" providerId="ADAL" clId="{34B4DF21-539F-45F9-95AE-4FFBEED9CF96}" dt="2023-03-02T05:58:03.559" v="2041" actId="1076"/>
          <ac:picMkLst>
            <pc:docMk/>
            <pc:sldMk cId="1682898621" sldId="313"/>
            <ac:picMk id="41" creationId="{6FC09EEB-797D-FE76-88A8-51A0543C940D}"/>
          </ac:picMkLst>
        </pc:picChg>
        <pc:picChg chg="add mod">
          <ac:chgData name="Elhadeedy,Ahmed" userId="5fc97047-513a-4fe9-a4f6-d3ba89427879" providerId="ADAL" clId="{34B4DF21-539F-45F9-95AE-4FFBEED9CF96}" dt="2023-03-02T05:58:14.833" v="2047" actId="1076"/>
          <ac:picMkLst>
            <pc:docMk/>
            <pc:sldMk cId="1682898621" sldId="313"/>
            <ac:picMk id="46" creationId="{7A8986DB-4CF5-5DED-69E4-E8EF38B216AC}"/>
          </ac:picMkLst>
        </pc:picChg>
        <pc:picChg chg="add mod">
          <ac:chgData name="Elhadeedy,Ahmed" userId="5fc97047-513a-4fe9-a4f6-d3ba89427879" providerId="ADAL" clId="{34B4DF21-539F-45F9-95AE-4FFBEED9CF96}" dt="2023-03-02T06:20:36.598" v="2367" actId="164"/>
          <ac:picMkLst>
            <pc:docMk/>
            <pc:sldMk cId="1682898621" sldId="313"/>
            <ac:picMk id="48" creationId="{A50AED86-CD89-44E2-FC80-31E63584EB2E}"/>
          </ac:picMkLst>
        </pc:picChg>
        <pc:picChg chg="mod">
          <ac:chgData name="Elhadeedy,Ahmed" userId="5fc97047-513a-4fe9-a4f6-d3ba89427879" providerId="ADAL" clId="{34B4DF21-539F-45F9-95AE-4FFBEED9CF96}" dt="2023-03-02T06:48:06.798" v="2665" actId="1076"/>
          <ac:picMkLst>
            <pc:docMk/>
            <pc:sldMk cId="1682898621" sldId="313"/>
            <ac:picMk id="1026" creationId="{8F5467E7-4379-71CC-D039-02471A2B0307}"/>
          </ac:picMkLst>
        </pc:picChg>
        <pc:picChg chg="del">
          <ac:chgData name="Elhadeedy,Ahmed" userId="5fc97047-513a-4fe9-a4f6-d3ba89427879" providerId="ADAL" clId="{34B4DF21-539F-45F9-95AE-4FFBEED9CF96}" dt="2023-03-02T04:21:41.790" v="1609" actId="478"/>
          <ac:picMkLst>
            <pc:docMk/>
            <pc:sldMk cId="1682898621" sldId="313"/>
            <ac:picMk id="3074" creationId="{1658FFE1-6B21-2C11-CD7E-143DF4160FD0}"/>
          </ac:picMkLst>
        </pc:picChg>
        <pc:picChg chg="del">
          <ac:chgData name="Elhadeedy,Ahmed" userId="5fc97047-513a-4fe9-a4f6-d3ba89427879" providerId="ADAL" clId="{34B4DF21-539F-45F9-95AE-4FFBEED9CF96}" dt="2023-03-02T04:21:32.911" v="1601" actId="478"/>
          <ac:picMkLst>
            <pc:docMk/>
            <pc:sldMk cId="1682898621" sldId="313"/>
            <ac:picMk id="3076" creationId="{A0E2BC86-0AE2-D029-D381-37DD7B4959BD}"/>
          </ac:picMkLst>
        </pc:picChg>
        <pc:cxnChg chg="add mod ord">
          <ac:chgData name="Elhadeedy,Ahmed" userId="5fc97047-513a-4fe9-a4f6-d3ba89427879" providerId="ADAL" clId="{34B4DF21-539F-45F9-95AE-4FFBEED9CF96}" dt="2023-03-02T07:37:14.715" v="3045" actId="166"/>
          <ac:cxnSpMkLst>
            <pc:docMk/>
            <pc:sldMk cId="1682898621" sldId="313"/>
            <ac:cxnSpMk id="4" creationId="{B3C96432-0B9E-6E15-4B80-A83BF1C85379}"/>
          </ac:cxnSpMkLst>
        </pc:cxnChg>
        <pc:cxnChg chg="add mod ord">
          <ac:chgData name="Elhadeedy,Ahmed" userId="5fc97047-513a-4fe9-a4f6-d3ba89427879" providerId="ADAL" clId="{34B4DF21-539F-45F9-95AE-4FFBEED9CF96}" dt="2023-03-02T07:36:51.663" v="3040" actId="14100"/>
          <ac:cxnSpMkLst>
            <pc:docMk/>
            <pc:sldMk cId="1682898621" sldId="313"/>
            <ac:cxnSpMk id="20" creationId="{A0108BA4-0CCC-DE52-1236-8CDB9F31EC21}"/>
          </ac:cxnSpMkLst>
        </pc:cxnChg>
        <pc:cxnChg chg="add del mod ord">
          <ac:chgData name="Elhadeedy,Ahmed" userId="5fc97047-513a-4fe9-a4f6-d3ba89427879" providerId="ADAL" clId="{34B4DF21-539F-45F9-95AE-4FFBEED9CF96}" dt="2023-03-02T07:37:04.163" v="3043" actId="478"/>
          <ac:cxnSpMkLst>
            <pc:docMk/>
            <pc:sldMk cId="1682898621" sldId="313"/>
            <ac:cxnSpMk id="60" creationId="{442EA049-A86B-4D49-2CF1-490D61E8FB8A}"/>
          </ac:cxnSpMkLst>
        </pc:cxnChg>
      </pc:sldChg>
      <pc:sldChg chg="addSp delSp modSp new del mod chgLayout">
        <pc:chgData name="Elhadeedy,Ahmed" userId="5fc97047-513a-4fe9-a4f6-d3ba89427879" providerId="ADAL" clId="{34B4DF21-539F-45F9-95AE-4FFBEED9CF96}" dt="2023-03-02T07:34:15.725" v="3010" actId="47"/>
        <pc:sldMkLst>
          <pc:docMk/>
          <pc:sldMk cId="3761992793" sldId="314"/>
        </pc:sldMkLst>
        <pc:spChg chg="add mod">
          <ac:chgData name="Elhadeedy,Ahmed" userId="5fc97047-513a-4fe9-a4f6-d3ba89427879" providerId="ADAL" clId="{34B4DF21-539F-45F9-95AE-4FFBEED9CF96}" dt="2023-03-02T07:15:22.957" v="2889" actId="21"/>
          <ac:spMkLst>
            <pc:docMk/>
            <pc:sldMk cId="3761992793" sldId="314"/>
            <ac:spMk id="2" creationId="{C50A2E5D-F043-8321-9F3B-49F92ACBC5A8}"/>
          </ac:spMkLst>
        </pc:spChg>
        <pc:spChg chg="add del mod">
          <ac:chgData name="Elhadeedy,Ahmed" userId="5fc97047-513a-4fe9-a4f6-d3ba89427879" providerId="ADAL" clId="{34B4DF21-539F-45F9-95AE-4FFBEED9CF96}" dt="2023-03-02T05:18:46.738" v="1716"/>
          <ac:spMkLst>
            <pc:docMk/>
            <pc:sldMk cId="3761992793" sldId="314"/>
            <ac:spMk id="3" creationId="{1DE7DEEA-13C8-CF4C-F69B-AFBD5FF026D2}"/>
          </ac:spMkLst>
        </pc:spChg>
        <pc:spChg chg="add del">
          <ac:chgData name="Elhadeedy,Ahmed" userId="5fc97047-513a-4fe9-a4f6-d3ba89427879" providerId="ADAL" clId="{34B4DF21-539F-45F9-95AE-4FFBEED9CF96}" dt="2023-03-02T06:19:34.984" v="2353" actId="22"/>
          <ac:spMkLst>
            <pc:docMk/>
            <pc:sldMk cId="3761992793" sldId="314"/>
            <ac:spMk id="5" creationId="{40810A71-F666-0379-00D1-D7B96C9397F8}"/>
          </ac:spMkLst>
        </pc:spChg>
        <pc:spChg chg="add del mod">
          <ac:chgData name="Elhadeedy,Ahmed" userId="5fc97047-513a-4fe9-a4f6-d3ba89427879" providerId="ADAL" clId="{34B4DF21-539F-45F9-95AE-4FFBEED9CF96}" dt="2023-03-02T07:34:13.838" v="3009" actId="21"/>
          <ac:spMkLst>
            <pc:docMk/>
            <pc:sldMk cId="3761992793" sldId="314"/>
            <ac:spMk id="6" creationId="{7B1AA61A-B0C7-D2F0-14DE-A4816A45446F}"/>
          </ac:spMkLst>
        </pc:spChg>
      </pc:sldChg>
      <pc:sldChg chg="addSp delSp modSp new mod">
        <pc:chgData name="Elhadeedy,Ahmed" userId="5fc97047-513a-4fe9-a4f6-d3ba89427879" providerId="ADAL" clId="{34B4DF21-539F-45F9-95AE-4FFBEED9CF96}" dt="2023-03-02T06:38:31.128" v="2555" actId="1076"/>
        <pc:sldMkLst>
          <pc:docMk/>
          <pc:sldMk cId="1276986707" sldId="315"/>
        </pc:sldMkLst>
        <pc:spChg chg="add mod">
          <ac:chgData name="Elhadeedy,Ahmed" userId="5fc97047-513a-4fe9-a4f6-d3ba89427879" providerId="ADAL" clId="{34B4DF21-539F-45F9-95AE-4FFBEED9CF96}" dt="2023-03-02T06:38:27.552" v="2554" actId="408"/>
          <ac:spMkLst>
            <pc:docMk/>
            <pc:sldMk cId="1276986707" sldId="315"/>
            <ac:spMk id="2" creationId="{9DB0C2E5-06A6-9A84-EFF2-87CB75DAA890}"/>
          </ac:spMkLst>
        </pc:spChg>
        <pc:picChg chg="add del mod ord">
          <ac:chgData name="Elhadeedy,Ahmed" userId="5fc97047-513a-4fe9-a4f6-d3ba89427879" providerId="ADAL" clId="{34B4DF21-539F-45F9-95AE-4FFBEED9CF96}" dt="2023-03-02T06:30:08.015" v="2465" actId="478"/>
          <ac:picMkLst>
            <pc:docMk/>
            <pc:sldMk cId="1276986707" sldId="315"/>
            <ac:picMk id="3" creationId="{973F2272-1EAD-46BC-1B74-90F2D9DEF47A}"/>
          </ac:picMkLst>
        </pc:picChg>
        <pc:picChg chg="add del mod">
          <ac:chgData name="Elhadeedy,Ahmed" userId="5fc97047-513a-4fe9-a4f6-d3ba89427879" providerId="ADAL" clId="{34B4DF21-539F-45F9-95AE-4FFBEED9CF96}" dt="2023-03-02T06:30:45.265" v="2473" actId="21"/>
          <ac:picMkLst>
            <pc:docMk/>
            <pc:sldMk cId="1276986707" sldId="315"/>
            <ac:picMk id="4" creationId="{F95599E2-023B-C81B-F079-83371D3D3E95}"/>
          </ac:picMkLst>
        </pc:picChg>
        <pc:picChg chg="add mod">
          <ac:chgData name="Elhadeedy,Ahmed" userId="5fc97047-513a-4fe9-a4f6-d3ba89427879" providerId="ADAL" clId="{34B4DF21-539F-45F9-95AE-4FFBEED9CF96}" dt="2023-03-02T06:38:31.128" v="2555" actId="1076"/>
          <ac:picMkLst>
            <pc:docMk/>
            <pc:sldMk cId="1276986707" sldId="315"/>
            <ac:picMk id="5" creationId="{5C6B2267-1EE8-B94E-21B7-6381A55D12E9}"/>
          </ac:picMkLst>
        </pc:picChg>
      </pc:sldChg>
      <pc:sldMasterChg chg="del delSldLayout">
        <pc:chgData name="Elhadeedy,Ahmed" userId="5fc97047-513a-4fe9-a4f6-d3ba89427879" providerId="ADAL" clId="{34B4DF21-539F-45F9-95AE-4FFBEED9CF96}" dt="2023-02-28T22:30:46.853" v="10" actId="47"/>
        <pc:sldMasterMkLst>
          <pc:docMk/>
          <pc:sldMasterMk cId="2034050614" sldId="2147483648"/>
        </pc:sldMasterMkLst>
        <pc:sldLayoutChg chg="del">
          <pc:chgData name="Elhadeedy,Ahmed" userId="5fc97047-513a-4fe9-a4f6-d3ba89427879" providerId="ADAL" clId="{34B4DF21-539F-45F9-95AE-4FFBEED9CF96}" dt="2023-02-28T22:30:46.853" v="10" actId="47"/>
          <pc:sldLayoutMkLst>
            <pc:docMk/>
            <pc:sldMasterMk cId="2034050614" sldId="2147483648"/>
            <pc:sldLayoutMk cId="488246756" sldId="2147483649"/>
          </pc:sldLayoutMkLst>
        </pc:sldLayoutChg>
        <pc:sldLayoutChg chg="del">
          <pc:chgData name="Elhadeedy,Ahmed" userId="5fc97047-513a-4fe9-a4f6-d3ba89427879" providerId="ADAL" clId="{34B4DF21-539F-45F9-95AE-4FFBEED9CF96}" dt="2023-02-28T22:30:46.853" v="10" actId="47"/>
          <pc:sldLayoutMkLst>
            <pc:docMk/>
            <pc:sldMasterMk cId="2034050614" sldId="2147483648"/>
            <pc:sldLayoutMk cId="1844488899" sldId="2147483650"/>
          </pc:sldLayoutMkLst>
        </pc:sldLayoutChg>
        <pc:sldLayoutChg chg="del">
          <pc:chgData name="Elhadeedy,Ahmed" userId="5fc97047-513a-4fe9-a4f6-d3ba89427879" providerId="ADAL" clId="{34B4DF21-539F-45F9-95AE-4FFBEED9CF96}" dt="2023-02-28T22:30:46.853" v="10" actId="47"/>
          <pc:sldLayoutMkLst>
            <pc:docMk/>
            <pc:sldMasterMk cId="2034050614" sldId="2147483648"/>
            <pc:sldLayoutMk cId="4130420259" sldId="2147483651"/>
          </pc:sldLayoutMkLst>
        </pc:sldLayoutChg>
        <pc:sldLayoutChg chg="del">
          <pc:chgData name="Elhadeedy,Ahmed" userId="5fc97047-513a-4fe9-a4f6-d3ba89427879" providerId="ADAL" clId="{34B4DF21-539F-45F9-95AE-4FFBEED9CF96}" dt="2023-02-28T22:30:46.853" v="10" actId="47"/>
          <pc:sldLayoutMkLst>
            <pc:docMk/>
            <pc:sldMasterMk cId="2034050614" sldId="2147483648"/>
            <pc:sldLayoutMk cId="4151868123" sldId="2147483652"/>
          </pc:sldLayoutMkLst>
        </pc:sldLayoutChg>
        <pc:sldLayoutChg chg="del">
          <pc:chgData name="Elhadeedy,Ahmed" userId="5fc97047-513a-4fe9-a4f6-d3ba89427879" providerId="ADAL" clId="{34B4DF21-539F-45F9-95AE-4FFBEED9CF96}" dt="2023-02-28T22:30:46.853" v="10" actId="47"/>
          <pc:sldLayoutMkLst>
            <pc:docMk/>
            <pc:sldMasterMk cId="2034050614" sldId="2147483648"/>
            <pc:sldLayoutMk cId="3693721923" sldId="2147483653"/>
          </pc:sldLayoutMkLst>
        </pc:sldLayoutChg>
        <pc:sldLayoutChg chg="del">
          <pc:chgData name="Elhadeedy,Ahmed" userId="5fc97047-513a-4fe9-a4f6-d3ba89427879" providerId="ADAL" clId="{34B4DF21-539F-45F9-95AE-4FFBEED9CF96}" dt="2023-02-28T22:30:46.853" v="10" actId="47"/>
          <pc:sldLayoutMkLst>
            <pc:docMk/>
            <pc:sldMasterMk cId="2034050614" sldId="2147483648"/>
            <pc:sldLayoutMk cId="3504124989" sldId="2147483654"/>
          </pc:sldLayoutMkLst>
        </pc:sldLayoutChg>
        <pc:sldLayoutChg chg="del">
          <pc:chgData name="Elhadeedy,Ahmed" userId="5fc97047-513a-4fe9-a4f6-d3ba89427879" providerId="ADAL" clId="{34B4DF21-539F-45F9-95AE-4FFBEED9CF96}" dt="2023-02-28T22:30:46.853" v="10" actId="47"/>
          <pc:sldLayoutMkLst>
            <pc:docMk/>
            <pc:sldMasterMk cId="2034050614" sldId="2147483648"/>
            <pc:sldLayoutMk cId="147245717" sldId="2147483655"/>
          </pc:sldLayoutMkLst>
        </pc:sldLayoutChg>
        <pc:sldLayoutChg chg="del">
          <pc:chgData name="Elhadeedy,Ahmed" userId="5fc97047-513a-4fe9-a4f6-d3ba89427879" providerId="ADAL" clId="{34B4DF21-539F-45F9-95AE-4FFBEED9CF96}" dt="2023-02-28T22:30:46.853" v="10" actId="47"/>
          <pc:sldLayoutMkLst>
            <pc:docMk/>
            <pc:sldMasterMk cId="2034050614" sldId="2147483648"/>
            <pc:sldLayoutMk cId="3847900689" sldId="2147483656"/>
          </pc:sldLayoutMkLst>
        </pc:sldLayoutChg>
        <pc:sldLayoutChg chg="del">
          <pc:chgData name="Elhadeedy,Ahmed" userId="5fc97047-513a-4fe9-a4f6-d3ba89427879" providerId="ADAL" clId="{34B4DF21-539F-45F9-95AE-4FFBEED9CF96}" dt="2023-02-28T22:30:46.853" v="10" actId="47"/>
          <pc:sldLayoutMkLst>
            <pc:docMk/>
            <pc:sldMasterMk cId="2034050614" sldId="2147483648"/>
            <pc:sldLayoutMk cId="2220776032" sldId="2147483657"/>
          </pc:sldLayoutMkLst>
        </pc:sldLayoutChg>
        <pc:sldLayoutChg chg="del">
          <pc:chgData name="Elhadeedy,Ahmed" userId="5fc97047-513a-4fe9-a4f6-d3ba89427879" providerId="ADAL" clId="{34B4DF21-539F-45F9-95AE-4FFBEED9CF96}" dt="2023-02-28T22:30:46.853" v="10" actId="47"/>
          <pc:sldLayoutMkLst>
            <pc:docMk/>
            <pc:sldMasterMk cId="2034050614" sldId="2147483648"/>
            <pc:sldLayoutMk cId="4018603243" sldId="2147483658"/>
          </pc:sldLayoutMkLst>
        </pc:sldLayoutChg>
        <pc:sldLayoutChg chg="del">
          <pc:chgData name="Elhadeedy,Ahmed" userId="5fc97047-513a-4fe9-a4f6-d3ba89427879" providerId="ADAL" clId="{34B4DF21-539F-45F9-95AE-4FFBEED9CF96}" dt="2023-02-28T22:30:46.853" v="10" actId="47"/>
          <pc:sldLayoutMkLst>
            <pc:docMk/>
            <pc:sldMasterMk cId="2034050614" sldId="2147483648"/>
            <pc:sldLayoutMk cId="999299295" sldId="2147483659"/>
          </pc:sldLayoutMkLst>
        </pc:sldLayoutChg>
      </pc:sldMasterChg>
      <pc:sldMasterChg chg="del delSldLayout">
        <pc:chgData name="Elhadeedy,Ahmed" userId="5fc97047-513a-4fe9-a4f6-d3ba89427879" providerId="ADAL" clId="{34B4DF21-539F-45F9-95AE-4FFBEED9CF96}" dt="2023-03-01T22:43:50.747" v="215" actId="700"/>
        <pc:sldMasterMkLst>
          <pc:docMk/>
          <pc:sldMasterMk cId="1671561511" sldId="2147483660"/>
        </pc:sldMasterMkLst>
        <pc:sldLayoutChg chg="del">
          <pc:chgData name="Elhadeedy,Ahmed" userId="5fc97047-513a-4fe9-a4f6-d3ba89427879" providerId="ADAL" clId="{34B4DF21-539F-45F9-95AE-4FFBEED9CF96}" dt="2023-02-28T22:45:43.606" v="13" actId="2696"/>
          <pc:sldLayoutMkLst>
            <pc:docMk/>
            <pc:sldMasterMk cId="1671561511" sldId="2147483660"/>
            <pc:sldLayoutMk cId="904125198" sldId="2147483661"/>
          </pc:sldLayoutMkLst>
        </pc:sldLayoutChg>
        <pc:sldLayoutChg chg="del">
          <pc:chgData name="Elhadeedy,Ahmed" userId="5fc97047-513a-4fe9-a4f6-d3ba89427879" providerId="ADAL" clId="{34B4DF21-539F-45F9-95AE-4FFBEED9CF96}" dt="2023-02-28T22:45:47.272" v="14" actId="2696"/>
          <pc:sldLayoutMkLst>
            <pc:docMk/>
            <pc:sldMasterMk cId="1671561511" sldId="2147483660"/>
            <pc:sldLayoutMk cId="2838990579" sldId="2147483662"/>
          </pc:sldLayoutMkLst>
        </pc:sldLayoutChg>
        <pc:sldLayoutChg chg="del">
          <pc:chgData name="Elhadeedy,Ahmed" userId="5fc97047-513a-4fe9-a4f6-d3ba89427879" providerId="ADAL" clId="{34B4DF21-539F-45F9-95AE-4FFBEED9CF96}" dt="2023-03-01T22:43:50.747" v="215" actId="700"/>
          <pc:sldLayoutMkLst>
            <pc:docMk/>
            <pc:sldMasterMk cId="1671561511" sldId="2147483660"/>
            <pc:sldLayoutMk cId="2163604451" sldId="2147483663"/>
          </pc:sldLayoutMkLst>
        </pc:sldLayoutChg>
        <pc:sldLayoutChg chg="del">
          <pc:chgData name="Elhadeedy,Ahmed" userId="5fc97047-513a-4fe9-a4f6-d3ba89427879" providerId="ADAL" clId="{34B4DF21-539F-45F9-95AE-4FFBEED9CF96}" dt="2023-03-01T22:43:50.747" v="215" actId="700"/>
          <pc:sldLayoutMkLst>
            <pc:docMk/>
            <pc:sldMasterMk cId="1671561511" sldId="2147483660"/>
            <pc:sldLayoutMk cId="3985083479" sldId="2147483664"/>
          </pc:sldLayoutMkLst>
        </pc:sldLayoutChg>
        <pc:sldLayoutChg chg="del">
          <pc:chgData name="Elhadeedy,Ahmed" userId="5fc97047-513a-4fe9-a4f6-d3ba89427879" providerId="ADAL" clId="{34B4DF21-539F-45F9-95AE-4FFBEED9CF96}" dt="2023-03-01T22:43:50.747" v="215" actId="700"/>
          <pc:sldLayoutMkLst>
            <pc:docMk/>
            <pc:sldMasterMk cId="1671561511" sldId="2147483660"/>
            <pc:sldLayoutMk cId="2379385808" sldId="2147483665"/>
          </pc:sldLayoutMkLst>
        </pc:sldLayoutChg>
        <pc:sldLayoutChg chg="del">
          <pc:chgData name="Elhadeedy,Ahmed" userId="5fc97047-513a-4fe9-a4f6-d3ba89427879" providerId="ADAL" clId="{34B4DF21-539F-45F9-95AE-4FFBEED9CF96}" dt="2023-03-01T22:43:50.747" v="215" actId="700"/>
          <pc:sldLayoutMkLst>
            <pc:docMk/>
            <pc:sldMasterMk cId="1671561511" sldId="2147483660"/>
            <pc:sldLayoutMk cId="3515085556" sldId="2147483666"/>
          </pc:sldLayoutMkLst>
        </pc:sldLayoutChg>
        <pc:sldLayoutChg chg="del">
          <pc:chgData name="Elhadeedy,Ahmed" userId="5fc97047-513a-4fe9-a4f6-d3ba89427879" providerId="ADAL" clId="{34B4DF21-539F-45F9-95AE-4FFBEED9CF96}" dt="2023-03-01T22:43:50.747" v="215" actId="700"/>
          <pc:sldLayoutMkLst>
            <pc:docMk/>
            <pc:sldMasterMk cId="1671561511" sldId="2147483660"/>
            <pc:sldLayoutMk cId="1337335662" sldId="2147483667"/>
          </pc:sldLayoutMkLst>
        </pc:sldLayoutChg>
        <pc:sldLayoutChg chg="del">
          <pc:chgData name="Elhadeedy,Ahmed" userId="5fc97047-513a-4fe9-a4f6-d3ba89427879" providerId="ADAL" clId="{34B4DF21-539F-45F9-95AE-4FFBEED9CF96}" dt="2023-03-01T22:43:50.747" v="215" actId="700"/>
          <pc:sldLayoutMkLst>
            <pc:docMk/>
            <pc:sldMasterMk cId="1671561511" sldId="2147483660"/>
            <pc:sldLayoutMk cId="1023951161" sldId="2147483668"/>
          </pc:sldLayoutMkLst>
        </pc:sldLayoutChg>
        <pc:sldLayoutChg chg="del">
          <pc:chgData name="Elhadeedy,Ahmed" userId="5fc97047-513a-4fe9-a4f6-d3ba89427879" providerId="ADAL" clId="{34B4DF21-539F-45F9-95AE-4FFBEED9CF96}" dt="2023-03-01T22:43:50.747" v="215" actId="700"/>
          <pc:sldLayoutMkLst>
            <pc:docMk/>
            <pc:sldMasterMk cId="1671561511" sldId="2147483660"/>
            <pc:sldLayoutMk cId="2863423394" sldId="2147483669"/>
          </pc:sldLayoutMkLst>
        </pc:sldLayoutChg>
        <pc:sldLayoutChg chg="del">
          <pc:chgData name="Elhadeedy,Ahmed" userId="5fc97047-513a-4fe9-a4f6-d3ba89427879" providerId="ADAL" clId="{34B4DF21-539F-45F9-95AE-4FFBEED9CF96}" dt="2023-03-01T22:43:50.747" v="215" actId="700"/>
          <pc:sldLayoutMkLst>
            <pc:docMk/>
            <pc:sldMasterMk cId="1671561511" sldId="2147483660"/>
            <pc:sldLayoutMk cId="379933799" sldId="2147483670"/>
          </pc:sldLayoutMkLst>
        </pc:sldLayoutChg>
        <pc:sldLayoutChg chg="del">
          <pc:chgData name="Elhadeedy,Ahmed" userId="5fc97047-513a-4fe9-a4f6-d3ba89427879" providerId="ADAL" clId="{34B4DF21-539F-45F9-95AE-4FFBEED9CF96}" dt="2023-03-01T22:43:50.747" v="215" actId="700"/>
          <pc:sldLayoutMkLst>
            <pc:docMk/>
            <pc:sldMasterMk cId="1671561511" sldId="2147483660"/>
            <pc:sldLayoutMk cId="514744799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50AA1-2354-4094-B3B3-758960F02A1F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27945-4194-4AC2-B462-1E8B9FC7E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6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en Dots CS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16" r="52955" b="10580"/>
          <a:stretch/>
        </p:blipFill>
        <p:spPr>
          <a:xfrm>
            <a:off x="6896599" y="1"/>
            <a:ext cx="5295402" cy="6858000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54184" y="2378437"/>
            <a:ext cx="11083635" cy="1814086"/>
          </a:xfrm>
        </p:spPr>
        <p:txBody>
          <a:bodyPr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94">
                <a:solidFill>
                  <a:schemeClr val="bg1"/>
                </a:solidFill>
                <a:latin typeface="+mj-lt"/>
              </a:defRPr>
            </a:lvl1pPr>
            <a:lvl2pPr marL="617339" indent="0">
              <a:buNone/>
              <a:defRPr sz="4849">
                <a:solidFill>
                  <a:schemeClr val="bg1"/>
                </a:solidFill>
                <a:latin typeface="+mj-lt"/>
              </a:defRPr>
            </a:lvl2pPr>
            <a:lvl3pPr marL="1234683" indent="0">
              <a:buNone/>
              <a:defRPr sz="4849">
                <a:solidFill>
                  <a:schemeClr val="bg1"/>
                </a:solidFill>
                <a:latin typeface="+mj-lt"/>
              </a:defRPr>
            </a:lvl3pPr>
            <a:lvl4pPr marL="1852023" indent="0">
              <a:buNone/>
              <a:defRPr sz="4849">
                <a:solidFill>
                  <a:schemeClr val="bg1"/>
                </a:solidFill>
                <a:latin typeface="+mj-lt"/>
              </a:defRPr>
            </a:lvl4pPr>
            <a:lvl5pPr marL="2469366" indent="0">
              <a:buNone/>
              <a:defRPr sz="4849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Title of Presentation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554183" y="4737628"/>
            <a:ext cx="11083634" cy="421526"/>
          </a:xfrm>
        </p:spPr>
        <p:txBody>
          <a:bodyPr>
            <a:spAutoFit/>
          </a:bodyPr>
          <a:lstStyle>
            <a:lvl1pPr marL="0" indent="0">
              <a:buNone/>
              <a:defRPr sz="1412">
                <a:solidFill>
                  <a:schemeClr val="bg1"/>
                </a:solidFill>
              </a:defRPr>
            </a:lvl1pPr>
            <a:lvl2pPr marL="617339" indent="0">
              <a:buNone/>
              <a:defRPr/>
            </a:lvl2pPr>
            <a:lvl3pPr marL="1234683" indent="0">
              <a:buNone/>
              <a:defRPr/>
            </a:lvl3pPr>
            <a:lvl4pPr marL="1852023" indent="0">
              <a:buNone/>
              <a:defRPr/>
            </a:lvl4pPr>
            <a:lvl5pPr marL="2469366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 or date goes here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643538" y="4519612"/>
            <a:ext cx="8039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660" y="5941737"/>
            <a:ext cx="3106271" cy="69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19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en Dots Unit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16" r="52955" b="10580"/>
          <a:stretch/>
        </p:blipFill>
        <p:spPr>
          <a:xfrm>
            <a:off x="6896599" y="1"/>
            <a:ext cx="5295402" cy="6858000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54184" y="2378437"/>
            <a:ext cx="11083635" cy="1814086"/>
          </a:xfrm>
        </p:spPr>
        <p:txBody>
          <a:bodyPr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94">
                <a:solidFill>
                  <a:schemeClr val="bg1"/>
                </a:solidFill>
                <a:latin typeface="+mj-lt"/>
              </a:defRPr>
            </a:lvl1pPr>
            <a:lvl2pPr marL="617339" indent="0">
              <a:buNone/>
              <a:defRPr sz="4849">
                <a:solidFill>
                  <a:schemeClr val="bg1"/>
                </a:solidFill>
                <a:latin typeface="+mj-lt"/>
              </a:defRPr>
            </a:lvl2pPr>
            <a:lvl3pPr marL="1234683" indent="0">
              <a:buNone/>
              <a:defRPr sz="4849">
                <a:solidFill>
                  <a:schemeClr val="bg1"/>
                </a:solidFill>
                <a:latin typeface="+mj-lt"/>
              </a:defRPr>
            </a:lvl3pPr>
            <a:lvl4pPr marL="1852023" indent="0">
              <a:buNone/>
              <a:defRPr sz="4849">
                <a:solidFill>
                  <a:schemeClr val="bg1"/>
                </a:solidFill>
                <a:latin typeface="+mj-lt"/>
              </a:defRPr>
            </a:lvl4pPr>
            <a:lvl5pPr marL="2469366" indent="0">
              <a:buNone/>
              <a:defRPr sz="4849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Title of Presentation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554183" y="4737628"/>
            <a:ext cx="11083634" cy="421526"/>
          </a:xfrm>
        </p:spPr>
        <p:txBody>
          <a:bodyPr>
            <a:spAutoFit/>
          </a:bodyPr>
          <a:lstStyle>
            <a:lvl1pPr marL="0" indent="0">
              <a:buNone/>
              <a:defRPr sz="1412">
                <a:solidFill>
                  <a:schemeClr val="bg1"/>
                </a:solidFill>
              </a:defRPr>
            </a:lvl1pPr>
            <a:lvl2pPr marL="617339" indent="0">
              <a:buNone/>
              <a:defRPr/>
            </a:lvl2pPr>
            <a:lvl3pPr marL="1234683" indent="0">
              <a:buNone/>
              <a:defRPr/>
            </a:lvl3pPr>
            <a:lvl4pPr marL="1852023" indent="0">
              <a:buNone/>
              <a:defRPr/>
            </a:lvl4pPr>
            <a:lvl5pPr marL="2469366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 or date goes here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643538" y="4519612"/>
            <a:ext cx="8039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811778" y="6061352"/>
            <a:ext cx="2826038" cy="451821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12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Unit Identifier here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542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en Ram CS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hq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710" r="30639" b="6933"/>
          <a:stretch/>
        </p:blipFill>
        <p:spPr>
          <a:xfrm>
            <a:off x="6121337" y="-1"/>
            <a:ext cx="6070663" cy="6858001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54184" y="2378437"/>
            <a:ext cx="11083635" cy="1814086"/>
          </a:xfrm>
        </p:spPr>
        <p:txBody>
          <a:bodyPr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94">
                <a:solidFill>
                  <a:schemeClr val="bg1"/>
                </a:solidFill>
                <a:latin typeface="+mj-lt"/>
              </a:defRPr>
            </a:lvl1pPr>
            <a:lvl2pPr marL="617339" indent="0">
              <a:buNone/>
              <a:defRPr sz="4849">
                <a:solidFill>
                  <a:schemeClr val="bg1"/>
                </a:solidFill>
                <a:latin typeface="+mj-lt"/>
              </a:defRPr>
            </a:lvl2pPr>
            <a:lvl3pPr marL="1234683" indent="0">
              <a:buNone/>
              <a:defRPr sz="4849">
                <a:solidFill>
                  <a:schemeClr val="bg1"/>
                </a:solidFill>
                <a:latin typeface="+mj-lt"/>
              </a:defRPr>
            </a:lvl3pPr>
            <a:lvl4pPr marL="1852023" indent="0">
              <a:buNone/>
              <a:defRPr sz="4849">
                <a:solidFill>
                  <a:schemeClr val="bg1"/>
                </a:solidFill>
                <a:latin typeface="+mj-lt"/>
              </a:defRPr>
            </a:lvl4pPr>
            <a:lvl5pPr marL="2469366" indent="0">
              <a:buNone/>
              <a:defRPr sz="4849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Title of Presentation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554183" y="4737628"/>
            <a:ext cx="11083634" cy="421526"/>
          </a:xfrm>
        </p:spPr>
        <p:txBody>
          <a:bodyPr>
            <a:spAutoFit/>
          </a:bodyPr>
          <a:lstStyle>
            <a:lvl1pPr marL="0" indent="0">
              <a:buNone/>
              <a:defRPr sz="1412">
                <a:solidFill>
                  <a:schemeClr val="bg1"/>
                </a:solidFill>
              </a:defRPr>
            </a:lvl1pPr>
            <a:lvl2pPr marL="617339" indent="0">
              <a:buNone/>
              <a:defRPr/>
            </a:lvl2pPr>
            <a:lvl3pPr marL="1234683" indent="0">
              <a:buNone/>
              <a:defRPr/>
            </a:lvl3pPr>
            <a:lvl4pPr marL="1852023" indent="0">
              <a:buNone/>
              <a:defRPr/>
            </a:lvl4pPr>
            <a:lvl5pPr marL="2469366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 or date goes here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643538" y="4519612"/>
            <a:ext cx="8039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660" y="5941737"/>
            <a:ext cx="3106271" cy="69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7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en Ram Unit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hq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710" r="30639" b="6933"/>
          <a:stretch/>
        </p:blipFill>
        <p:spPr>
          <a:xfrm>
            <a:off x="6121337" y="-1"/>
            <a:ext cx="6070663" cy="6858001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54184" y="2378437"/>
            <a:ext cx="11083635" cy="1814086"/>
          </a:xfrm>
        </p:spPr>
        <p:txBody>
          <a:bodyPr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94">
                <a:solidFill>
                  <a:schemeClr val="bg1"/>
                </a:solidFill>
                <a:latin typeface="+mj-lt"/>
              </a:defRPr>
            </a:lvl1pPr>
            <a:lvl2pPr marL="617339" indent="0">
              <a:buNone/>
              <a:defRPr sz="4849">
                <a:solidFill>
                  <a:schemeClr val="bg1"/>
                </a:solidFill>
                <a:latin typeface="+mj-lt"/>
              </a:defRPr>
            </a:lvl2pPr>
            <a:lvl3pPr marL="1234683" indent="0">
              <a:buNone/>
              <a:defRPr sz="4849">
                <a:solidFill>
                  <a:schemeClr val="bg1"/>
                </a:solidFill>
                <a:latin typeface="+mj-lt"/>
              </a:defRPr>
            </a:lvl3pPr>
            <a:lvl4pPr marL="1852023" indent="0">
              <a:buNone/>
              <a:defRPr sz="4849">
                <a:solidFill>
                  <a:schemeClr val="bg1"/>
                </a:solidFill>
                <a:latin typeface="+mj-lt"/>
              </a:defRPr>
            </a:lvl4pPr>
            <a:lvl5pPr marL="2469366" indent="0">
              <a:buNone/>
              <a:defRPr sz="4849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Title of Presentation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554183" y="4737628"/>
            <a:ext cx="11083634" cy="421526"/>
          </a:xfrm>
        </p:spPr>
        <p:txBody>
          <a:bodyPr>
            <a:spAutoFit/>
          </a:bodyPr>
          <a:lstStyle>
            <a:lvl1pPr marL="0" indent="0">
              <a:buNone/>
              <a:defRPr sz="1412">
                <a:solidFill>
                  <a:schemeClr val="bg1"/>
                </a:solidFill>
              </a:defRPr>
            </a:lvl1pPr>
            <a:lvl2pPr marL="617339" indent="0">
              <a:buNone/>
              <a:defRPr/>
            </a:lvl2pPr>
            <a:lvl3pPr marL="1234683" indent="0">
              <a:buNone/>
              <a:defRPr/>
            </a:lvl3pPr>
            <a:lvl4pPr marL="1852023" indent="0">
              <a:buNone/>
              <a:defRPr/>
            </a:lvl4pPr>
            <a:lvl5pPr marL="2469366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 or date goes here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643538" y="4519612"/>
            <a:ext cx="8039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811778" y="6061352"/>
            <a:ext cx="2826038" cy="451821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12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Unit Identifier here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873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C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-1190463" y="1090706"/>
            <a:ext cx="184731" cy="465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24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-1847272" y="-418353"/>
            <a:ext cx="184731" cy="465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24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29371" y="-702236"/>
            <a:ext cx="184731" cy="465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24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54184" y="2378437"/>
            <a:ext cx="11083635" cy="1814086"/>
          </a:xfrm>
        </p:spPr>
        <p:txBody>
          <a:bodyPr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94">
                <a:solidFill>
                  <a:schemeClr val="tx2"/>
                </a:solidFill>
                <a:latin typeface="+mj-lt"/>
              </a:defRPr>
            </a:lvl1pPr>
            <a:lvl2pPr marL="617339" indent="0">
              <a:buNone/>
              <a:defRPr sz="4849">
                <a:solidFill>
                  <a:schemeClr val="bg1"/>
                </a:solidFill>
                <a:latin typeface="+mj-lt"/>
              </a:defRPr>
            </a:lvl2pPr>
            <a:lvl3pPr marL="1234683" indent="0">
              <a:buNone/>
              <a:defRPr sz="4849">
                <a:solidFill>
                  <a:schemeClr val="bg1"/>
                </a:solidFill>
                <a:latin typeface="+mj-lt"/>
              </a:defRPr>
            </a:lvl3pPr>
            <a:lvl4pPr marL="1852023" indent="0">
              <a:buNone/>
              <a:defRPr sz="4849">
                <a:solidFill>
                  <a:schemeClr val="bg1"/>
                </a:solidFill>
                <a:latin typeface="+mj-lt"/>
              </a:defRPr>
            </a:lvl4pPr>
            <a:lvl5pPr marL="2469366" indent="0">
              <a:buNone/>
              <a:defRPr sz="4849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Title of Presentation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54183" y="4737628"/>
            <a:ext cx="11083634" cy="423645"/>
          </a:xfrm>
        </p:spPr>
        <p:txBody>
          <a:bodyPr>
            <a:spAutoFit/>
          </a:bodyPr>
          <a:lstStyle>
            <a:lvl1pPr marL="0" indent="0">
              <a:buNone/>
              <a:defRPr sz="1412">
                <a:solidFill>
                  <a:schemeClr val="tx2"/>
                </a:solidFill>
              </a:defRPr>
            </a:lvl1pPr>
            <a:lvl2pPr marL="617339" indent="0">
              <a:buNone/>
              <a:defRPr/>
            </a:lvl2pPr>
            <a:lvl3pPr marL="1234683" indent="0">
              <a:buNone/>
              <a:defRPr/>
            </a:lvl3pPr>
            <a:lvl4pPr marL="1852023" indent="0">
              <a:buNone/>
              <a:defRPr/>
            </a:lvl4pPr>
            <a:lvl5pPr marL="2469366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 or date goes here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643538" y="4519612"/>
            <a:ext cx="8039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660" y="5941738"/>
            <a:ext cx="3106271" cy="69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2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Unit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-1190463" y="1090706"/>
            <a:ext cx="184731" cy="465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24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-1847272" y="-418353"/>
            <a:ext cx="184731" cy="465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24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29371" y="-702236"/>
            <a:ext cx="184731" cy="465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24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54184" y="2378437"/>
            <a:ext cx="11083635" cy="1814086"/>
          </a:xfrm>
        </p:spPr>
        <p:txBody>
          <a:bodyPr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94">
                <a:solidFill>
                  <a:schemeClr val="tx2"/>
                </a:solidFill>
                <a:latin typeface="+mj-lt"/>
              </a:defRPr>
            </a:lvl1pPr>
            <a:lvl2pPr marL="617339" indent="0">
              <a:buNone/>
              <a:defRPr sz="4849">
                <a:solidFill>
                  <a:schemeClr val="bg1"/>
                </a:solidFill>
                <a:latin typeface="+mj-lt"/>
              </a:defRPr>
            </a:lvl2pPr>
            <a:lvl3pPr marL="1234683" indent="0">
              <a:buNone/>
              <a:defRPr sz="4849">
                <a:solidFill>
                  <a:schemeClr val="bg1"/>
                </a:solidFill>
                <a:latin typeface="+mj-lt"/>
              </a:defRPr>
            </a:lvl3pPr>
            <a:lvl4pPr marL="1852023" indent="0">
              <a:buNone/>
              <a:defRPr sz="4849">
                <a:solidFill>
                  <a:schemeClr val="bg1"/>
                </a:solidFill>
                <a:latin typeface="+mj-lt"/>
              </a:defRPr>
            </a:lvl4pPr>
            <a:lvl5pPr marL="2469366" indent="0">
              <a:buNone/>
              <a:defRPr sz="4849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Title of Presentation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54183" y="4737628"/>
            <a:ext cx="11083634" cy="423645"/>
          </a:xfrm>
        </p:spPr>
        <p:txBody>
          <a:bodyPr>
            <a:spAutoFit/>
          </a:bodyPr>
          <a:lstStyle>
            <a:lvl1pPr marL="0" indent="0">
              <a:buNone/>
              <a:defRPr sz="1412">
                <a:solidFill>
                  <a:schemeClr val="tx2"/>
                </a:solidFill>
              </a:defRPr>
            </a:lvl1pPr>
            <a:lvl2pPr marL="617339" indent="0">
              <a:buNone/>
              <a:defRPr/>
            </a:lvl2pPr>
            <a:lvl3pPr marL="1234683" indent="0">
              <a:buNone/>
              <a:defRPr/>
            </a:lvl3pPr>
            <a:lvl4pPr marL="1852023" indent="0">
              <a:buNone/>
              <a:defRPr/>
            </a:lvl4pPr>
            <a:lvl5pPr marL="2469366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name or date goes here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643538" y="4519612"/>
            <a:ext cx="8039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811778" y="6061352"/>
            <a:ext cx="2826038" cy="451821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12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Unit Identifier here (.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1206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54184" y="776988"/>
            <a:ext cx="11083635" cy="917944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/>
          </p:nvPr>
        </p:nvSpPr>
        <p:spPr>
          <a:xfrm>
            <a:off x="554184" y="2195191"/>
            <a:ext cx="11083635" cy="1778428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0" y="6505015"/>
            <a:ext cx="12192000" cy="352987"/>
            <a:chOff x="0" y="7372350"/>
            <a:chExt cx="13817600" cy="400052"/>
          </a:xfrm>
        </p:grpSpPr>
        <p:sp>
          <p:nvSpPr>
            <p:cNvPr id="2" name="Rectangle 1"/>
            <p:cNvSpPr/>
            <p:nvPr userDrawn="1"/>
          </p:nvSpPr>
          <p:spPr>
            <a:xfrm>
              <a:off x="0" y="7372350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88"/>
            </a:p>
          </p:txBody>
        </p:sp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1"/>
              <a:ext cx="1788557" cy="40005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 userDrawn="1"/>
          </p:nvSpPr>
          <p:spPr>
            <a:xfrm>
              <a:off x="0" y="7372351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88"/>
            </a:p>
          </p:txBody>
        </p:sp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2"/>
              <a:ext cx="1788557" cy="40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1188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554184" y="776988"/>
            <a:ext cx="11083635" cy="917944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/>
          <a:p>
            <a:r>
              <a:rPr lang="en-US" dirty="0"/>
              <a:t>Headline Copy Goes Here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05015"/>
            <a:ext cx="12192000" cy="352987"/>
            <a:chOff x="0" y="7372350"/>
            <a:chExt cx="13817600" cy="400052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7372350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88"/>
            </a:p>
          </p:txBody>
        </p:sp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1"/>
              <a:ext cx="1788557" cy="40005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 userDrawn="1"/>
          </p:nvSpPr>
          <p:spPr>
            <a:xfrm>
              <a:off x="0" y="7372351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88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2"/>
              <a:ext cx="1788557" cy="40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23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Gre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039996" y="2448265"/>
            <a:ext cx="8597823" cy="91794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 Goes Here</a:t>
            </a:r>
          </a:p>
        </p:txBody>
      </p:sp>
      <p:sp>
        <p:nvSpPr>
          <p:cNvPr id="7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3039996" y="3866468"/>
            <a:ext cx="8597823" cy="456234"/>
          </a:xfrm>
        </p:spPr>
        <p:txBody>
          <a:bodyPr wrap="square">
            <a:spAutoFit/>
          </a:bodyPr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subhead goes here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31" t="28562" b="11534"/>
          <a:stretch/>
        </p:blipFill>
        <p:spPr>
          <a:xfrm>
            <a:off x="0" y="0"/>
            <a:ext cx="2270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43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039996" y="2448265"/>
            <a:ext cx="8597823" cy="91794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/>
          <a:p>
            <a:r>
              <a:rPr lang="en-US" dirty="0"/>
              <a:t>Section Header Goes Here</a:t>
            </a:r>
          </a:p>
        </p:txBody>
      </p:sp>
      <p:sp>
        <p:nvSpPr>
          <p:cNvPr id="4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3039996" y="3866468"/>
            <a:ext cx="8597823" cy="450957"/>
          </a:xfrm>
        </p:spPr>
        <p:txBody>
          <a:bodyPr wrap="square">
            <a:spAutoFit/>
          </a:bodyPr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Section subhead goes here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31" t="28562" b="11534"/>
          <a:stretch/>
        </p:blipFill>
        <p:spPr>
          <a:xfrm>
            <a:off x="0" y="1"/>
            <a:ext cx="2270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1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797089" y="2457396"/>
            <a:ext cx="8597823" cy="917944"/>
          </a:xfrm>
          <a:prstGeom prst="rect">
            <a:avLst/>
          </a:prstGeom>
        </p:spPr>
        <p:txBody>
          <a:bodyPr vert="horz" wrap="square" lIns="91440" tIns="91440" rIns="91440" bIns="91440" rtlCol="0" anchor="ctr" anchorCtr="0">
            <a:sp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“Quote </a:t>
            </a:r>
            <a:r>
              <a:rPr lang="en-US"/>
              <a:t>Goes Here.”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" t="28562" r="1" b="57447"/>
          <a:stretch/>
        </p:blipFill>
        <p:spPr>
          <a:xfrm>
            <a:off x="217843" y="5324895"/>
            <a:ext cx="11707009" cy="166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86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655544" y="2407829"/>
            <a:ext cx="3180577" cy="553998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2118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Text Goes Here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5997131"/>
            <a:ext cx="12192000" cy="544538"/>
            <a:chOff x="0" y="6739600"/>
            <a:chExt cx="13817600" cy="617143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6778192"/>
              <a:ext cx="6449921" cy="539962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 userDrawn="1"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7367679" y="6778192"/>
              <a:ext cx="6449921" cy="539962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0229" y="6739600"/>
              <a:ext cx="617143" cy="617143"/>
            </a:xfrm>
            <a:prstGeom prst="rect">
              <a:avLst/>
            </a:prstGeom>
          </p:spPr>
        </p:pic>
      </p:grpSp>
      <p:sp>
        <p:nvSpPr>
          <p:cNvPr id="14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4505712" y="2407829"/>
            <a:ext cx="3180577" cy="553998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2118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Text Goes Here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2" hasCustomPrompt="1"/>
          </p:nvPr>
        </p:nvSpPr>
        <p:spPr>
          <a:xfrm>
            <a:off x="8355879" y="2407829"/>
            <a:ext cx="3180577" cy="553998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2118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42343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8068235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to insert photo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068235" y="0"/>
            <a:ext cx="412376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435788" y="2495589"/>
            <a:ext cx="3388659" cy="483085"/>
          </a:xfrm>
          <a:prstGeom prst="rect">
            <a:avLst/>
          </a:prstGeom>
        </p:spPr>
        <p:txBody>
          <a:bodyPr vert="horz" wrap="square" lIns="101858" tIns="50929" rIns="101858" bIns="50929" rtlCol="0" anchor="b" anchorCtr="0">
            <a:spAutoFit/>
          </a:bodyPr>
          <a:lstStyle>
            <a:lvl1pPr algn="ctr">
              <a:defRPr sz="2471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8435788" y="3429000"/>
            <a:ext cx="3388659" cy="441581"/>
          </a:xfrm>
        </p:spPr>
        <p:txBody>
          <a:bodyPr wrap="square">
            <a:spAutoFit/>
          </a:bodyPr>
          <a:lstStyle>
            <a:lvl1pPr marL="0" indent="0" algn="ctr">
              <a:lnSpc>
                <a:spcPct val="114000"/>
              </a:lnSpc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Supporting text goes here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0955" y="6130744"/>
            <a:ext cx="431421" cy="43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2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48599" y="866879"/>
            <a:ext cx="4290357" cy="1651221"/>
          </a:xfrm>
        </p:spPr>
        <p:txBody>
          <a:bodyPr anchor="t" anchorCtr="0"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48599" y="2693172"/>
            <a:ext cx="4290356" cy="17434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5387553" y="0"/>
            <a:ext cx="6804447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116561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53047" y="866879"/>
            <a:ext cx="4290357" cy="1651221"/>
          </a:xfrm>
        </p:spPr>
        <p:txBody>
          <a:bodyPr anchor="t" anchorCtr="0"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3046" y="2693172"/>
            <a:ext cx="4290356" cy="17434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6804447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273443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647765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to insert photo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53316" y="5871797"/>
            <a:ext cx="11485369" cy="699811"/>
          </a:xfrm>
          <a:prstGeom prst="rect">
            <a:avLst/>
          </a:prstGeom>
        </p:spPr>
        <p:txBody>
          <a:bodyPr vert="horz" wrap="square" lIns="101858" tIns="50929" rIns="101858" bIns="50929" rtlCol="0" anchor="t" anchorCtr="0">
            <a:spAutoFit/>
          </a:bodyPr>
          <a:lstStyle>
            <a:lvl1pPr>
              <a:defRPr sz="3879"/>
            </a:lvl1pPr>
          </a:lstStyle>
          <a:p>
            <a:r>
              <a:rPr lang="en-US" dirty="0"/>
              <a:t>Headline Copy Here</a:t>
            </a:r>
          </a:p>
        </p:txBody>
      </p:sp>
    </p:spTree>
    <p:extLst>
      <p:ext uri="{BB962C8B-B14F-4D97-AF65-F5344CB8AC3E}">
        <p14:creationId xmlns:p14="http://schemas.microsoft.com/office/powerpoint/2010/main" val="308260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227721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8073556" y="2044932"/>
            <a:ext cx="3564263" cy="1147498"/>
          </a:xfrm>
          <a:prstGeom prst="rect">
            <a:avLst/>
          </a:prstGeom>
        </p:spPr>
        <p:txBody>
          <a:bodyPr vert="horz" wrap="square" lIns="101858" tIns="50929" rIns="101858" bIns="50929" rtlCol="0" anchor="t" anchorCtr="0">
            <a:spAutoFit/>
          </a:bodyPr>
          <a:lstStyle>
            <a:lvl1pPr>
              <a:defRPr sz="3394"/>
            </a:lvl1pPr>
          </a:lstStyle>
          <a:p>
            <a:r>
              <a:rPr lang="en-US" dirty="0"/>
              <a:t>Headline Copy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073556" y="3290748"/>
            <a:ext cx="3564263" cy="439992"/>
          </a:xfrm>
        </p:spPr>
        <p:txBody>
          <a:bodyPr wrap="square">
            <a:spAutoFit/>
          </a:bodyPr>
          <a:lstStyle>
            <a:lvl1pPr marL="0" indent="0" algn="l">
              <a:lnSpc>
                <a:spcPct val="114000"/>
              </a:lnSpc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 hasCustomPrompt="1"/>
          </p:nvPr>
        </p:nvSpPr>
        <p:spPr>
          <a:xfrm>
            <a:off x="1119910" y="1273270"/>
            <a:ext cx="6055592" cy="440846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chart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505015"/>
            <a:ext cx="12192000" cy="352987"/>
            <a:chOff x="0" y="7372350"/>
            <a:chExt cx="13817600" cy="400052"/>
          </a:xfrm>
        </p:grpSpPr>
        <p:sp>
          <p:nvSpPr>
            <p:cNvPr id="6" name="Rectangle 5"/>
            <p:cNvSpPr/>
            <p:nvPr userDrawn="1"/>
          </p:nvSpPr>
          <p:spPr>
            <a:xfrm>
              <a:off x="0" y="7372350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88"/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1"/>
              <a:ext cx="1788557" cy="40005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 userDrawn="1"/>
          </p:nvSpPr>
          <p:spPr>
            <a:xfrm>
              <a:off x="0" y="7372351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88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2"/>
              <a:ext cx="1788557" cy="40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4458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92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0" y="6505015"/>
            <a:ext cx="12192000" cy="352987"/>
            <a:chOff x="0" y="7372350"/>
            <a:chExt cx="13817600" cy="400052"/>
          </a:xfrm>
        </p:grpSpPr>
        <p:sp>
          <p:nvSpPr>
            <p:cNvPr id="6" name="Rectangle 5"/>
            <p:cNvSpPr/>
            <p:nvPr userDrawn="1"/>
          </p:nvSpPr>
          <p:spPr>
            <a:xfrm>
              <a:off x="0" y="7372350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88"/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1"/>
              <a:ext cx="1788557" cy="40005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 userDrawn="1"/>
          </p:nvSpPr>
          <p:spPr>
            <a:xfrm>
              <a:off x="0" y="7372351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88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2"/>
              <a:ext cx="1788557" cy="40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913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e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384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Green Do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>
            <a:off x="643538" y="3705195"/>
            <a:ext cx="11083635" cy="977650"/>
          </a:xfrm>
          <a:prstGeom prst="rect">
            <a:avLst/>
          </a:prstGeom>
        </p:spPr>
        <p:txBody>
          <a:bodyPr vert="horz" lIns="80682" tIns="80682" rIns="80682" bIns="80682" rtlCol="0" anchor="b" anchorCtr="0">
            <a:spAutoFit/>
          </a:bodyPr>
          <a:lstStyle>
            <a:lvl1pPr algn="l" defTabSz="509292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en-US" sz="5294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0" r="31394"/>
          <a:stretch/>
        </p:blipFill>
        <p:spPr>
          <a:xfrm>
            <a:off x="7417669" y="0"/>
            <a:ext cx="4774331" cy="6676068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778009" y="5238334"/>
            <a:ext cx="8039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70" y="5577300"/>
            <a:ext cx="3106271" cy="69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6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Green R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>
            <a:off x="643538" y="3705195"/>
            <a:ext cx="11083635" cy="977650"/>
          </a:xfrm>
          <a:prstGeom prst="rect">
            <a:avLst/>
          </a:prstGeom>
        </p:spPr>
        <p:txBody>
          <a:bodyPr vert="horz" lIns="80682" tIns="80682" rIns="80682" bIns="80682" rtlCol="0" anchor="b" anchorCtr="0">
            <a:spAutoFit/>
          </a:bodyPr>
          <a:lstStyle>
            <a:lvl1pPr algn="l" defTabSz="509292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en-US" sz="5294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778009" y="5238334"/>
            <a:ext cx="8039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70" y="5577300"/>
            <a:ext cx="3106271" cy="6947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hq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710" r="30639" b="6933"/>
          <a:stretch/>
        </p:blipFill>
        <p:spPr>
          <a:xfrm>
            <a:off x="6121337" y="-1"/>
            <a:ext cx="607066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3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643538" y="3704819"/>
            <a:ext cx="11083635" cy="977650"/>
          </a:xfrm>
          <a:prstGeom prst="rect">
            <a:avLst/>
          </a:prstGeom>
        </p:spPr>
        <p:txBody>
          <a:bodyPr vert="horz" lIns="80682" tIns="80682" rIns="80682" bIns="80682" rtlCol="0" anchor="b" anchorCtr="0">
            <a:spAutoFit/>
          </a:bodyPr>
          <a:lstStyle>
            <a:lvl1pPr algn="l" defTabSz="509292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en-US" sz="5294" dirty="0">
                <a:solidFill>
                  <a:schemeClr val="tx2"/>
                </a:solidFill>
                <a:latin typeface="+mj-lt"/>
              </a:rPr>
              <a:t>Thank you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78009" y="5237957"/>
            <a:ext cx="8039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70" y="5577301"/>
            <a:ext cx="3106271" cy="69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50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4184" y="776988"/>
            <a:ext cx="11083635" cy="917944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183" y="2195191"/>
            <a:ext cx="11083635" cy="2729254"/>
          </a:xfrm>
          <a:prstGeom prst="rect">
            <a:avLst/>
          </a:prstGeom>
        </p:spPr>
        <p:txBody>
          <a:bodyPr vert="horz" lIns="91440" tIns="91440" rIns="91440" bIns="9144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488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l" defTabSz="617339" rtl="0" eaLnBrk="1" latinLnBrk="0" hangingPunct="1">
        <a:spcBef>
          <a:spcPct val="0"/>
        </a:spcBef>
        <a:buNone/>
        <a:defRPr sz="4765" kern="1200">
          <a:solidFill>
            <a:schemeClr val="tx2"/>
          </a:solidFill>
          <a:latin typeface="+mj-lt"/>
          <a:ea typeface="Century Gothic" charset="0"/>
          <a:cs typeface="Century Gothic" charset="0"/>
        </a:defRPr>
      </a:lvl1pPr>
    </p:titleStyle>
    <p:bodyStyle>
      <a:lvl1pPr marL="463006" indent="-463006" algn="l" defTabSz="617339" rtl="0" eaLnBrk="1" latinLnBrk="0" hangingPunct="1">
        <a:lnSpc>
          <a:spcPct val="120000"/>
        </a:lnSpc>
        <a:spcBef>
          <a:spcPts val="529"/>
        </a:spcBef>
        <a:spcAft>
          <a:spcPts val="529"/>
        </a:spcAft>
        <a:buFont typeface="Arial"/>
        <a:buChar char="•"/>
        <a:defRPr sz="1588" b="0" kern="1200">
          <a:solidFill>
            <a:schemeClr val="tx1"/>
          </a:solidFill>
          <a:latin typeface="+mn-lt"/>
          <a:ea typeface="Franklin Gothic Book" charset="0"/>
          <a:cs typeface="Franklin Gothic Book" charset="0"/>
        </a:defRPr>
      </a:lvl1pPr>
      <a:lvl2pPr marL="1003179" indent="-385839" algn="l" defTabSz="617339" rtl="0" eaLnBrk="1" latinLnBrk="0" hangingPunct="1">
        <a:lnSpc>
          <a:spcPct val="120000"/>
        </a:lnSpc>
        <a:spcBef>
          <a:spcPts val="0"/>
        </a:spcBef>
        <a:spcAft>
          <a:spcPts val="529"/>
        </a:spcAft>
        <a:buFont typeface="Arial"/>
        <a:buChar char="–"/>
        <a:defRPr sz="1412" b="0" kern="1200">
          <a:solidFill>
            <a:schemeClr val="tx1"/>
          </a:solidFill>
          <a:latin typeface="+mn-lt"/>
          <a:ea typeface="Franklin Gothic Book" charset="0"/>
          <a:cs typeface="Franklin Gothic Book" charset="0"/>
        </a:defRPr>
      </a:lvl2pPr>
      <a:lvl3pPr marL="1543353" indent="-308670" algn="l" defTabSz="617339" rtl="0" eaLnBrk="1" latinLnBrk="0" hangingPunct="1">
        <a:lnSpc>
          <a:spcPct val="120000"/>
        </a:lnSpc>
        <a:spcBef>
          <a:spcPts val="0"/>
        </a:spcBef>
        <a:spcAft>
          <a:spcPts val="529"/>
        </a:spcAft>
        <a:buFont typeface="Arial"/>
        <a:buChar char="•"/>
        <a:defRPr sz="1412" b="0" kern="1200">
          <a:solidFill>
            <a:schemeClr val="tx1"/>
          </a:solidFill>
          <a:latin typeface="+mn-lt"/>
          <a:ea typeface="Franklin Gothic Book" charset="0"/>
          <a:cs typeface="Franklin Gothic Book" charset="0"/>
        </a:defRPr>
      </a:lvl3pPr>
      <a:lvl4pPr marL="2160693" indent="-308670" algn="l" defTabSz="617339" rtl="0" eaLnBrk="1" latinLnBrk="0" hangingPunct="1">
        <a:lnSpc>
          <a:spcPct val="120000"/>
        </a:lnSpc>
        <a:spcBef>
          <a:spcPts val="0"/>
        </a:spcBef>
        <a:spcAft>
          <a:spcPts val="529"/>
        </a:spcAft>
        <a:buFont typeface="Arial"/>
        <a:buChar char="–"/>
        <a:defRPr sz="1412" b="0" kern="1200">
          <a:solidFill>
            <a:schemeClr val="tx1"/>
          </a:solidFill>
          <a:latin typeface="+mn-lt"/>
          <a:ea typeface="Franklin Gothic Book" charset="0"/>
          <a:cs typeface="Franklin Gothic Book" charset="0"/>
        </a:defRPr>
      </a:lvl4pPr>
      <a:lvl5pPr marL="2778035" indent="-308670" algn="l" defTabSz="617339" rtl="0" eaLnBrk="1" latinLnBrk="0" hangingPunct="1">
        <a:spcBef>
          <a:spcPct val="20000"/>
        </a:spcBef>
        <a:buFont typeface="Arial"/>
        <a:buChar char="»"/>
        <a:defRPr sz="1454" b="0" kern="1200">
          <a:solidFill>
            <a:schemeClr val="accent6">
              <a:lumMod val="75000"/>
            </a:schemeClr>
          </a:solidFill>
          <a:latin typeface="Franklin Gothic Book" charset="0"/>
          <a:ea typeface="Franklin Gothic Book" charset="0"/>
          <a:cs typeface="Franklin Gothic Book" charset="0"/>
        </a:defRPr>
      </a:lvl5pPr>
      <a:lvl6pPr marL="3395376" indent="-308670" algn="l" defTabSz="617339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4012718" indent="-308670" algn="l" defTabSz="617339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630058" indent="-308670" algn="l" defTabSz="617339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247400" indent="-308670" algn="l" defTabSz="617339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339" rtl="0" eaLnBrk="1" latinLnBrk="0" hangingPunct="1">
        <a:defRPr sz="2424" kern="1200">
          <a:solidFill>
            <a:schemeClr val="tx1"/>
          </a:solidFill>
          <a:latin typeface="+mn-lt"/>
          <a:ea typeface="+mn-ea"/>
          <a:cs typeface="+mn-cs"/>
        </a:defRPr>
      </a:lvl1pPr>
      <a:lvl2pPr marL="617339" algn="l" defTabSz="617339" rtl="0" eaLnBrk="1" latinLnBrk="0" hangingPunct="1">
        <a:defRPr sz="2424" kern="1200">
          <a:solidFill>
            <a:schemeClr val="tx1"/>
          </a:solidFill>
          <a:latin typeface="+mn-lt"/>
          <a:ea typeface="+mn-ea"/>
          <a:cs typeface="+mn-cs"/>
        </a:defRPr>
      </a:lvl2pPr>
      <a:lvl3pPr marL="1234682" algn="l" defTabSz="617339" rtl="0" eaLnBrk="1" latinLnBrk="0" hangingPunct="1">
        <a:defRPr sz="2424" kern="1200">
          <a:solidFill>
            <a:schemeClr val="tx1"/>
          </a:solidFill>
          <a:latin typeface="+mn-lt"/>
          <a:ea typeface="+mn-ea"/>
          <a:cs typeface="+mn-cs"/>
        </a:defRPr>
      </a:lvl3pPr>
      <a:lvl4pPr marL="1852023" algn="l" defTabSz="617339" rtl="0" eaLnBrk="1" latinLnBrk="0" hangingPunct="1">
        <a:defRPr sz="2424" kern="1200">
          <a:solidFill>
            <a:schemeClr val="tx1"/>
          </a:solidFill>
          <a:latin typeface="+mn-lt"/>
          <a:ea typeface="+mn-ea"/>
          <a:cs typeface="+mn-cs"/>
        </a:defRPr>
      </a:lvl4pPr>
      <a:lvl5pPr marL="2469366" algn="l" defTabSz="617339" rtl="0" eaLnBrk="1" latinLnBrk="0" hangingPunct="1">
        <a:defRPr sz="2424" kern="1200">
          <a:solidFill>
            <a:schemeClr val="tx1"/>
          </a:solidFill>
          <a:latin typeface="+mn-lt"/>
          <a:ea typeface="+mn-ea"/>
          <a:cs typeface="+mn-cs"/>
        </a:defRPr>
      </a:lvl5pPr>
      <a:lvl6pPr marL="3086706" algn="l" defTabSz="617339" rtl="0" eaLnBrk="1" latinLnBrk="0" hangingPunct="1">
        <a:defRPr sz="2424" kern="1200">
          <a:solidFill>
            <a:schemeClr val="tx1"/>
          </a:solidFill>
          <a:latin typeface="+mn-lt"/>
          <a:ea typeface="+mn-ea"/>
          <a:cs typeface="+mn-cs"/>
        </a:defRPr>
      </a:lvl6pPr>
      <a:lvl7pPr marL="3704046" algn="l" defTabSz="617339" rtl="0" eaLnBrk="1" latinLnBrk="0" hangingPunct="1">
        <a:defRPr sz="2424" kern="1200">
          <a:solidFill>
            <a:schemeClr val="tx1"/>
          </a:solidFill>
          <a:latin typeface="+mn-lt"/>
          <a:ea typeface="+mn-ea"/>
          <a:cs typeface="+mn-cs"/>
        </a:defRPr>
      </a:lvl7pPr>
      <a:lvl8pPr marL="4321388" algn="l" defTabSz="617339" rtl="0" eaLnBrk="1" latinLnBrk="0" hangingPunct="1">
        <a:defRPr sz="2424" kern="1200">
          <a:solidFill>
            <a:schemeClr val="tx1"/>
          </a:solidFill>
          <a:latin typeface="+mn-lt"/>
          <a:ea typeface="+mn-ea"/>
          <a:cs typeface="+mn-cs"/>
        </a:defRPr>
      </a:lvl8pPr>
      <a:lvl9pPr marL="4938728" algn="l" defTabSz="617339" rtl="0" eaLnBrk="1" latinLnBrk="0" hangingPunct="1">
        <a:defRPr sz="24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554184" y="2378437"/>
            <a:ext cx="11083635" cy="1814086"/>
          </a:xfrm>
        </p:spPr>
        <p:txBody>
          <a:bodyPr/>
          <a:lstStyle/>
          <a:p>
            <a:r>
              <a:rPr lang="en-US" dirty="0"/>
              <a:t>Secure Truck-Tractor to Trailer Communications based on NDN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54183" y="4737628"/>
            <a:ext cx="11083634" cy="810543"/>
          </a:xfrm>
        </p:spPr>
        <p:txBody>
          <a:bodyPr/>
          <a:lstStyle/>
          <a:p>
            <a:r>
              <a:rPr lang="en-US" dirty="0"/>
              <a:t>Ahmed Elhadeedy</a:t>
            </a:r>
          </a:p>
          <a:p>
            <a:r>
              <a:rPr lang="en-US" dirty="0"/>
              <a:t>NDNComm, Thursday March 2, 2023</a:t>
            </a:r>
          </a:p>
        </p:txBody>
      </p:sp>
    </p:spTree>
    <p:extLst>
      <p:ext uri="{BB962C8B-B14F-4D97-AF65-F5344CB8AC3E}">
        <p14:creationId xmlns:p14="http://schemas.microsoft.com/office/powerpoint/2010/main" val="1458084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4EA963E-C8E7-BA72-E2EE-88147DAEDB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4038" y="776288"/>
            <a:ext cx="11083925" cy="919162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91B26-2017-19E4-98AF-E52F27A1CBC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4320" y="1890713"/>
            <a:ext cx="11185843" cy="1715341"/>
          </a:xfrm>
        </p:spPr>
        <p:txBody>
          <a:bodyPr/>
          <a:lstStyle/>
          <a:p>
            <a:r>
              <a:rPr lang="en-US" dirty="0"/>
              <a:t>Reverse driving a truck with a trailer is a challenging task for human drivers and self-driving software</a:t>
            </a:r>
          </a:p>
          <a:p>
            <a:r>
              <a:rPr lang="en-US" dirty="0"/>
              <a:t>ADAS / autonomy sensors are needed on the trailer</a:t>
            </a:r>
          </a:p>
          <a:p>
            <a:r>
              <a:rPr lang="en-US" dirty="0"/>
              <a:t>Existing Tractor-Trailer data link has a limited bitrate (PLC, 10 Kbits/s)</a:t>
            </a:r>
          </a:p>
          <a:p>
            <a:r>
              <a:rPr lang="en-US" dirty="0"/>
              <a:t>An upgrade to Ethernet or a wireless harness is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646EB-2439-4E34-FE42-57C727926DC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13625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9DB0C2E5-06A6-9A84-EFF2-87CB75DAA890}"/>
              </a:ext>
            </a:extLst>
          </p:cNvPr>
          <p:cNvSpPr txBox="1">
            <a:spLocks/>
          </p:cNvSpPr>
          <p:nvPr/>
        </p:nvSpPr>
        <p:spPr>
          <a:xfrm>
            <a:off x="554038" y="776288"/>
            <a:ext cx="11083925" cy="919162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>
            <a:lvl1pPr algn="l" defTabSz="617339" rtl="0" eaLnBrk="1" latinLnBrk="0" hangingPunct="1">
              <a:spcBef>
                <a:spcPct val="0"/>
              </a:spcBef>
              <a:buNone/>
              <a:defRPr sz="4765" kern="1200">
                <a:solidFill>
                  <a:schemeClr val="tx2"/>
                </a:solidFill>
                <a:latin typeface="+mj-lt"/>
                <a:ea typeface="Century Gothic" charset="0"/>
                <a:cs typeface="Century Gothic" charset="0"/>
              </a:defRPr>
            </a:lvl1pPr>
          </a:lstStyle>
          <a:p>
            <a:r>
              <a:rPr lang="en-US" dirty="0"/>
              <a:t>Background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C6B2267-1EE8-B94E-21B7-6381A55D1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213" y="348164"/>
            <a:ext cx="6686549" cy="6161671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127698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actor-Trailer Communication diagram screenshot&#10;            ">
            <a:extLst>
              <a:ext uri="{FF2B5EF4-FFF2-40B4-BE49-F238E27FC236}">
                <a16:creationId xmlns:a16="http://schemas.microsoft.com/office/drawing/2014/main" id="{8F5467E7-4379-71CC-D039-02471A2B0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5423"/>
            <a:ext cx="12192000" cy="575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32BBF8-0171-F5F2-61F2-833A45F7FC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4038" y="776288"/>
            <a:ext cx="11083925" cy="919162"/>
          </a:xfrm>
        </p:spPr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74C98-27B6-6A04-5BCB-5C9264B60EBC}"/>
              </a:ext>
            </a:extLst>
          </p:cNvPr>
          <p:cNvSpPr txBox="1"/>
          <p:nvPr/>
        </p:nvSpPr>
        <p:spPr>
          <a:xfrm>
            <a:off x="7102136" y="1393795"/>
            <a:ext cx="18678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Fleet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74469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actor-Trailer Communication diagram screenshot&#10;            ">
            <a:extLst>
              <a:ext uri="{FF2B5EF4-FFF2-40B4-BE49-F238E27FC236}">
                <a16:creationId xmlns:a16="http://schemas.microsoft.com/office/drawing/2014/main" id="{8F5467E7-4379-71CC-D039-02471A2B0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5423"/>
            <a:ext cx="12192000" cy="575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32BBF8-0171-F5F2-61F2-833A45F7FC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4038" y="776288"/>
            <a:ext cx="11083925" cy="919162"/>
          </a:xfrm>
        </p:spPr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3" name="Lightning Bolt 2">
            <a:extLst>
              <a:ext uri="{FF2B5EF4-FFF2-40B4-BE49-F238E27FC236}">
                <a16:creationId xmlns:a16="http://schemas.microsoft.com/office/drawing/2014/main" id="{31B1FDE9-1644-BC99-2115-549CC4535F0F}"/>
              </a:ext>
            </a:extLst>
          </p:cNvPr>
          <p:cNvSpPr/>
          <p:nvPr/>
        </p:nvSpPr>
        <p:spPr>
          <a:xfrm flipH="1">
            <a:off x="6853286" y="3519725"/>
            <a:ext cx="509047" cy="917944"/>
          </a:xfrm>
          <a:prstGeom prst="lightningBol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ightning Bolt 3">
            <a:extLst>
              <a:ext uri="{FF2B5EF4-FFF2-40B4-BE49-F238E27FC236}">
                <a16:creationId xmlns:a16="http://schemas.microsoft.com/office/drawing/2014/main" id="{FEB937F2-F1CB-FD55-25A9-7A19FDE0F757}"/>
              </a:ext>
            </a:extLst>
          </p:cNvPr>
          <p:cNvSpPr/>
          <p:nvPr/>
        </p:nvSpPr>
        <p:spPr>
          <a:xfrm flipH="1">
            <a:off x="9343533" y="1267525"/>
            <a:ext cx="509047" cy="917944"/>
          </a:xfrm>
          <a:prstGeom prst="lightningBol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ightning Bolt 4">
            <a:extLst>
              <a:ext uri="{FF2B5EF4-FFF2-40B4-BE49-F238E27FC236}">
                <a16:creationId xmlns:a16="http://schemas.microsoft.com/office/drawing/2014/main" id="{C85FA461-6495-8811-2443-6B2970D57BC8}"/>
              </a:ext>
            </a:extLst>
          </p:cNvPr>
          <p:cNvSpPr/>
          <p:nvPr/>
        </p:nvSpPr>
        <p:spPr>
          <a:xfrm flipH="1">
            <a:off x="6202103" y="1128810"/>
            <a:ext cx="509047" cy="917944"/>
          </a:xfrm>
          <a:prstGeom prst="lightningBol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ightning Bolt 5">
            <a:extLst>
              <a:ext uri="{FF2B5EF4-FFF2-40B4-BE49-F238E27FC236}">
                <a16:creationId xmlns:a16="http://schemas.microsoft.com/office/drawing/2014/main" id="{7847D13C-CCF9-2199-7249-BA21B1B6CC40}"/>
              </a:ext>
            </a:extLst>
          </p:cNvPr>
          <p:cNvSpPr/>
          <p:nvPr/>
        </p:nvSpPr>
        <p:spPr>
          <a:xfrm flipH="1">
            <a:off x="10258902" y="4281343"/>
            <a:ext cx="509047" cy="917944"/>
          </a:xfrm>
          <a:prstGeom prst="lightningBol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1E5CF3-E30C-94BE-1C03-260362628E94}"/>
              </a:ext>
            </a:extLst>
          </p:cNvPr>
          <p:cNvSpPr txBox="1"/>
          <p:nvPr/>
        </p:nvSpPr>
        <p:spPr>
          <a:xfrm>
            <a:off x="7102136" y="1393795"/>
            <a:ext cx="18678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Fleet Management System</a:t>
            </a:r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7E06D293-6043-43C1-643C-C02CD1ABEC76}"/>
              </a:ext>
            </a:extLst>
          </p:cNvPr>
          <p:cNvSpPr/>
          <p:nvPr/>
        </p:nvSpPr>
        <p:spPr>
          <a:xfrm flipH="1">
            <a:off x="3335821" y="4605980"/>
            <a:ext cx="509047" cy="917944"/>
          </a:xfrm>
          <a:prstGeom prst="lightningBol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1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actor-Trailer Communication diagram screenshot&#10;            ">
            <a:extLst>
              <a:ext uri="{FF2B5EF4-FFF2-40B4-BE49-F238E27FC236}">
                <a16:creationId xmlns:a16="http://schemas.microsoft.com/office/drawing/2014/main" id="{8F5467E7-4379-71CC-D039-02471A2B0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5423"/>
            <a:ext cx="12192000" cy="575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35BB253-B35E-8B04-909A-38AFC905BAF8}"/>
              </a:ext>
            </a:extLst>
          </p:cNvPr>
          <p:cNvSpPr txBox="1"/>
          <p:nvPr/>
        </p:nvSpPr>
        <p:spPr>
          <a:xfrm flipH="1">
            <a:off x="6223439" y="2184615"/>
            <a:ext cx="609882" cy="369332"/>
          </a:xfrm>
          <a:prstGeom prst="rect">
            <a:avLst/>
          </a:prstGeom>
          <a:ln w="1270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TLS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2BBF8-0171-F5F2-61F2-833A45F7FC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4038" y="776288"/>
            <a:ext cx="11083925" cy="919162"/>
          </a:xfrm>
        </p:spPr>
        <p:txBody>
          <a:bodyPr/>
          <a:lstStyle/>
          <a:p>
            <a:r>
              <a:rPr lang="en-US" dirty="0"/>
              <a:t>Data Flow Diagram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658FFE1-6B21-2C11-CD7E-143DF4160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901" y="1694932"/>
            <a:ext cx="1282580" cy="326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ED9722D-A077-87A8-0FE4-EC79AAD4D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531" y="1797122"/>
            <a:ext cx="1282580" cy="326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DS Vendor Directory | Object Management Group">
            <a:extLst>
              <a:ext uri="{FF2B5EF4-FFF2-40B4-BE49-F238E27FC236}">
                <a16:creationId xmlns:a16="http://schemas.microsoft.com/office/drawing/2014/main" id="{A0E2BC86-0AE2-D029-D381-37DD7B495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720" y="3164206"/>
            <a:ext cx="613530" cy="600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25F6DCD-EE76-F572-B792-74CFE88E11F2}"/>
              </a:ext>
            </a:extLst>
          </p:cNvPr>
          <p:cNvSpPr/>
          <p:nvPr/>
        </p:nvSpPr>
        <p:spPr>
          <a:xfrm>
            <a:off x="6431120" y="3934109"/>
            <a:ext cx="1180730" cy="32682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SOME/IP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1958B0-3D42-482E-84D9-D08E6FED12A6}"/>
              </a:ext>
            </a:extLst>
          </p:cNvPr>
          <p:cNvSpPr/>
          <p:nvPr/>
        </p:nvSpPr>
        <p:spPr>
          <a:xfrm>
            <a:off x="7576523" y="1594163"/>
            <a:ext cx="866325" cy="47607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Cert Mgmt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11F020-E3B9-9641-3272-B68730C2FF62}"/>
              </a:ext>
            </a:extLst>
          </p:cNvPr>
          <p:cNvSpPr/>
          <p:nvPr/>
        </p:nvSpPr>
        <p:spPr>
          <a:xfrm>
            <a:off x="8409920" y="978959"/>
            <a:ext cx="560035" cy="4641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B8B37F-E8B7-CDD4-9950-2449887B8F44}"/>
              </a:ext>
            </a:extLst>
          </p:cNvPr>
          <p:cNvSpPr txBox="1"/>
          <p:nvPr/>
        </p:nvSpPr>
        <p:spPr>
          <a:xfrm>
            <a:off x="7102136" y="1393795"/>
            <a:ext cx="18678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Fleet Management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12016A-B5A5-8546-1881-0A33BEDCC689}"/>
              </a:ext>
            </a:extLst>
          </p:cNvPr>
          <p:cNvSpPr txBox="1"/>
          <p:nvPr/>
        </p:nvSpPr>
        <p:spPr>
          <a:xfrm>
            <a:off x="5186007" y="3289150"/>
            <a:ext cx="150137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SDDS/SRTP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2F1A4-2361-753C-BF19-521DBF6300EE}"/>
              </a:ext>
            </a:extLst>
          </p:cNvPr>
          <p:cNvSpPr txBox="1"/>
          <p:nvPr/>
        </p:nvSpPr>
        <p:spPr>
          <a:xfrm>
            <a:off x="5502661" y="3900130"/>
            <a:ext cx="92845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SecOC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BD2F0F-8F0C-7EE4-1C9D-A29E4A16A18B}"/>
              </a:ext>
            </a:extLst>
          </p:cNvPr>
          <p:cNvSpPr txBox="1"/>
          <p:nvPr/>
        </p:nvSpPr>
        <p:spPr>
          <a:xfrm>
            <a:off x="9107261" y="2090397"/>
            <a:ext cx="60785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636906-79B3-6032-354D-8E34DCCC5302}"/>
              </a:ext>
            </a:extLst>
          </p:cNvPr>
          <p:cNvSpPr txBox="1"/>
          <p:nvPr/>
        </p:nvSpPr>
        <p:spPr>
          <a:xfrm>
            <a:off x="7328250" y="328915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3CC"/>
                </a:solidFill>
              </a:rPr>
              <a:t>Sensors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F84175-1948-8355-FB14-1855893BA1E2}"/>
              </a:ext>
            </a:extLst>
          </p:cNvPr>
          <p:cNvSpPr txBox="1"/>
          <p:nvPr/>
        </p:nvSpPr>
        <p:spPr>
          <a:xfrm>
            <a:off x="7611850" y="3912855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3CC"/>
                </a:solidFill>
              </a:rPr>
              <a:t>CAN/IP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84459B-94CD-76D7-D79E-D7B6634E8C62}"/>
              </a:ext>
            </a:extLst>
          </p:cNvPr>
          <p:cNvSpPr/>
          <p:nvPr/>
        </p:nvSpPr>
        <p:spPr>
          <a:xfrm>
            <a:off x="7408660" y="2058405"/>
            <a:ext cx="1170061" cy="326824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HTTP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737B82-B473-336C-29A9-436515E001BA}"/>
              </a:ext>
            </a:extLst>
          </p:cNvPr>
          <p:cNvSpPr txBox="1"/>
          <p:nvPr/>
        </p:nvSpPr>
        <p:spPr>
          <a:xfrm>
            <a:off x="7675970" y="2430690"/>
            <a:ext cx="60785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BF8B32-3512-AA2D-37BE-B8BA6AF972C1}"/>
              </a:ext>
            </a:extLst>
          </p:cNvPr>
          <p:cNvSpPr/>
          <p:nvPr/>
        </p:nvSpPr>
        <p:spPr>
          <a:xfrm>
            <a:off x="9107261" y="4398272"/>
            <a:ext cx="848748" cy="470516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FBB75D-EC7A-5D8E-6EE9-0005606653F5}"/>
              </a:ext>
            </a:extLst>
          </p:cNvPr>
          <p:cNvSpPr/>
          <p:nvPr/>
        </p:nvSpPr>
        <p:spPr>
          <a:xfrm>
            <a:off x="9284827" y="4692552"/>
            <a:ext cx="848748" cy="470516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7499BF-4B59-E521-4EF7-6C1E987DF8A3}"/>
              </a:ext>
            </a:extLst>
          </p:cNvPr>
          <p:cNvSpPr txBox="1"/>
          <p:nvPr/>
        </p:nvSpPr>
        <p:spPr>
          <a:xfrm flipH="1">
            <a:off x="3064468" y="5163068"/>
            <a:ext cx="609882" cy="369332"/>
          </a:xfrm>
          <a:prstGeom prst="rect">
            <a:avLst/>
          </a:prstGeom>
          <a:ln w="1270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82EF07-06B2-5411-0B5A-EDFDC71B3B77}"/>
              </a:ext>
            </a:extLst>
          </p:cNvPr>
          <p:cNvSpPr/>
          <p:nvPr/>
        </p:nvSpPr>
        <p:spPr>
          <a:xfrm>
            <a:off x="3531039" y="6375951"/>
            <a:ext cx="5384800" cy="48996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Complexity in implementation and integration</a:t>
            </a:r>
          </a:p>
        </p:txBody>
      </p:sp>
    </p:spTree>
    <p:extLst>
      <p:ext uri="{BB962C8B-B14F-4D97-AF65-F5344CB8AC3E}">
        <p14:creationId xmlns:p14="http://schemas.microsoft.com/office/powerpoint/2010/main" val="175423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904A0FD-A0D6-8D2E-B6CB-E158A679E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396732"/>
              </p:ext>
            </p:extLst>
          </p:nvPr>
        </p:nvGraphicFramePr>
        <p:xfrm>
          <a:off x="434188" y="2460541"/>
          <a:ext cx="11323623" cy="2687320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1516108">
                  <a:extLst>
                    <a:ext uri="{9D8B030D-6E8A-4147-A177-3AD203B41FA5}">
                      <a16:colId xmlns:a16="http://schemas.microsoft.com/office/drawing/2014/main" val="3947017360"/>
                    </a:ext>
                  </a:extLst>
                </a:gridCol>
                <a:gridCol w="2033599">
                  <a:extLst>
                    <a:ext uri="{9D8B030D-6E8A-4147-A177-3AD203B41FA5}">
                      <a16:colId xmlns:a16="http://schemas.microsoft.com/office/drawing/2014/main" val="3420953874"/>
                    </a:ext>
                  </a:extLst>
                </a:gridCol>
                <a:gridCol w="942672">
                  <a:extLst>
                    <a:ext uri="{9D8B030D-6E8A-4147-A177-3AD203B41FA5}">
                      <a16:colId xmlns:a16="http://schemas.microsoft.com/office/drawing/2014/main" val="3865576780"/>
                    </a:ext>
                  </a:extLst>
                </a:gridCol>
                <a:gridCol w="844769">
                  <a:extLst>
                    <a:ext uri="{9D8B030D-6E8A-4147-A177-3AD203B41FA5}">
                      <a16:colId xmlns:a16="http://schemas.microsoft.com/office/drawing/2014/main" val="3599418056"/>
                    </a:ext>
                  </a:extLst>
                </a:gridCol>
                <a:gridCol w="1208412">
                  <a:extLst>
                    <a:ext uri="{9D8B030D-6E8A-4147-A177-3AD203B41FA5}">
                      <a16:colId xmlns:a16="http://schemas.microsoft.com/office/drawing/2014/main" val="2443937886"/>
                    </a:ext>
                  </a:extLst>
                </a:gridCol>
                <a:gridCol w="1362260">
                  <a:extLst>
                    <a:ext uri="{9D8B030D-6E8A-4147-A177-3AD203B41FA5}">
                      <a16:colId xmlns:a16="http://schemas.microsoft.com/office/drawing/2014/main" val="1747869104"/>
                    </a:ext>
                  </a:extLst>
                </a:gridCol>
                <a:gridCol w="3415803">
                  <a:extLst>
                    <a:ext uri="{9D8B030D-6E8A-4147-A177-3AD203B41FA5}">
                      <a16:colId xmlns:a16="http://schemas.microsoft.com/office/drawing/2014/main" val="40342392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Protocol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Standard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Layer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Auth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Encrypt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Multicast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3833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IETF RFC 5246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TCP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101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MACsec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IEEE 802.1AE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●</a:t>
                      </a:r>
                    </a:p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Keys are required at each receiving/forwarding ECU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0451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SecOC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AUTOSAR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●</a:t>
                      </a:r>
                    </a:p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CAN/Eth</a:t>
                      </a:r>
                    </a:p>
                    <a:p>
                      <a:pPr algn="ctr"/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Autosar</a:t>
                      </a:r>
                      <a:r>
                        <a:rPr lang="en-US" sz="1800" dirty="0"/>
                        <a:t>-to-</a:t>
                      </a:r>
                      <a:r>
                        <a:rPr lang="en-US" sz="1800" dirty="0" err="1"/>
                        <a:t>Autosar</a:t>
                      </a:r>
                      <a:r>
                        <a:rPr lang="en-US" sz="1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87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IPSec</a:t>
                      </a:r>
                      <a:r>
                        <a:rPr lang="en-US" sz="1800" dirty="0"/>
                        <a:t> ESP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IETF RFC 4303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●</a:t>
                      </a:r>
                    </a:p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</a:t>
                      </a:r>
                    </a:p>
                    <a:p>
                      <a:pPr marL="0" marR="0" lvl="0" indent="0" algn="ctr" defTabSz="6173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autosar</a:t>
                      </a:r>
                      <a:r>
                        <a:rPr lang="en-US" sz="1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Encapsulating Security Payload</a:t>
                      </a:r>
                    </a:p>
                    <a:p>
                      <a:pPr algn="ctr"/>
                      <a:r>
                        <a:rPr lang="en-US" sz="1800" dirty="0"/>
                        <a:t>(VPN, Security Association)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533556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AA633628-DFD2-38D7-DD66-B5620833BE49}"/>
              </a:ext>
            </a:extLst>
          </p:cNvPr>
          <p:cNvSpPr txBox="1">
            <a:spLocks/>
          </p:cNvSpPr>
          <p:nvPr/>
        </p:nvSpPr>
        <p:spPr>
          <a:xfrm>
            <a:off x="554038" y="776288"/>
            <a:ext cx="11083925" cy="919162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>
            <a:lvl1pPr algn="l" defTabSz="617339" rtl="0" eaLnBrk="1" latinLnBrk="0" hangingPunct="1">
              <a:spcBef>
                <a:spcPct val="0"/>
              </a:spcBef>
              <a:buNone/>
              <a:defRPr sz="4765" kern="1200">
                <a:solidFill>
                  <a:schemeClr val="tx2"/>
                </a:solidFill>
                <a:latin typeface="+mj-lt"/>
                <a:ea typeface="Century Gothic" charset="0"/>
                <a:cs typeface="Century Gothic" charset="0"/>
              </a:defRPr>
            </a:lvl1pPr>
          </a:lstStyle>
          <a:p>
            <a:r>
              <a:rPr lang="en-US" dirty="0"/>
              <a:t>Common Automotive Security Protocols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858AB5-1433-0819-9749-A048B850BCE8}"/>
              </a:ext>
            </a:extLst>
          </p:cNvPr>
          <p:cNvSpPr txBox="1"/>
          <p:nvPr/>
        </p:nvSpPr>
        <p:spPr>
          <a:xfrm>
            <a:off x="11180250" y="866537"/>
            <a:ext cx="712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[1][2]</a:t>
            </a:r>
          </a:p>
        </p:txBody>
      </p:sp>
    </p:spTree>
    <p:extLst>
      <p:ext uri="{BB962C8B-B14F-4D97-AF65-F5344CB8AC3E}">
        <p14:creationId xmlns:p14="http://schemas.microsoft.com/office/powerpoint/2010/main" val="12153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actor-Trailer Communication diagram screenshot&#10;            ">
            <a:extLst>
              <a:ext uri="{FF2B5EF4-FFF2-40B4-BE49-F238E27FC236}">
                <a16:creationId xmlns:a16="http://schemas.microsoft.com/office/drawing/2014/main" id="{8F5467E7-4379-71CC-D039-02471A2B0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5423"/>
            <a:ext cx="12192000" cy="575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32BBF8-0171-F5F2-61F2-833A45F7FC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4038" y="776288"/>
            <a:ext cx="11083925" cy="919162"/>
          </a:xfrm>
        </p:spPr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11F020-E3B9-9641-3272-B68730C2FF62}"/>
              </a:ext>
            </a:extLst>
          </p:cNvPr>
          <p:cNvSpPr/>
          <p:nvPr/>
        </p:nvSpPr>
        <p:spPr>
          <a:xfrm>
            <a:off x="8409920" y="978959"/>
            <a:ext cx="560035" cy="4641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B8B37F-E8B7-CDD4-9950-2449887B8F44}"/>
              </a:ext>
            </a:extLst>
          </p:cNvPr>
          <p:cNvSpPr txBox="1"/>
          <p:nvPr/>
        </p:nvSpPr>
        <p:spPr>
          <a:xfrm>
            <a:off x="7102136" y="1393795"/>
            <a:ext cx="18678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Fleet Management System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BF8B32-3512-AA2D-37BE-B8BA6AF972C1}"/>
              </a:ext>
            </a:extLst>
          </p:cNvPr>
          <p:cNvSpPr/>
          <p:nvPr/>
        </p:nvSpPr>
        <p:spPr>
          <a:xfrm>
            <a:off x="9107261" y="4398272"/>
            <a:ext cx="848748" cy="470516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FBB75D-EC7A-5D8E-6EE9-0005606653F5}"/>
              </a:ext>
            </a:extLst>
          </p:cNvPr>
          <p:cNvSpPr/>
          <p:nvPr/>
        </p:nvSpPr>
        <p:spPr>
          <a:xfrm>
            <a:off x="9284827" y="4692552"/>
            <a:ext cx="848748" cy="470516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 2</a:t>
            </a:r>
          </a:p>
        </p:txBody>
      </p:sp>
      <p:sp>
        <p:nvSpPr>
          <p:cNvPr id="36" name="Arrow: Left-Right 35">
            <a:extLst>
              <a:ext uri="{FF2B5EF4-FFF2-40B4-BE49-F238E27FC236}">
                <a16:creationId xmlns:a16="http://schemas.microsoft.com/office/drawing/2014/main" id="{A7AA075E-AB58-F313-79A9-EABD6AFC97FD}"/>
              </a:ext>
            </a:extLst>
          </p:cNvPr>
          <p:cNvSpPr/>
          <p:nvPr/>
        </p:nvSpPr>
        <p:spPr>
          <a:xfrm rot="18665768">
            <a:off x="5786514" y="1693341"/>
            <a:ext cx="1541056" cy="605498"/>
          </a:xfrm>
          <a:prstGeom prst="left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NDN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14D3975-A28C-8F3D-2A72-EBCF3A91380D}"/>
              </a:ext>
            </a:extLst>
          </p:cNvPr>
          <p:cNvSpPr/>
          <p:nvPr/>
        </p:nvSpPr>
        <p:spPr>
          <a:xfrm>
            <a:off x="5857298" y="0"/>
            <a:ext cx="3845502" cy="919162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dirty="0"/>
              <a:t>Authentication </a:t>
            </a:r>
          </a:p>
          <a:p>
            <a:pPr marL="342900" indent="-342900" algn="ctr">
              <a:buAutoNum type="arabicPeriod"/>
            </a:pPr>
            <a:r>
              <a:rPr lang="en-US" dirty="0"/>
              <a:t>Telemetry Data</a:t>
            </a:r>
          </a:p>
          <a:p>
            <a:pPr marL="342900" indent="-342900" algn="ctr">
              <a:buAutoNum type="arabicPeriod"/>
            </a:pPr>
            <a:r>
              <a:rPr lang="en-US" dirty="0"/>
              <a:t>Tele-operation (real-time video)</a:t>
            </a:r>
          </a:p>
        </p:txBody>
      </p:sp>
      <p:sp>
        <p:nvSpPr>
          <p:cNvPr id="38" name="Arrow: Left-Right 37">
            <a:extLst>
              <a:ext uri="{FF2B5EF4-FFF2-40B4-BE49-F238E27FC236}">
                <a16:creationId xmlns:a16="http://schemas.microsoft.com/office/drawing/2014/main" id="{948293C3-C215-10CC-9854-4F3A8E4A120F}"/>
              </a:ext>
            </a:extLst>
          </p:cNvPr>
          <p:cNvSpPr/>
          <p:nvPr/>
        </p:nvSpPr>
        <p:spPr>
          <a:xfrm rot="4058682">
            <a:off x="8546367" y="1892284"/>
            <a:ext cx="1541056" cy="592474"/>
          </a:xfrm>
          <a:prstGeom prst="left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NDN</a:t>
            </a:r>
          </a:p>
        </p:txBody>
      </p:sp>
      <p:pic>
        <p:nvPicPr>
          <p:cNvPr id="41" name="Graphic 40" descr="Lock with solid fill">
            <a:extLst>
              <a:ext uri="{FF2B5EF4-FFF2-40B4-BE49-F238E27FC236}">
                <a16:creationId xmlns:a16="http://schemas.microsoft.com/office/drawing/2014/main" id="{6FC09EEB-797D-FE76-88A8-51A0543C94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460" y="1557383"/>
            <a:ext cx="251710" cy="251710"/>
          </a:xfrm>
          <a:prstGeom prst="rect">
            <a:avLst/>
          </a:prstGeom>
        </p:spPr>
      </p:pic>
      <p:pic>
        <p:nvPicPr>
          <p:cNvPr id="46" name="Graphic 45" descr="Lock with solid fill">
            <a:extLst>
              <a:ext uri="{FF2B5EF4-FFF2-40B4-BE49-F238E27FC236}">
                <a16:creationId xmlns:a16="http://schemas.microsoft.com/office/drawing/2014/main" id="{7A8986DB-4CF5-5DED-69E4-E8EF38B21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4066" y="1574848"/>
            <a:ext cx="251710" cy="25171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EAC3869D-3078-27E8-544E-F6E4229BF87A}"/>
              </a:ext>
            </a:extLst>
          </p:cNvPr>
          <p:cNvGrpSpPr/>
          <p:nvPr/>
        </p:nvGrpSpPr>
        <p:grpSpPr>
          <a:xfrm>
            <a:off x="5788625" y="3141125"/>
            <a:ext cx="2385717" cy="859349"/>
            <a:chOff x="6024203" y="3260333"/>
            <a:chExt cx="2385717" cy="859349"/>
          </a:xfrm>
        </p:grpSpPr>
        <p:sp>
          <p:nvSpPr>
            <p:cNvPr id="47" name="Arrow: Left-Right 46">
              <a:extLst>
                <a:ext uri="{FF2B5EF4-FFF2-40B4-BE49-F238E27FC236}">
                  <a16:creationId xmlns:a16="http://schemas.microsoft.com/office/drawing/2014/main" id="{D9863E68-1B8B-1B56-D376-EBF0B086F9C4}"/>
                </a:ext>
              </a:extLst>
            </p:cNvPr>
            <p:cNvSpPr/>
            <p:nvPr/>
          </p:nvSpPr>
          <p:spPr>
            <a:xfrm>
              <a:off x="6024203" y="3260333"/>
              <a:ext cx="2385717" cy="859349"/>
            </a:xfrm>
            <a:prstGeom prst="leftRightArrow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NDN</a:t>
              </a:r>
            </a:p>
          </p:txBody>
        </p:sp>
        <p:pic>
          <p:nvPicPr>
            <p:cNvPr id="48" name="Graphic 47" descr="Lock with solid fill">
              <a:extLst>
                <a:ext uri="{FF2B5EF4-FFF2-40B4-BE49-F238E27FC236}">
                  <a16:creationId xmlns:a16="http://schemas.microsoft.com/office/drawing/2014/main" id="{A50AED86-CD89-44E2-FC80-31E63584E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14794" y="3555102"/>
              <a:ext cx="251710" cy="251710"/>
            </a:xfrm>
            <a:prstGeom prst="rect">
              <a:avLst/>
            </a:prstGeom>
          </p:spPr>
        </p:pic>
      </p:grpSp>
      <p:sp>
        <p:nvSpPr>
          <p:cNvPr id="50" name="Arrow: Left 49">
            <a:extLst>
              <a:ext uri="{FF2B5EF4-FFF2-40B4-BE49-F238E27FC236}">
                <a16:creationId xmlns:a16="http://schemas.microsoft.com/office/drawing/2014/main" id="{2FEE0346-48AC-6596-721A-0FDA08AC5E66}"/>
              </a:ext>
            </a:extLst>
          </p:cNvPr>
          <p:cNvSpPr/>
          <p:nvPr/>
        </p:nvSpPr>
        <p:spPr>
          <a:xfrm>
            <a:off x="5894518" y="3988206"/>
            <a:ext cx="2173929" cy="403224"/>
          </a:xfrm>
          <a:prstGeom prst="leftArrow">
            <a:avLst/>
          </a:prstGeom>
          <a:solidFill>
            <a:srgbClr val="12A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/trailer/ECU/sensors/lidar</a:t>
            </a:r>
          </a:p>
        </p:txBody>
      </p:sp>
      <p:sp>
        <p:nvSpPr>
          <p:cNvPr id="51" name="Arrow: Left 50">
            <a:extLst>
              <a:ext uri="{FF2B5EF4-FFF2-40B4-BE49-F238E27FC236}">
                <a16:creationId xmlns:a16="http://schemas.microsoft.com/office/drawing/2014/main" id="{17A4FDEA-379D-2EB8-834A-32CE802F3E83}"/>
              </a:ext>
            </a:extLst>
          </p:cNvPr>
          <p:cNvSpPr/>
          <p:nvPr/>
        </p:nvSpPr>
        <p:spPr>
          <a:xfrm>
            <a:off x="5914046" y="4667176"/>
            <a:ext cx="2173929" cy="403224"/>
          </a:xfrm>
          <a:prstGeom prst="leftArrow">
            <a:avLst/>
          </a:prstGeom>
          <a:solidFill>
            <a:srgbClr val="12A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/trailer/ECU/can/</a:t>
            </a:r>
            <a:r>
              <a:rPr lang="en-US" sz="1100" dirty="0" err="1"/>
              <a:t>canfd</a:t>
            </a:r>
            <a:endParaRPr 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82B042-1809-5C4D-9992-DFF72ABED9D0}"/>
              </a:ext>
            </a:extLst>
          </p:cNvPr>
          <p:cNvSpPr txBox="1"/>
          <p:nvPr/>
        </p:nvSpPr>
        <p:spPr>
          <a:xfrm>
            <a:off x="8036045" y="4089790"/>
            <a:ext cx="4667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Signed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4F5F944-1FFB-57DF-3F6F-2EC7D7A501B5}"/>
              </a:ext>
            </a:extLst>
          </p:cNvPr>
          <p:cNvSpPr txBox="1"/>
          <p:nvPr/>
        </p:nvSpPr>
        <p:spPr>
          <a:xfrm>
            <a:off x="8042090" y="4668733"/>
            <a:ext cx="707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Signed</a:t>
            </a:r>
          </a:p>
          <a:p>
            <a:r>
              <a:rPr lang="en-US" sz="700" dirty="0"/>
              <a:t>Encrypted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B63F8E1-29D3-6499-1EEE-EFAF67299C1A}"/>
              </a:ext>
            </a:extLst>
          </p:cNvPr>
          <p:cNvSpPr/>
          <p:nvPr/>
        </p:nvSpPr>
        <p:spPr>
          <a:xfrm>
            <a:off x="7029900" y="2407617"/>
            <a:ext cx="1605280" cy="439195"/>
          </a:xfrm>
          <a:prstGeom prst="rect">
            <a:avLst/>
          </a:prstGeom>
          <a:solidFill>
            <a:srgbClr val="00B050"/>
          </a:solidFill>
          <a:ln>
            <a:solidFill>
              <a:srgbClr val="0E4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Provisioning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108BA4-0CCC-DE52-1236-8CDB9F31EC21}"/>
              </a:ext>
            </a:extLst>
          </p:cNvPr>
          <p:cNvCxnSpPr>
            <a:cxnSpLocks/>
          </p:cNvCxnSpPr>
          <p:nvPr/>
        </p:nvCxnSpPr>
        <p:spPr>
          <a:xfrm>
            <a:off x="7961243" y="1997765"/>
            <a:ext cx="1387798" cy="93063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B318D09E-436A-8374-EDAE-438D8C94919B}"/>
              </a:ext>
            </a:extLst>
          </p:cNvPr>
          <p:cNvSpPr/>
          <p:nvPr/>
        </p:nvSpPr>
        <p:spPr>
          <a:xfrm>
            <a:off x="7448766" y="1615370"/>
            <a:ext cx="911840" cy="67236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NDNCert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C96432-0B9E-6E15-4B80-A83BF1C85379}"/>
              </a:ext>
            </a:extLst>
          </p:cNvPr>
          <p:cNvCxnSpPr>
            <a:cxnSpLocks/>
          </p:cNvCxnSpPr>
          <p:nvPr/>
        </p:nvCxnSpPr>
        <p:spPr>
          <a:xfrm flipH="1">
            <a:off x="6331352" y="2174447"/>
            <a:ext cx="1300264" cy="571213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89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73669-BC0E-8D40-0D18-409FE8B7740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A62AE5E-4DF3-879A-7E2E-929FCE8E0A9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4038" y="408175"/>
            <a:ext cx="11083925" cy="1287275"/>
          </a:xfrm>
        </p:spPr>
        <p:txBody>
          <a:bodyPr/>
          <a:lstStyle/>
          <a:p>
            <a:r>
              <a:rPr lang="en-US" dirty="0"/>
              <a:t>Testbed</a:t>
            </a:r>
            <a:br>
              <a:rPr lang="en-US" dirty="0"/>
            </a:br>
            <a:r>
              <a:rPr lang="en-US" sz="2400" dirty="0"/>
              <a:t>(Performance: SOME/IP UDP vs. NDN)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5411EE-6C5D-30BD-1319-0CE5825BE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569" y="1725267"/>
            <a:ext cx="8092862" cy="32656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02B517-92B2-9DC4-9653-BF68B9C7DA97}"/>
              </a:ext>
            </a:extLst>
          </p:cNvPr>
          <p:cNvSpPr txBox="1"/>
          <p:nvPr/>
        </p:nvSpPr>
        <p:spPr>
          <a:xfrm>
            <a:off x="554038" y="5380672"/>
            <a:ext cx="98794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Scalable service-Oriented </a:t>
            </a:r>
            <a:r>
              <a:rPr lang="en-US" sz="1800" dirty="0" err="1"/>
              <a:t>MiddlewarE</a:t>
            </a:r>
            <a:r>
              <a:rPr lang="en-US" sz="1800" dirty="0"/>
              <a:t> over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lang="en-US" sz="1800" dirty="0"/>
              <a:t>utomotive communication (</a:t>
            </a:r>
            <a:r>
              <a:rPr lang="en-US" dirty="0"/>
              <a:t>AUTOSAR</a:t>
            </a:r>
            <a:r>
              <a:rPr lang="en-US" sz="1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n-US" sz="1800" dirty="0"/>
              <a:t>ervice-oriented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Remote procedure calls, event notifications and service-discovery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05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A62AE5E-4DF3-879A-7E2E-929FCE8E0A9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4038" y="776288"/>
            <a:ext cx="11083925" cy="919162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73669-BC0E-8D40-0D18-409FE8B7740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051CA276-FD61-D9FA-F6C6-64100DDC4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180" y="396226"/>
            <a:ext cx="7828958" cy="506418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E095FD4-961B-9FF1-57CE-F1293D7BA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18205"/>
              </p:ext>
            </p:extLst>
          </p:nvPr>
        </p:nvGraphicFramePr>
        <p:xfrm>
          <a:off x="376528" y="5840475"/>
          <a:ext cx="11083635" cy="9067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817063">
                  <a:extLst>
                    <a:ext uri="{9D8B030D-6E8A-4147-A177-3AD203B41FA5}">
                      <a16:colId xmlns:a16="http://schemas.microsoft.com/office/drawing/2014/main" val="1406215741"/>
                    </a:ext>
                  </a:extLst>
                </a:gridCol>
                <a:gridCol w="1165410">
                  <a:extLst>
                    <a:ext uri="{9D8B030D-6E8A-4147-A177-3AD203B41FA5}">
                      <a16:colId xmlns:a16="http://schemas.microsoft.com/office/drawing/2014/main" val="3857697983"/>
                    </a:ext>
                  </a:extLst>
                </a:gridCol>
                <a:gridCol w="7577329">
                  <a:extLst>
                    <a:ext uri="{9D8B030D-6E8A-4147-A177-3AD203B41FA5}">
                      <a16:colId xmlns:a16="http://schemas.microsoft.com/office/drawing/2014/main" val="2257800049"/>
                    </a:ext>
                  </a:extLst>
                </a:gridCol>
                <a:gridCol w="1523833">
                  <a:extLst>
                    <a:ext uri="{9D8B030D-6E8A-4147-A177-3AD203B41FA5}">
                      <a16:colId xmlns:a16="http://schemas.microsoft.com/office/drawing/2014/main" val="275704317"/>
                    </a:ext>
                  </a:extLst>
                </a:gridCol>
              </a:tblGrid>
              <a:tr h="1437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Usage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Events/s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Power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35993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0.9%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295.2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/</a:t>
                      </a:r>
                      <a:r>
                        <a:rPr lang="en-US" sz="1400" u="none" strike="noStrike" dirty="0" err="1">
                          <a:effectLst/>
                        </a:rPr>
                        <a:t>usr</a:t>
                      </a:r>
                      <a:r>
                        <a:rPr lang="en-US" sz="1400" u="none" strike="noStrike" dirty="0">
                          <a:effectLst/>
                        </a:rPr>
                        <a:t>/bin/</a:t>
                      </a:r>
                      <a:r>
                        <a:rPr lang="en-US" sz="1400" u="none" strike="noStrike" dirty="0" err="1">
                          <a:effectLst/>
                        </a:rPr>
                        <a:t>nfd</a:t>
                      </a:r>
                      <a:r>
                        <a:rPr lang="en-US" sz="1400" u="none" strike="noStrike" dirty="0">
                          <a:effectLst/>
                        </a:rPr>
                        <a:t> --config /</a:t>
                      </a:r>
                      <a:r>
                        <a:rPr lang="en-US" sz="1400" u="none" strike="noStrike" dirty="0" err="1">
                          <a:effectLst/>
                        </a:rPr>
                        <a:t>etc</a:t>
                      </a:r>
                      <a:r>
                        <a:rPr lang="en-US" sz="1400" u="none" strike="noStrike" dirty="0">
                          <a:effectLst/>
                        </a:rPr>
                        <a:t>/</a:t>
                      </a:r>
                      <a:r>
                        <a:rPr lang="en-US" sz="1400" u="none" strike="noStrike" dirty="0" err="1">
                          <a:effectLst/>
                        </a:rPr>
                        <a:t>ndn</a:t>
                      </a:r>
                      <a:r>
                        <a:rPr lang="en-US" sz="1400" u="none" strike="noStrike" dirty="0">
                          <a:effectLst/>
                        </a:rPr>
                        <a:t>/</a:t>
                      </a:r>
                      <a:r>
                        <a:rPr lang="en-US" sz="1400" u="none" strike="noStrike" dirty="0" err="1">
                          <a:effectLst/>
                        </a:rPr>
                        <a:t>nfd.conf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1.18 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42047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6.6%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149.1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python3 /ndn_cam_sender.py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692 </a:t>
                      </a:r>
                      <a:r>
                        <a:rPr lang="en-US" sz="1400" u="none" strike="noStrike" dirty="0" err="1">
                          <a:effectLst/>
                        </a:rPr>
                        <a:t>mW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35287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32.1%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674.4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python3 ./someip_cam_sender.py 192.168.10.33 --multicast 224.0.23.170 --port 6369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3.16 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2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71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C1928D-4B3E-E831-1024-5533FE4F0E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4037" y="776288"/>
            <a:ext cx="11083925" cy="919162"/>
          </a:xfrm>
        </p:spPr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A18E34-D879-375F-EEEE-58B797D46E9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9073" y="1938072"/>
            <a:ext cx="5082047" cy="3893823"/>
          </a:xfrm>
        </p:spPr>
        <p:txBody>
          <a:bodyPr/>
          <a:lstStyle/>
          <a:p>
            <a:r>
              <a:rPr lang="en-US" dirty="0"/>
              <a:t>Optimization for Automotive (</a:t>
            </a:r>
            <a:r>
              <a:rPr lang="en-US" dirty="0" err="1"/>
              <a:t>AutoNDN</a:t>
            </a:r>
            <a:r>
              <a:rPr lang="en-US" dirty="0"/>
              <a:t>?)</a:t>
            </a:r>
          </a:p>
          <a:p>
            <a:pPr lvl="1"/>
            <a:r>
              <a:rPr lang="en-US" dirty="0"/>
              <a:t>1 interest packet to many data packets</a:t>
            </a:r>
          </a:p>
          <a:p>
            <a:pPr lvl="1"/>
            <a:r>
              <a:rPr lang="en-US" dirty="0"/>
              <a:t>Symmetric keys (e.g., SecOC)</a:t>
            </a:r>
          </a:p>
          <a:p>
            <a:pPr lvl="1"/>
            <a:r>
              <a:rPr lang="en-US" dirty="0"/>
              <a:t>Reduce number of lookups</a:t>
            </a:r>
          </a:p>
          <a:p>
            <a:pPr lvl="1"/>
            <a:r>
              <a:rPr lang="en-US" dirty="0"/>
              <a:t>Data content struct</a:t>
            </a:r>
          </a:p>
          <a:p>
            <a:r>
              <a:rPr lang="en-US" dirty="0"/>
              <a:t>High number of ECUs</a:t>
            </a:r>
          </a:p>
          <a:p>
            <a:pPr lvl="1"/>
            <a:r>
              <a:rPr lang="en-US" dirty="0"/>
              <a:t>N ECUs transmitting M Interest / Data packets every S milliseconds</a:t>
            </a:r>
          </a:p>
          <a:p>
            <a:r>
              <a:rPr lang="en-US" dirty="0"/>
              <a:t>Strong potential for NDN but needs to be standardized for automotive communication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D3A434-DF70-4627-2D12-9F20786EF29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3DE8AD-C4A1-6D16-B837-829A0E52D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213" y="1761393"/>
            <a:ext cx="7186714" cy="435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8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FBFF2F-4911-FDD6-E41D-4AA03A5C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dirty="0"/>
              <a:t>Questions/Comments?</a:t>
            </a:r>
          </a:p>
        </p:txBody>
      </p:sp>
    </p:spTree>
    <p:extLst>
      <p:ext uri="{BB962C8B-B14F-4D97-AF65-F5344CB8AC3E}">
        <p14:creationId xmlns:p14="http://schemas.microsoft.com/office/powerpoint/2010/main" val="77292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A840D22-0FBF-E547-C632-A729A41D146C}"/>
              </a:ext>
            </a:extLst>
          </p:cNvPr>
          <p:cNvSpPr txBox="1">
            <a:spLocks/>
          </p:cNvSpPr>
          <p:nvPr/>
        </p:nvSpPr>
        <p:spPr>
          <a:xfrm>
            <a:off x="0" y="776288"/>
            <a:ext cx="11083925" cy="919162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>
            <a:lvl1pPr algn="l" defTabSz="617339" rtl="0" eaLnBrk="1" latinLnBrk="0" hangingPunct="1">
              <a:spcBef>
                <a:spcPct val="0"/>
              </a:spcBef>
              <a:buNone/>
              <a:defRPr sz="4765" kern="1200">
                <a:solidFill>
                  <a:schemeClr val="tx2"/>
                </a:solidFill>
                <a:latin typeface="+mj-lt"/>
                <a:ea typeface="Century Gothic" charset="0"/>
                <a:cs typeface="Century Gothic" charset="0"/>
              </a:defRPr>
            </a:lvl1pPr>
          </a:lstStyle>
          <a:p>
            <a:r>
              <a:rPr lang="en-US" dirty="0"/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CC08F9-8F19-81D8-8CB9-B9BC67B0ADB5}"/>
              </a:ext>
            </a:extLst>
          </p:cNvPr>
          <p:cNvSpPr txBox="1"/>
          <p:nvPr/>
        </p:nvSpPr>
        <p:spPr>
          <a:xfrm>
            <a:off x="594804" y="2077375"/>
            <a:ext cx="11083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 R. </a:t>
            </a:r>
            <a:r>
              <a:rPr lang="en-US" dirty="0" err="1"/>
              <a:t>Pallierer</a:t>
            </a:r>
            <a:r>
              <a:rPr lang="en-US" dirty="0"/>
              <a:t>, M. </a:t>
            </a:r>
            <a:r>
              <a:rPr lang="en-US" dirty="0" err="1"/>
              <a:t>Ziehensack</a:t>
            </a:r>
            <a:r>
              <a:rPr lang="en-US" dirty="0"/>
              <a:t>, “Secure Ethernet Communication for Autonomous Driving”, Automotive Ethernet Congress (2016).</a:t>
            </a:r>
          </a:p>
          <a:p>
            <a:r>
              <a:rPr lang="en-US" dirty="0"/>
              <a:t>[2] C. Papadopoulos, A. </a:t>
            </a:r>
            <a:r>
              <a:rPr lang="en-US" dirty="0" err="1"/>
              <a:t>Afanasyev</a:t>
            </a:r>
            <a:r>
              <a:rPr lang="en-US" dirty="0"/>
              <a:t> and S. </a:t>
            </a:r>
            <a:r>
              <a:rPr lang="en-US" dirty="0" err="1"/>
              <a:t>Shannigrahi</a:t>
            </a:r>
            <a:r>
              <a:rPr lang="en-US" dirty="0"/>
              <a:t>, "A Name-Based Secure Communications Architecture for Vehicular Networks," 2021 IEEE Vehicular Networking Conference (VNC), Ulm, Germany, 2021, pp. 178-181, </a:t>
            </a:r>
            <a:r>
              <a:rPr lang="en-US" dirty="0" err="1"/>
              <a:t>doi</a:t>
            </a:r>
            <a:r>
              <a:rPr lang="en-US" dirty="0"/>
              <a:t>: 10.1109/VNC52810.2021.9644625.</a:t>
            </a:r>
          </a:p>
        </p:txBody>
      </p:sp>
    </p:spTree>
    <p:extLst>
      <p:ext uri="{BB962C8B-B14F-4D97-AF65-F5344CB8AC3E}">
        <p14:creationId xmlns:p14="http://schemas.microsoft.com/office/powerpoint/2010/main" val="115172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SU Palette 2016">
      <a:dk1>
        <a:srgbClr val="59595B"/>
      </a:dk1>
      <a:lt1>
        <a:srgbClr val="FFFFFF"/>
      </a:lt1>
      <a:dk2>
        <a:srgbClr val="1E4D2B"/>
      </a:dk2>
      <a:lt2>
        <a:srgbClr val="C8C371"/>
      </a:lt2>
      <a:accent1>
        <a:srgbClr val="D9782C"/>
      </a:accent1>
      <a:accent2>
        <a:srgbClr val="C9D845"/>
      </a:accent2>
      <a:accent3>
        <a:srgbClr val="CC5430"/>
      </a:accent3>
      <a:accent4>
        <a:srgbClr val="105456"/>
      </a:accent4>
      <a:accent5>
        <a:srgbClr val="12A3B6"/>
      </a:accent5>
      <a:accent6>
        <a:srgbClr val="ECC530"/>
      </a:accent6>
      <a:hlink>
        <a:srgbClr val="3246A4"/>
      </a:hlink>
      <a:folHlink>
        <a:srgbClr val="6B156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1689</TotalTime>
  <Words>470</Words>
  <Application>Microsoft Office PowerPoint</Application>
  <PresentationFormat>Widescreen</PresentationFormat>
  <Paragraphs>127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Franklin Gothic Book</vt:lpstr>
      <vt:lpstr>Office Theme</vt:lpstr>
      <vt:lpstr>PowerPoint Presentation</vt:lpstr>
      <vt:lpstr>Background</vt:lpstr>
      <vt:lpstr>PowerPoint Presentation</vt:lpstr>
      <vt:lpstr>Data Flow Diagram</vt:lpstr>
      <vt:lpstr>Data Flow Diagram</vt:lpstr>
      <vt:lpstr>Data Flow Diagram</vt:lpstr>
      <vt:lpstr>PowerPoint Presentation</vt:lpstr>
      <vt:lpstr>Data Flow Diagram</vt:lpstr>
      <vt:lpstr>Testbed (Performance: SOME/IP UDP vs. NDN)</vt:lpstr>
      <vt:lpstr>Results</vt:lpstr>
      <vt:lpstr>Discussion</vt:lpstr>
      <vt:lpstr>Questions/Comments?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Elhadeedy,Ahmed</dc:creator>
  <cp:lastModifiedBy>Elhadeedy,Ahmed</cp:lastModifiedBy>
  <cp:revision>3</cp:revision>
  <dcterms:created xsi:type="dcterms:W3CDTF">2023-02-28T22:24:57Z</dcterms:created>
  <dcterms:modified xsi:type="dcterms:W3CDTF">2023-03-02T07:49:28Z</dcterms:modified>
</cp:coreProperties>
</file>